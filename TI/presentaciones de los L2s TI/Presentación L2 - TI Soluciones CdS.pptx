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5.xml" ContentType="application/vnd.openxmlformats-officedocument.themeOverride+xml"/>
  <Override PartName="/ppt/tags/tag73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1" r:id="rId5"/>
  </p:sldMasterIdLst>
  <p:notesMasterIdLst>
    <p:notesMasterId r:id="rId21"/>
  </p:notesMasterIdLst>
  <p:sldIdLst>
    <p:sldId id="2147482941" r:id="rId6"/>
    <p:sldId id="2147482950" r:id="rId7"/>
    <p:sldId id="2147482947" r:id="rId8"/>
    <p:sldId id="2147482952" r:id="rId9"/>
    <p:sldId id="2147482943" r:id="rId10"/>
    <p:sldId id="2147482944" r:id="rId11"/>
    <p:sldId id="2147482955" r:id="rId12"/>
    <p:sldId id="2147482956" r:id="rId13"/>
    <p:sldId id="2147483647" r:id="rId14"/>
    <p:sldId id="256" r:id="rId15"/>
    <p:sldId id="257" r:id="rId16"/>
    <p:sldId id="2147482949" r:id="rId17"/>
    <p:sldId id="2147482946" r:id="rId18"/>
    <p:sldId id="2147482953" r:id="rId19"/>
    <p:sldId id="2147482951" r:id="rId20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B35AB1DD-D536-470F-B679-009EF9FB6E63}">
          <p14:sldIdLst>
            <p14:sldId id="2147482941"/>
            <p14:sldId id="2147482950"/>
          </p14:sldIdLst>
        </p14:section>
        <p14:section name="Racional FFP" id="{15040053-0C50-4146-A21D-9E43A4CF9A00}">
          <p14:sldIdLst>
            <p14:sldId id="2147482947"/>
            <p14:sldId id="2147482952"/>
          </p14:sldIdLst>
        </p14:section>
        <p14:section name="Alcance 2026" id="{86D66DA7-4B22-4734-8B2F-FB9674EA118A}">
          <p14:sldIdLst>
            <p14:sldId id="2147482943"/>
          </p14:sldIdLst>
        </p14:section>
        <p14:section name="Percepción inicial" id="{401A8D0E-7B85-4F20-A772-FA4F26AD97EF}">
          <p14:sldIdLst>
            <p14:sldId id="2147482944"/>
          </p14:sldIdLst>
        </p14:section>
        <p14:section name="Descripción de Puesto" id="{0FF4A76F-1F47-4EA7-A686-C9EF9A954A89}">
          <p14:sldIdLst>
            <p14:sldId id="2147482955"/>
            <p14:sldId id="2147482956"/>
          </p14:sldIdLst>
        </p14:section>
        <p14:section name="Principales contribuciones del área" id="{ECBA4FCF-4ABC-4772-872D-193AE93BB28B}">
          <p14:sldIdLst>
            <p14:sldId id="2147483647"/>
          </p14:sldIdLst>
        </p14:section>
        <p14:section name="Interacciones entre áreas y procesos clave" id="{F0FBDAA2-C305-4C2B-AC49-21A67C461C91}">
          <p14:sldIdLst>
            <p14:sldId id="256"/>
            <p14:sldId id="257"/>
          </p14:sldIdLst>
        </p14:section>
        <p14:section name="Preguntas de reflexión" id="{E667A236-7C33-4A65-A550-6234F27326FB}">
          <p14:sldIdLst>
            <p14:sldId id="2147482949"/>
          </p14:sldIdLst>
        </p14:section>
        <p14:section name="Siguientes pasos" id="{3CB73EBB-38C3-438F-941E-B0AFF08AA3BF}">
          <p14:sldIdLst>
            <p14:sldId id="2147482946"/>
            <p14:sldId id="2147482953"/>
            <p14:sldId id="214748295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B68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D48886-906F-40DE-8279-C2C4368BA898}" v="2" dt="2026-03-04T23:18:32.3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31" autoAdjust="0"/>
    <p:restoredTop sz="87713" autoAdjust="0"/>
  </p:normalViewPr>
  <p:slideViewPr>
    <p:cSldViewPr snapToGrid="0">
      <p:cViewPr>
        <p:scale>
          <a:sx n="70" d="100"/>
          <a:sy n="70" d="100"/>
        </p:scale>
        <p:origin x="656" y="-2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-256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rez Garza Anahi" userId="3d96f3a1-74f1-4bed-b6de-0d6a02700cc5" providerId="ADAL" clId="{2FD48886-906F-40DE-8279-C2C4368BA898}"/>
    <pc:docChg chg="undo redo custSel modSld">
      <pc:chgData name="Perez Garza Anahi" userId="3d96f3a1-74f1-4bed-b6de-0d6a02700cc5" providerId="ADAL" clId="{2FD48886-906F-40DE-8279-C2C4368BA898}" dt="2026-03-05T21:11:39.325" v="1637" actId="20577"/>
      <pc:docMkLst>
        <pc:docMk/>
      </pc:docMkLst>
      <pc:sldChg chg="modSp mod">
        <pc:chgData name="Perez Garza Anahi" userId="3d96f3a1-74f1-4bed-b6de-0d6a02700cc5" providerId="ADAL" clId="{2FD48886-906F-40DE-8279-C2C4368BA898}" dt="2026-03-04T23:22:19.389" v="299" actId="20577"/>
        <pc:sldMkLst>
          <pc:docMk/>
          <pc:sldMk cId="1894943609" sldId="256"/>
        </pc:sldMkLst>
        <pc:spChg chg="mod">
          <ac:chgData name="Perez Garza Anahi" userId="3d96f3a1-74f1-4bed-b6de-0d6a02700cc5" providerId="ADAL" clId="{2FD48886-906F-40DE-8279-C2C4368BA898}" dt="2026-03-04T23:15:32.820" v="55"/>
          <ac:spMkLst>
            <pc:docMk/>
            <pc:sldMk cId="1894943609" sldId="256"/>
            <ac:spMk id="8" creationId="{35769B02-838B-10EC-DB8D-8A4ED180CC34}"/>
          </ac:spMkLst>
        </pc:spChg>
        <pc:graphicFrameChg chg="modGraphic">
          <ac:chgData name="Perez Garza Anahi" userId="3d96f3a1-74f1-4bed-b6de-0d6a02700cc5" providerId="ADAL" clId="{2FD48886-906F-40DE-8279-C2C4368BA898}" dt="2026-03-04T23:22:19.389" v="299" actId="20577"/>
          <ac:graphicFrameMkLst>
            <pc:docMk/>
            <pc:sldMk cId="1894943609" sldId="256"/>
            <ac:graphicFrameMk id="4" creationId="{9977EE78-43D1-CBA5-F066-3FC5CF994962}"/>
          </ac:graphicFrameMkLst>
        </pc:graphicFrameChg>
      </pc:sldChg>
      <pc:sldChg chg="modSp mod">
        <pc:chgData name="Perez Garza Anahi" userId="3d96f3a1-74f1-4bed-b6de-0d6a02700cc5" providerId="ADAL" clId="{2FD48886-906F-40DE-8279-C2C4368BA898}" dt="2026-03-04T23:20:14.119" v="206"/>
        <pc:sldMkLst>
          <pc:docMk/>
          <pc:sldMk cId="3963206310" sldId="257"/>
        </pc:sldMkLst>
        <pc:spChg chg="mod">
          <ac:chgData name="Perez Garza Anahi" userId="3d96f3a1-74f1-4bed-b6de-0d6a02700cc5" providerId="ADAL" clId="{2FD48886-906F-40DE-8279-C2C4368BA898}" dt="2026-03-04T23:20:14.119" v="206"/>
          <ac:spMkLst>
            <pc:docMk/>
            <pc:sldMk cId="3963206310" sldId="257"/>
            <ac:spMk id="8" creationId="{35769B02-838B-10EC-DB8D-8A4ED180CC34}"/>
          </ac:spMkLst>
        </pc:spChg>
      </pc:sldChg>
      <pc:sldChg chg="modSp mod">
        <pc:chgData name="Perez Garza Anahi" userId="3d96f3a1-74f1-4bed-b6de-0d6a02700cc5" providerId="ADAL" clId="{2FD48886-906F-40DE-8279-C2C4368BA898}" dt="2026-03-04T23:14:37.906" v="21" actId="20577"/>
        <pc:sldMkLst>
          <pc:docMk/>
          <pc:sldMk cId="3748555724" sldId="2147482941"/>
        </pc:sldMkLst>
        <pc:spChg chg="mod">
          <ac:chgData name="Perez Garza Anahi" userId="3d96f3a1-74f1-4bed-b6de-0d6a02700cc5" providerId="ADAL" clId="{2FD48886-906F-40DE-8279-C2C4368BA898}" dt="2026-03-04T23:14:37.906" v="21" actId="20577"/>
          <ac:spMkLst>
            <pc:docMk/>
            <pc:sldMk cId="3748555724" sldId="2147482941"/>
            <ac:spMk id="4" creationId="{BCC94514-1502-7445-9201-7BD20CD9B125}"/>
          </ac:spMkLst>
        </pc:spChg>
      </pc:sldChg>
      <pc:sldChg chg="modSp mod modNotesTx">
        <pc:chgData name="Perez Garza Anahi" userId="3d96f3a1-74f1-4bed-b6de-0d6a02700cc5" providerId="ADAL" clId="{2FD48886-906F-40DE-8279-C2C4368BA898}" dt="2026-03-05T20:20:38.986" v="308" actId="207"/>
        <pc:sldMkLst>
          <pc:docMk/>
          <pc:sldMk cId="946345740" sldId="2147482944"/>
        </pc:sldMkLst>
        <pc:spChg chg="mod">
          <ac:chgData name="Perez Garza Anahi" userId="3d96f3a1-74f1-4bed-b6de-0d6a02700cc5" providerId="ADAL" clId="{2FD48886-906F-40DE-8279-C2C4368BA898}" dt="2026-03-05T20:19:49.495" v="304" actId="207"/>
          <ac:spMkLst>
            <pc:docMk/>
            <pc:sldMk cId="946345740" sldId="2147482944"/>
            <ac:spMk id="15" creationId="{31B8A6E4-AF49-5BBB-2D6D-34655455BB58}"/>
          </ac:spMkLst>
        </pc:spChg>
        <pc:spChg chg="mod">
          <ac:chgData name="Perez Garza Anahi" userId="3d96f3a1-74f1-4bed-b6de-0d6a02700cc5" providerId="ADAL" clId="{2FD48886-906F-40DE-8279-C2C4368BA898}" dt="2026-03-05T20:20:08.510" v="305" actId="207"/>
          <ac:spMkLst>
            <pc:docMk/>
            <pc:sldMk cId="946345740" sldId="2147482944"/>
            <ac:spMk id="31" creationId="{D4C25EC9-011F-3816-1A58-2C6E58DB342E}"/>
          </ac:spMkLst>
        </pc:spChg>
        <pc:spChg chg="mod">
          <ac:chgData name="Perez Garza Anahi" userId="3d96f3a1-74f1-4bed-b6de-0d6a02700cc5" providerId="ADAL" clId="{2FD48886-906F-40DE-8279-C2C4368BA898}" dt="2026-03-04T23:15:01.475" v="24" actId="108"/>
          <ac:spMkLst>
            <pc:docMk/>
            <pc:sldMk cId="946345740" sldId="2147482944"/>
            <ac:spMk id="35" creationId="{46D49AC2-BD04-6DBE-818D-697878E1DF70}"/>
          </ac:spMkLst>
        </pc:spChg>
        <pc:spChg chg="mod">
          <ac:chgData name="Perez Garza Anahi" userId="3d96f3a1-74f1-4bed-b6de-0d6a02700cc5" providerId="ADAL" clId="{2FD48886-906F-40DE-8279-C2C4368BA898}" dt="2026-03-05T20:20:15.174" v="306" actId="207"/>
          <ac:spMkLst>
            <pc:docMk/>
            <pc:sldMk cId="946345740" sldId="2147482944"/>
            <ac:spMk id="36" creationId="{10011520-7618-A3C8-798B-5836617AD8CC}"/>
          </ac:spMkLst>
        </pc:spChg>
        <pc:spChg chg="mod">
          <ac:chgData name="Perez Garza Anahi" userId="3d96f3a1-74f1-4bed-b6de-0d6a02700cc5" providerId="ADAL" clId="{2FD48886-906F-40DE-8279-C2C4368BA898}" dt="2026-03-04T23:15:04.377" v="25" actId="108"/>
          <ac:spMkLst>
            <pc:docMk/>
            <pc:sldMk cId="946345740" sldId="2147482944"/>
            <ac:spMk id="40" creationId="{2C91F9A0-9AF9-626F-9293-CE0E105B592B}"/>
          </ac:spMkLst>
        </pc:spChg>
        <pc:spChg chg="mod">
          <ac:chgData name="Perez Garza Anahi" userId="3d96f3a1-74f1-4bed-b6de-0d6a02700cc5" providerId="ADAL" clId="{2FD48886-906F-40DE-8279-C2C4368BA898}" dt="2026-03-05T20:20:38.986" v="308" actId="207"/>
          <ac:spMkLst>
            <pc:docMk/>
            <pc:sldMk cId="946345740" sldId="2147482944"/>
            <ac:spMk id="41" creationId="{F2DFFA15-F145-F25C-0AEC-D3991E68F61F}"/>
          </ac:spMkLst>
        </pc:spChg>
      </pc:sldChg>
      <pc:sldChg chg="modSp mod modNotesTx">
        <pc:chgData name="Perez Garza Anahi" userId="3d96f3a1-74f1-4bed-b6de-0d6a02700cc5" providerId="ADAL" clId="{2FD48886-906F-40DE-8279-C2C4368BA898}" dt="2026-03-05T21:02:34.407" v="1012" actId="20577"/>
        <pc:sldMkLst>
          <pc:docMk/>
          <pc:sldMk cId="376322309" sldId="2147482955"/>
        </pc:sldMkLst>
        <pc:spChg chg="mod">
          <ac:chgData name="Perez Garza Anahi" userId="3d96f3a1-74f1-4bed-b6de-0d6a02700cc5" providerId="ADAL" clId="{2FD48886-906F-40DE-8279-C2C4368BA898}" dt="2026-03-05T21:02:32.533" v="1010" actId="1076"/>
          <ac:spMkLst>
            <pc:docMk/>
            <pc:sldMk cId="376322309" sldId="2147482955"/>
            <ac:spMk id="2" creationId="{C27BAC4B-896B-8F9A-87DD-0E111285B61D}"/>
          </ac:spMkLst>
        </pc:spChg>
        <pc:spChg chg="mod">
          <ac:chgData name="Perez Garza Anahi" userId="3d96f3a1-74f1-4bed-b6de-0d6a02700cc5" providerId="ADAL" clId="{2FD48886-906F-40DE-8279-C2C4368BA898}" dt="2026-03-04T23:15:18.535" v="48" actId="20577"/>
          <ac:spMkLst>
            <pc:docMk/>
            <pc:sldMk cId="376322309" sldId="2147482955"/>
            <ac:spMk id="4" creationId="{AED201DD-66CC-23E3-BDD9-16094502AFFB}"/>
          </ac:spMkLst>
        </pc:spChg>
        <pc:spChg chg="mod">
          <ac:chgData name="Perez Garza Anahi" userId="3d96f3a1-74f1-4bed-b6de-0d6a02700cc5" providerId="ADAL" clId="{2FD48886-906F-40DE-8279-C2C4368BA898}" dt="2026-03-05T21:02:34.407" v="1012" actId="20577"/>
          <ac:spMkLst>
            <pc:docMk/>
            <pc:sldMk cId="376322309" sldId="2147482955"/>
            <ac:spMk id="17" creationId="{F1D06FE5-7F07-2D04-69DE-261CC6B68038}"/>
          </ac:spMkLst>
        </pc:spChg>
      </pc:sldChg>
      <pc:sldChg chg="modSp mod">
        <pc:chgData name="Perez Garza Anahi" userId="3d96f3a1-74f1-4bed-b6de-0d6a02700cc5" providerId="ADAL" clId="{2FD48886-906F-40DE-8279-C2C4368BA898}" dt="2026-03-04T23:17:38.801" v="61"/>
        <pc:sldMkLst>
          <pc:docMk/>
          <pc:sldMk cId="296960731" sldId="2147482956"/>
        </pc:sldMkLst>
        <pc:spChg chg="mod">
          <ac:chgData name="Perez Garza Anahi" userId="3d96f3a1-74f1-4bed-b6de-0d6a02700cc5" providerId="ADAL" clId="{2FD48886-906F-40DE-8279-C2C4368BA898}" dt="2026-03-04T23:15:23.907" v="49"/>
          <ac:spMkLst>
            <pc:docMk/>
            <pc:sldMk cId="296960731" sldId="2147482956"/>
            <ac:spMk id="4" creationId="{AED201DD-66CC-23E3-BDD9-16094502AFFB}"/>
          </ac:spMkLst>
        </pc:spChg>
        <pc:spChg chg="mod">
          <ac:chgData name="Perez Garza Anahi" userId="3d96f3a1-74f1-4bed-b6de-0d6a02700cc5" providerId="ADAL" clId="{2FD48886-906F-40DE-8279-C2C4368BA898}" dt="2026-03-04T23:17:38.801" v="61"/>
          <ac:spMkLst>
            <pc:docMk/>
            <pc:sldMk cId="296960731" sldId="2147482956"/>
            <ac:spMk id="17" creationId="{F1D06FE5-7F07-2D04-69DE-261CC6B68038}"/>
          </ac:spMkLst>
        </pc:spChg>
      </pc:sldChg>
      <pc:sldChg chg="addSp delSp modSp mod modNotesTx">
        <pc:chgData name="Perez Garza Anahi" userId="3d96f3a1-74f1-4bed-b6de-0d6a02700cc5" providerId="ADAL" clId="{2FD48886-906F-40DE-8279-C2C4368BA898}" dt="2026-03-05T21:11:39.325" v="1637" actId="20577"/>
        <pc:sldMkLst>
          <pc:docMk/>
          <pc:sldMk cId="2282670243" sldId="2147483647"/>
        </pc:sldMkLst>
        <pc:spChg chg="mod">
          <ac:chgData name="Perez Garza Anahi" userId="3d96f3a1-74f1-4bed-b6de-0d6a02700cc5" providerId="ADAL" clId="{2FD48886-906F-40DE-8279-C2C4368BA898}" dt="2026-03-04T23:18:16.253" v="67" actId="1076"/>
          <ac:spMkLst>
            <pc:docMk/>
            <pc:sldMk cId="2282670243" sldId="2147483647"/>
            <ac:spMk id="2" creationId="{D6D73888-BA12-B225-80DF-0F6B50D9285F}"/>
          </ac:spMkLst>
        </pc:spChg>
        <pc:spChg chg="add mod">
          <ac:chgData name="Perez Garza Anahi" userId="3d96f3a1-74f1-4bed-b6de-0d6a02700cc5" providerId="ADAL" clId="{2FD48886-906F-40DE-8279-C2C4368BA898}" dt="2026-03-04T23:18:06.867" v="64" actId="1076"/>
          <ac:spMkLst>
            <pc:docMk/>
            <pc:sldMk cId="2282670243" sldId="2147483647"/>
            <ac:spMk id="3" creationId="{79867213-2639-9021-4F7F-AE216637280A}"/>
          </ac:spMkLst>
        </pc:spChg>
        <pc:spChg chg="add mod">
          <ac:chgData name="Perez Garza Anahi" userId="3d96f3a1-74f1-4bed-b6de-0d6a02700cc5" providerId="ADAL" clId="{2FD48886-906F-40DE-8279-C2C4368BA898}" dt="2026-03-04T23:18:06.867" v="64" actId="1076"/>
          <ac:spMkLst>
            <pc:docMk/>
            <pc:sldMk cId="2282670243" sldId="2147483647"/>
            <ac:spMk id="4" creationId="{0299DBD9-F9CB-695E-A976-A4B8E6948E89}"/>
          </ac:spMkLst>
        </pc:spChg>
        <pc:spChg chg="del">
          <ac:chgData name="Perez Garza Anahi" userId="3d96f3a1-74f1-4bed-b6de-0d6a02700cc5" providerId="ADAL" clId="{2FD48886-906F-40DE-8279-C2C4368BA898}" dt="2026-03-04T23:18:01.482" v="62" actId="478"/>
          <ac:spMkLst>
            <pc:docMk/>
            <pc:sldMk cId="2282670243" sldId="2147483647"/>
            <ac:spMk id="5" creationId="{06041113-A853-9FC9-9061-A57ACDA1DE73}"/>
          </ac:spMkLst>
        </pc:spChg>
        <pc:spChg chg="add mod">
          <ac:chgData name="Perez Garza Anahi" userId="3d96f3a1-74f1-4bed-b6de-0d6a02700cc5" providerId="ADAL" clId="{2FD48886-906F-40DE-8279-C2C4368BA898}" dt="2026-03-04T23:18:06.867" v="64" actId="1076"/>
          <ac:spMkLst>
            <pc:docMk/>
            <pc:sldMk cId="2282670243" sldId="2147483647"/>
            <ac:spMk id="7" creationId="{88F726A9-FC34-08F7-47F3-0537F0053335}"/>
          </ac:spMkLst>
        </pc:spChg>
        <pc:spChg chg="add mod">
          <ac:chgData name="Perez Garza Anahi" userId="3d96f3a1-74f1-4bed-b6de-0d6a02700cc5" providerId="ADAL" clId="{2FD48886-906F-40DE-8279-C2C4368BA898}" dt="2026-03-04T23:18:37.531" v="76" actId="1076"/>
          <ac:spMkLst>
            <pc:docMk/>
            <pc:sldMk cId="2282670243" sldId="2147483647"/>
            <ac:spMk id="8" creationId="{903BA1A1-7F06-7D9D-5003-402DF6D7F9D2}"/>
          </ac:spMkLst>
        </pc:spChg>
        <pc:spChg chg="del">
          <ac:chgData name="Perez Garza Anahi" userId="3d96f3a1-74f1-4bed-b6de-0d6a02700cc5" providerId="ADAL" clId="{2FD48886-906F-40DE-8279-C2C4368BA898}" dt="2026-03-04T23:18:01.482" v="62" actId="478"/>
          <ac:spMkLst>
            <pc:docMk/>
            <pc:sldMk cId="2282670243" sldId="2147483647"/>
            <ac:spMk id="9" creationId="{884C2854-8B21-B670-4ED5-25AE8B54BDED}"/>
          </ac:spMkLst>
        </pc:spChg>
        <pc:spChg chg="del">
          <ac:chgData name="Perez Garza Anahi" userId="3d96f3a1-74f1-4bed-b6de-0d6a02700cc5" providerId="ADAL" clId="{2FD48886-906F-40DE-8279-C2C4368BA898}" dt="2026-03-04T23:18:01.482" v="62" actId="478"/>
          <ac:spMkLst>
            <pc:docMk/>
            <pc:sldMk cId="2282670243" sldId="2147483647"/>
            <ac:spMk id="10" creationId="{17F8C99B-827A-E58D-3B4B-BCC630AA7182}"/>
          </ac:spMkLst>
        </pc:spChg>
        <pc:spChg chg="del">
          <ac:chgData name="Perez Garza Anahi" userId="3d96f3a1-74f1-4bed-b6de-0d6a02700cc5" providerId="ADAL" clId="{2FD48886-906F-40DE-8279-C2C4368BA898}" dt="2026-03-04T23:18:01.482" v="62" actId="478"/>
          <ac:spMkLst>
            <pc:docMk/>
            <pc:sldMk cId="2282670243" sldId="2147483647"/>
            <ac:spMk id="11" creationId="{1A36BA13-F85A-3701-2159-3CDBBECAE552}"/>
          </ac:spMkLst>
        </pc:spChg>
        <pc:spChg chg="add mod">
          <ac:chgData name="Perez Garza Anahi" userId="3d96f3a1-74f1-4bed-b6de-0d6a02700cc5" providerId="ADAL" clId="{2FD48886-906F-40DE-8279-C2C4368BA898}" dt="2026-03-04T23:22:35.265" v="301" actId="1076"/>
          <ac:spMkLst>
            <pc:docMk/>
            <pc:sldMk cId="2282670243" sldId="2147483647"/>
            <ac:spMk id="12" creationId="{66227643-194A-3AD7-6290-B2D81AB05D3A}"/>
          </ac:spMkLst>
        </pc:spChg>
        <pc:spChg chg="del">
          <ac:chgData name="Perez Garza Anahi" userId="3d96f3a1-74f1-4bed-b6de-0d6a02700cc5" providerId="ADAL" clId="{2FD48886-906F-40DE-8279-C2C4368BA898}" dt="2026-03-04T23:18:01.482" v="62" actId="478"/>
          <ac:spMkLst>
            <pc:docMk/>
            <pc:sldMk cId="2282670243" sldId="2147483647"/>
            <ac:spMk id="13" creationId="{661593B4-802F-346C-2EF8-5271C426B0C7}"/>
          </ac:spMkLst>
        </pc:spChg>
        <pc:spChg chg="add mod">
          <ac:chgData name="Perez Garza Anahi" userId="3d96f3a1-74f1-4bed-b6de-0d6a02700cc5" providerId="ADAL" clId="{2FD48886-906F-40DE-8279-C2C4368BA898}" dt="2026-03-04T23:22:38.318" v="302" actId="1076"/>
          <ac:spMkLst>
            <pc:docMk/>
            <pc:sldMk cId="2282670243" sldId="2147483647"/>
            <ac:spMk id="14" creationId="{EF62BBE1-F887-F4AA-BEE4-44F485AD2E27}"/>
          </ac:spMkLst>
        </pc:spChg>
        <pc:spChg chg="del">
          <ac:chgData name="Perez Garza Anahi" userId="3d96f3a1-74f1-4bed-b6de-0d6a02700cc5" providerId="ADAL" clId="{2FD48886-906F-40DE-8279-C2C4368BA898}" dt="2026-03-04T23:18:01.482" v="62" actId="478"/>
          <ac:spMkLst>
            <pc:docMk/>
            <pc:sldMk cId="2282670243" sldId="2147483647"/>
            <ac:spMk id="15" creationId="{A38E76B7-E1E1-1B78-7AB9-915DBD1EE68D}"/>
          </ac:spMkLst>
        </pc:spChg>
        <pc:spChg chg="add mod">
          <ac:chgData name="Perez Garza Anahi" userId="3d96f3a1-74f1-4bed-b6de-0d6a02700cc5" providerId="ADAL" clId="{2FD48886-906F-40DE-8279-C2C4368BA898}" dt="2026-03-04T23:18:06.867" v="64" actId="1076"/>
          <ac:spMkLst>
            <pc:docMk/>
            <pc:sldMk cId="2282670243" sldId="2147483647"/>
            <ac:spMk id="21" creationId="{07D0BEBB-7EDF-B690-3F1F-7E6202A1BC34}"/>
          </ac:spMkLst>
        </pc:spChg>
        <pc:spChg chg="mod">
          <ac:chgData name="Perez Garza Anahi" userId="3d96f3a1-74f1-4bed-b6de-0d6a02700cc5" providerId="ADAL" clId="{2FD48886-906F-40DE-8279-C2C4368BA898}" dt="2026-03-04T23:22:38.318" v="302" actId="1076"/>
          <ac:spMkLst>
            <pc:docMk/>
            <pc:sldMk cId="2282670243" sldId="2147483647"/>
            <ac:spMk id="25" creationId="{37DFF966-E99E-3A99-C228-498A6A9A6C31}"/>
          </ac:spMkLst>
        </pc:spChg>
        <pc:spChg chg="mod">
          <ac:chgData name="Perez Garza Anahi" userId="3d96f3a1-74f1-4bed-b6de-0d6a02700cc5" providerId="ADAL" clId="{2FD48886-906F-40DE-8279-C2C4368BA898}" dt="2026-03-04T23:18:31.651" v="73" actId="1076"/>
          <ac:spMkLst>
            <pc:docMk/>
            <pc:sldMk cId="2282670243" sldId="2147483647"/>
            <ac:spMk id="26" creationId="{B1857424-5815-9A63-24BF-16FC36953B9D}"/>
          </ac:spMkLst>
        </pc:spChg>
        <pc:spChg chg="add mod">
          <ac:chgData name="Perez Garza Anahi" userId="3d96f3a1-74f1-4bed-b6de-0d6a02700cc5" providerId="ADAL" clId="{2FD48886-906F-40DE-8279-C2C4368BA898}" dt="2026-03-04T23:18:34.504" v="75" actId="1076"/>
          <ac:spMkLst>
            <pc:docMk/>
            <pc:sldMk cId="2282670243" sldId="2147483647"/>
            <ac:spMk id="33" creationId="{10C027ED-C1EA-07F6-03FC-172F862DC861}"/>
          </ac:spMkLst>
        </pc:spChg>
        <pc:spChg chg="mod">
          <ac:chgData name="Perez Garza Anahi" userId="3d96f3a1-74f1-4bed-b6de-0d6a02700cc5" providerId="ADAL" clId="{2FD48886-906F-40DE-8279-C2C4368BA898}" dt="2026-03-04T23:18:18.816" v="68" actId="1076"/>
          <ac:spMkLst>
            <pc:docMk/>
            <pc:sldMk cId="2282670243" sldId="2147483647"/>
            <ac:spMk id="55" creationId="{C58B1E33-997B-D4A2-7C11-ED3E58DB5534}"/>
          </ac:spMkLst>
        </pc:spChg>
        <pc:spChg chg="mod">
          <ac:chgData name="Perez Garza Anahi" userId="3d96f3a1-74f1-4bed-b6de-0d6a02700cc5" providerId="ADAL" clId="{2FD48886-906F-40DE-8279-C2C4368BA898}" dt="2026-03-04T23:22:35.265" v="301" actId="1076"/>
          <ac:spMkLst>
            <pc:docMk/>
            <pc:sldMk cId="2282670243" sldId="2147483647"/>
            <ac:spMk id="59" creationId="{F53AB2C2-D4BF-ADBB-C1E1-5FAF5E1A581F}"/>
          </ac:spMkLst>
        </pc:spChg>
        <pc:spChg chg="mod">
          <ac:chgData name="Perez Garza Anahi" userId="3d96f3a1-74f1-4bed-b6de-0d6a02700cc5" providerId="ADAL" clId="{2FD48886-906F-40DE-8279-C2C4368BA898}" dt="2026-03-04T23:15:28.607" v="52"/>
          <ac:spMkLst>
            <pc:docMk/>
            <pc:sldMk cId="2282670243" sldId="2147483647"/>
            <ac:spMk id="206" creationId="{167A64BB-1818-37AB-F05C-5AC75C78ED19}"/>
          </ac:spMkLst>
        </pc:spChg>
        <pc:cxnChg chg="del mod">
          <ac:chgData name="Perez Garza Anahi" userId="3d96f3a1-74f1-4bed-b6de-0d6a02700cc5" providerId="ADAL" clId="{2FD48886-906F-40DE-8279-C2C4368BA898}" dt="2026-03-04T23:18:01.482" v="62" actId="478"/>
          <ac:cxnSpMkLst>
            <pc:docMk/>
            <pc:sldMk cId="2282670243" sldId="2147483647"/>
            <ac:cxnSpMk id="16" creationId="{E5BAFC40-F59E-3E92-5EFD-06A53DABA599}"/>
          </ac:cxnSpMkLst>
        </pc:cxnChg>
        <pc:cxnChg chg="del mod">
          <ac:chgData name="Perez Garza Anahi" userId="3d96f3a1-74f1-4bed-b6de-0d6a02700cc5" providerId="ADAL" clId="{2FD48886-906F-40DE-8279-C2C4368BA898}" dt="2026-03-04T23:18:01.482" v="62" actId="478"/>
          <ac:cxnSpMkLst>
            <pc:docMk/>
            <pc:sldMk cId="2282670243" sldId="2147483647"/>
            <ac:cxnSpMk id="17" creationId="{5EA4428D-0D25-7EE2-2CF0-C992434E838A}"/>
          </ac:cxnSpMkLst>
        </pc:cxnChg>
        <pc:cxnChg chg="del mod">
          <ac:chgData name="Perez Garza Anahi" userId="3d96f3a1-74f1-4bed-b6de-0d6a02700cc5" providerId="ADAL" clId="{2FD48886-906F-40DE-8279-C2C4368BA898}" dt="2026-03-04T23:18:01.482" v="62" actId="478"/>
          <ac:cxnSpMkLst>
            <pc:docMk/>
            <pc:sldMk cId="2282670243" sldId="2147483647"/>
            <ac:cxnSpMk id="18" creationId="{BE0DC494-37E3-45E1-DB43-ECDE4C91CC82}"/>
          </ac:cxnSpMkLst>
        </pc:cxnChg>
        <pc:cxnChg chg="del mod">
          <ac:chgData name="Perez Garza Anahi" userId="3d96f3a1-74f1-4bed-b6de-0d6a02700cc5" providerId="ADAL" clId="{2FD48886-906F-40DE-8279-C2C4368BA898}" dt="2026-03-04T23:18:01.482" v="62" actId="478"/>
          <ac:cxnSpMkLst>
            <pc:docMk/>
            <pc:sldMk cId="2282670243" sldId="2147483647"/>
            <ac:cxnSpMk id="19" creationId="{7361C06A-E1C4-0E56-5A5A-CF312ABEF589}"/>
          </ac:cxnSpMkLst>
        </pc:cxnChg>
        <pc:cxnChg chg="del mod">
          <ac:chgData name="Perez Garza Anahi" userId="3d96f3a1-74f1-4bed-b6de-0d6a02700cc5" providerId="ADAL" clId="{2FD48886-906F-40DE-8279-C2C4368BA898}" dt="2026-03-04T23:18:01.482" v="62" actId="478"/>
          <ac:cxnSpMkLst>
            <pc:docMk/>
            <pc:sldMk cId="2282670243" sldId="2147483647"/>
            <ac:cxnSpMk id="20" creationId="{3E1ED492-53D6-48DE-D60E-0759B033DE48}"/>
          </ac:cxnSpMkLst>
        </pc:cxnChg>
        <pc:cxnChg chg="add mod">
          <ac:chgData name="Perez Garza Anahi" userId="3d96f3a1-74f1-4bed-b6de-0d6a02700cc5" providerId="ADAL" clId="{2FD48886-906F-40DE-8279-C2C4368BA898}" dt="2026-03-04T23:18:06.867" v="64" actId="1076"/>
          <ac:cxnSpMkLst>
            <pc:docMk/>
            <pc:sldMk cId="2282670243" sldId="2147483647"/>
            <ac:cxnSpMk id="22" creationId="{C7CED8AE-63F2-71DC-480A-8D596BC02A7E}"/>
          </ac:cxnSpMkLst>
        </pc:cxnChg>
        <pc:cxnChg chg="add mod">
          <ac:chgData name="Perez Garza Anahi" userId="3d96f3a1-74f1-4bed-b6de-0d6a02700cc5" providerId="ADAL" clId="{2FD48886-906F-40DE-8279-C2C4368BA898}" dt="2026-03-04T23:18:06.867" v="64" actId="1076"/>
          <ac:cxnSpMkLst>
            <pc:docMk/>
            <pc:sldMk cId="2282670243" sldId="2147483647"/>
            <ac:cxnSpMk id="23" creationId="{658C0A9D-39E7-B5D0-298A-2EF95CD84A28}"/>
          </ac:cxnSpMkLst>
        </pc:cxnChg>
        <pc:cxnChg chg="add mod">
          <ac:chgData name="Perez Garza Anahi" userId="3d96f3a1-74f1-4bed-b6de-0d6a02700cc5" providerId="ADAL" clId="{2FD48886-906F-40DE-8279-C2C4368BA898}" dt="2026-03-04T23:22:35.265" v="301" actId="1076"/>
          <ac:cxnSpMkLst>
            <pc:docMk/>
            <pc:sldMk cId="2282670243" sldId="2147483647"/>
            <ac:cxnSpMk id="24" creationId="{B9837A0B-0BAA-2D3A-C83C-45AB4DF5DA79}"/>
          </ac:cxnSpMkLst>
        </pc:cxnChg>
        <pc:cxnChg chg="add mod">
          <ac:chgData name="Perez Garza Anahi" userId="3d96f3a1-74f1-4bed-b6de-0d6a02700cc5" providerId="ADAL" clId="{2FD48886-906F-40DE-8279-C2C4368BA898}" dt="2026-03-04T23:22:38.318" v="302" actId="1076"/>
          <ac:cxnSpMkLst>
            <pc:docMk/>
            <pc:sldMk cId="2282670243" sldId="2147483647"/>
            <ac:cxnSpMk id="27" creationId="{8A37D8F4-31A9-9A65-772E-32DAA75BAEF8}"/>
          </ac:cxnSpMkLst>
        </pc:cxnChg>
        <pc:cxnChg chg="add mod">
          <ac:chgData name="Perez Garza Anahi" userId="3d96f3a1-74f1-4bed-b6de-0d6a02700cc5" providerId="ADAL" clId="{2FD48886-906F-40DE-8279-C2C4368BA898}" dt="2026-03-04T23:18:06.867" v="64" actId="1076"/>
          <ac:cxnSpMkLst>
            <pc:docMk/>
            <pc:sldMk cId="2282670243" sldId="2147483647"/>
            <ac:cxnSpMk id="28" creationId="{50530CF2-1BE9-B471-54F3-DD5767387835}"/>
          </ac:cxnSpMkLst>
        </pc:cxnChg>
        <pc:cxnChg chg="add mod">
          <ac:chgData name="Perez Garza Anahi" userId="3d96f3a1-74f1-4bed-b6de-0d6a02700cc5" providerId="ADAL" clId="{2FD48886-906F-40DE-8279-C2C4368BA898}" dt="2026-03-04T23:18:37.531" v="76" actId="1076"/>
          <ac:cxnSpMkLst>
            <pc:docMk/>
            <pc:sldMk cId="2282670243" sldId="2147483647"/>
            <ac:cxnSpMk id="29" creationId="{8A7DC02E-B097-2E1E-F0C5-051E86FC8238}"/>
          </ac:cxnSpMkLst>
        </pc:cxnChg>
      </pc:sldChg>
    </pc:docChg>
  </pc:docChgLst>
  <pc:docChgLst>
    <pc:chgData name="Perez Garza Anahi" userId="3d96f3a1-74f1-4bed-b6de-0d6a02700cc5" providerId="ADAL" clId="{E3ED390E-BA51-45D5-A31E-A69BD06099BB}"/>
    <pc:docChg chg="undo custSel addSld delSld modSld modSection">
      <pc:chgData name="Perez Garza Anahi" userId="3d96f3a1-74f1-4bed-b6de-0d6a02700cc5" providerId="ADAL" clId="{E3ED390E-BA51-45D5-A31E-A69BD06099BB}" dt="2026-02-24T20:57:55.948" v="268" actId="113"/>
      <pc:docMkLst>
        <pc:docMk/>
      </pc:docMkLst>
      <pc:sldChg chg="delSp modSp mod">
        <pc:chgData name="Perez Garza Anahi" userId="3d96f3a1-74f1-4bed-b6de-0d6a02700cc5" providerId="ADAL" clId="{E3ED390E-BA51-45D5-A31E-A69BD06099BB}" dt="2026-02-24T18:20:13.437" v="183" actId="1076"/>
        <pc:sldMkLst>
          <pc:docMk/>
          <pc:sldMk cId="946345740" sldId="2147482944"/>
        </pc:sldMkLst>
        <pc:spChg chg="mod">
          <ac:chgData name="Perez Garza Anahi" userId="3d96f3a1-74f1-4bed-b6de-0d6a02700cc5" providerId="ADAL" clId="{E3ED390E-BA51-45D5-A31E-A69BD06099BB}" dt="2026-02-24T18:20:13.437" v="183" actId="1076"/>
          <ac:spMkLst>
            <pc:docMk/>
            <pc:sldMk cId="946345740" sldId="2147482944"/>
            <ac:spMk id="7" creationId="{9D12D446-A1FE-2D55-8ED8-9BF6AB433C6D}"/>
          </ac:spMkLst>
        </pc:spChg>
        <pc:spChg chg="mod">
          <ac:chgData name="Perez Garza Anahi" userId="3d96f3a1-74f1-4bed-b6de-0d6a02700cc5" providerId="ADAL" clId="{E3ED390E-BA51-45D5-A31E-A69BD06099BB}" dt="2026-02-24T18:20:13.437" v="183" actId="1076"/>
          <ac:spMkLst>
            <pc:docMk/>
            <pc:sldMk cId="946345740" sldId="2147482944"/>
            <ac:spMk id="9" creationId="{01FD7DEA-CCB0-3F0F-FCE1-E42492D493A9}"/>
          </ac:spMkLst>
        </pc:spChg>
        <pc:spChg chg="del">
          <ac:chgData name="Perez Garza Anahi" userId="3d96f3a1-74f1-4bed-b6de-0d6a02700cc5" providerId="ADAL" clId="{E3ED390E-BA51-45D5-A31E-A69BD06099BB}" dt="2026-02-24T18:20:05.361" v="182" actId="478"/>
          <ac:spMkLst>
            <pc:docMk/>
            <pc:sldMk cId="946345740" sldId="2147482944"/>
            <ac:spMk id="20" creationId="{A1ABDE23-FC17-AD90-BC9E-AF97FB35EE52}"/>
          </ac:spMkLst>
        </pc:spChg>
        <pc:spChg chg="mod">
          <ac:chgData name="Perez Garza Anahi" userId="3d96f3a1-74f1-4bed-b6de-0d6a02700cc5" providerId="ADAL" clId="{E3ED390E-BA51-45D5-A31E-A69BD06099BB}" dt="2026-02-24T18:20:13.437" v="183" actId="1076"/>
          <ac:spMkLst>
            <pc:docMk/>
            <pc:sldMk cId="946345740" sldId="2147482944"/>
            <ac:spMk id="21" creationId="{7401378D-D1E9-5ABF-82D0-A09EADCF9921}"/>
          </ac:spMkLst>
        </pc:spChg>
        <pc:spChg chg="del">
          <ac:chgData name="Perez Garza Anahi" userId="3d96f3a1-74f1-4bed-b6de-0d6a02700cc5" providerId="ADAL" clId="{E3ED390E-BA51-45D5-A31E-A69BD06099BB}" dt="2026-02-24T18:20:05.361" v="182" actId="478"/>
          <ac:spMkLst>
            <pc:docMk/>
            <pc:sldMk cId="946345740" sldId="2147482944"/>
            <ac:spMk id="22" creationId="{8D4C2E17-7EE8-7AEE-3BC4-7954423416B6}"/>
          </ac:spMkLst>
        </pc:spChg>
        <pc:spChg chg="del">
          <ac:chgData name="Perez Garza Anahi" userId="3d96f3a1-74f1-4bed-b6de-0d6a02700cc5" providerId="ADAL" clId="{E3ED390E-BA51-45D5-A31E-A69BD06099BB}" dt="2026-02-24T18:20:05.361" v="182" actId="478"/>
          <ac:spMkLst>
            <pc:docMk/>
            <pc:sldMk cId="946345740" sldId="2147482944"/>
            <ac:spMk id="23" creationId="{E195C6FE-0878-BD6F-4278-3D68E6995819}"/>
          </ac:spMkLst>
        </pc:spChg>
        <pc:spChg chg="del">
          <ac:chgData name="Perez Garza Anahi" userId="3d96f3a1-74f1-4bed-b6de-0d6a02700cc5" providerId="ADAL" clId="{E3ED390E-BA51-45D5-A31E-A69BD06099BB}" dt="2026-02-24T18:20:05.361" v="182" actId="478"/>
          <ac:spMkLst>
            <pc:docMk/>
            <pc:sldMk cId="946345740" sldId="2147482944"/>
            <ac:spMk id="24" creationId="{DA76184A-3627-12F3-AEE9-0E4AEB0FDEFE}"/>
          </ac:spMkLst>
        </pc:spChg>
        <pc:spChg chg="del">
          <ac:chgData name="Perez Garza Anahi" userId="3d96f3a1-74f1-4bed-b6de-0d6a02700cc5" providerId="ADAL" clId="{E3ED390E-BA51-45D5-A31E-A69BD06099BB}" dt="2026-02-24T18:20:05.361" v="182" actId="478"/>
          <ac:spMkLst>
            <pc:docMk/>
            <pc:sldMk cId="946345740" sldId="2147482944"/>
            <ac:spMk id="25" creationId="{FB1E6A43-E234-0F28-0C55-54B7DD1CC80F}"/>
          </ac:spMkLst>
        </pc:spChg>
        <pc:spChg chg="del">
          <ac:chgData name="Perez Garza Anahi" userId="3d96f3a1-74f1-4bed-b6de-0d6a02700cc5" providerId="ADAL" clId="{E3ED390E-BA51-45D5-A31E-A69BD06099BB}" dt="2026-02-24T18:20:05.361" v="182" actId="478"/>
          <ac:spMkLst>
            <pc:docMk/>
            <pc:sldMk cId="946345740" sldId="2147482944"/>
            <ac:spMk id="26" creationId="{47C3E97C-D33B-9B32-142A-8681DE8DDAEF}"/>
          </ac:spMkLst>
        </pc:spChg>
        <pc:spChg chg="mod">
          <ac:chgData name="Perez Garza Anahi" userId="3d96f3a1-74f1-4bed-b6de-0d6a02700cc5" providerId="ADAL" clId="{E3ED390E-BA51-45D5-A31E-A69BD06099BB}" dt="2026-02-24T18:20:13.437" v="183" actId="1076"/>
          <ac:spMkLst>
            <pc:docMk/>
            <pc:sldMk cId="946345740" sldId="2147482944"/>
            <ac:spMk id="27" creationId="{CB426A0A-057F-CD5D-5ECB-DE46EE96DBDE}"/>
          </ac:spMkLst>
        </pc:spChg>
        <pc:spChg chg="mod">
          <ac:chgData name="Perez Garza Anahi" userId="3d96f3a1-74f1-4bed-b6de-0d6a02700cc5" providerId="ADAL" clId="{E3ED390E-BA51-45D5-A31E-A69BD06099BB}" dt="2026-02-24T18:20:13.437" v="183" actId="1076"/>
          <ac:spMkLst>
            <pc:docMk/>
            <pc:sldMk cId="946345740" sldId="2147482944"/>
            <ac:spMk id="28" creationId="{F56E75B3-107F-CB1B-7F16-52AB46B217A0}"/>
          </ac:spMkLst>
        </pc:spChg>
        <pc:spChg chg="mod">
          <ac:chgData name="Perez Garza Anahi" userId="3d96f3a1-74f1-4bed-b6de-0d6a02700cc5" providerId="ADAL" clId="{E3ED390E-BA51-45D5-A31E-A69BD06099BB}" dt="2026-02-24T18:20:13.437" v="183" actId="1076"/>
          <ac:spMkLst>
            <pc:docMk/>
            <pc:sldMk cId="946345740" sldId="2147482944"/>
            <ac:spMk id="29" creationId="{00A9E07E-BC25-19F0-7E29-6EA050AE4FD2}"/>
          </ac:spMkLst>
        </pc:spChg>
        <pc:spChg chg="mod">
          <ac:chgData name="Perez Garza Anahi" userId="3d96f3a1-74f1-4bed-b6de-0d6a02700cc5" providerId="ADAL" clId="{E3ED390E-BA51-45D5-A31E-A69BD06099BB}" dt="2026-02-24T18:20:13.437" v="183" actId="1076"/>
          <ac:spMkLst>
            <pc:docMk/>
            <pc:sldMk cId="946345740" sldId="2147482944"/>
            <ac:spMk id="30" creationId="{0F3CD23E-008B-96BB-6553-057E3D828213}"/>
          </ac:spMkLst>
        </pc:spChg>
        <pc:spChg chg="mod">
          <ac:chgData name="Perez Garza Anahi" userId="3d96f3a1-74f1-4bed-b6de-0d6a02700cc5" providerId="ADAL" clId="{E3ED390E-BA51-45D5-A31E-A69BD06099BB}" dt="2026-02-24T18:20:13.437" v="183" actId="1076"/>
          <ac:spMkLst>
            <pc:docMk/>
            <pc:sldMk cId="946345740" sldId="2147482944"/>
            <ac:spMk id="31" creationId="{D4C25EC9-011F-3816-1A58-2C6E58DB342E}"/>
          </ac:spMkLst>
        </pc:spChg>
        <pc:spChg chg="mod">
          <ac:chgData name="Perez Garza Anahi" userId="3d96f3a1-74f1-4bed-b6de-0d6a02700cc5" providerId="ADAL" clId="{E3ED390E-BA51-45D5-A31E-A69BD06099BB}" dt="2026-02-24T18:20:13.437" v="183" actId="1076"/>
          <ac:spMkLst>
            <pc:docMk/>
            <pc:sldMk cId="946345740" sldId="2147482944"/>
            <ac:spMk id="32" creationId="{C58A2AF4-113F-A799-EFE4-1A902C2B0763}"/>
          </ac:spMkLst>
        </pc:spChg>
        <pc:spChg chg="mod">
          <ac:chgData name="Perez Garza Anahi" userId="3d96f3a1-74f1-4bed-b6de-0d6a02700cc5" providerId="ADAL" clId="{E3ED390E-BA51-45D5-A31E-A69BD06099BB}" dt="2026-02-24T18:20:13.437" v="183" actId="1076"/>
          <ac:spMkLst>
            <pc:docMk/>
            <pc:sldMk cId="946345740" sldId="2147482944"/>
            <ac:spMk id="33" creationId="{F2DA68DD-9EF6-F60A-7687-BB917FC39F87}"/>
          </ac:spMkLst>
        </pc:spChg>
        <pc:spChg chg="mod">
          <ac:chgData name="Perez Garza Anahi" userId="3d96f3a1-74f1-4bed-b6de-0d6a02700cc5" providerId="ADAL" clId="{E3ED390E-BA51-45D5-A31E-A69BD06099BB}" dt="2026-02-24T18:20:13.437" v="183" actId="1076"/>
          <ac:spMkLst>
            <pc:docMk/>
            <pc:sldMk cId="946345740" sldId="2147482944"/>
            <ac:spMk id="34" creationId="{53142616-0094-6DC4-48F1-FA37A2A17640}"/>
          </ac:spMkLst>
        </pc:spChg>
        <pc:spChg chg="mod">
          <ac:chgData name="Perez Garza Anahi" userId="3d96f3a1-74f1-4bed-b6de-0d6a02700cc5" providerId="ADAL" clId="{E3ED390E-BA51-45D5-A31E-A69BD06099BB}" dt="2026-02-24T18:20:13.437" v="183" actId="1076"/>
          <ac:spMkLst>
            <pc:docMk/>
            <pc:sldMk cId="946345740" sldId="2147482944"/>
            <ac:spMk id="35" creationId="{46D49AC2-BD04-6DBE-818D-697878E1DF70}"/>
          </ac:spMkLst>
        </pc:spChg>
        <pc:spChg chg="mod">
          <ac:chgData name="Perez Garza Anahi" userId="3d96f3a1-74f1-4bed-b6de-0d6a02700cc5" providerId="ADAL" clId="{E3ED390E-BA51-45D5-A31E-A69BD06099BB}" dt="2026-02-24T18:20:13.437" v="183" actId="1076"/>
          <ac:spMkLst>
            <pc:docMk/>
            <pc:sldMk cId="946345740" sldId="2147482944"/>
            <ac:spMk id="36" creationId="{10011520-7618-A3C8-798B-5836617AD8CC}"/>
          </ac:spMkLst>
        </pc:spChg>
        <pc:spChg chg="mod">
          <ac:chgData name="Perez Garza Anahi" userId="3d96f3a1-74f1-4bed-b6de-0d6a02700cc5" providerId="ADAL" clId="{E3ED390E-BA51-45D5-A31E-A69BD06099BB}" dt="2026-02-24T18:20:13.437" v="183" actId="1076"/>
          <ac:spMkLst>
            <pc:docMk/>
            <pc:sldMk cId="946345740" sldId="2147482944"/>
            <ac:spMk id="37" creationId="{F94D6656-5C4D-D893-4041-37DA27F2EA55}"/>
          </ac:spMkLst>
        </pc:spChg>
        <pc:spChg chg="mod">
          <ac:chgData name="Perez Garza Anahi" userId="3d96f3a1-74f1-4bed-b6de-0d6a02700cc5" providerId="ADAL" clId="{E3ED390E-BA51-45D5-A31E-A69BD06099BB}" dt="2026-02-24T18:20:13.437" v="183" actId="1076"/>
          <ac:spMkLst>
            <pc:docMk/>
            <pc:sldMk cId="946345740" sldId="2147482944"/>
            <ac:spMk id="38" creationId="{A9162D19-B604-E685-83B3-82B7DEDE0227}"/>
          </ac:spMkLst>
        </pc:spChg>
        <pc:spChg chg="mod">
          <ac:chgData name="Perez Garza Anahi" userId="3d96f3a1-74f1-4bed-b6de-0d6a02700cc5" providerId="ADAL" clId="{E3ED390E-BA51-45D5-A31E-A69BD06099BB}" dt="2026-02-24T18:20:13.437" v="183" actId="1076"/>
          <ac:spMkLst>
            <pc:docMk/>
            <pc:sldMk cId="946345740" sldId="2147482944"/>
            <ac:spMk id="39" creationId="{2184184E-6F5C-5679-F5E2-F9BE720EDCF6}"/>
          </ac:spMkLst>
        </pc:spChg>
        <pc:spChg chg="mod">
          <ac:chgData name="Perez Garza Anahi" userId="3d96f3a1-74f1-4bed-b6de-0d6a02700cc5" providerId="ADAL" clId="{E3ED390E-BA51-45D5-A31E-A69BD06099BB}" dt="2026-02-24T18:20:13.437" v="183" actId="1076"/>
          <ac:spMkLst>
            <pc:docMk/>
            <pc:sldMk cId="946345740" sldId="2147482944"/>
            <ac:spMk id="40" creationId="{2C91F9A0-9AF9-626F-9293-CE0E105B592B}"/>
          </ac:spMkLst>
        </pc:spChg>
        <pc:spChg chg="mod">
          <ac:chgData name="Perez Garza Anahi" userId="3d96f3a1-74f1-4bed-b6de-0d6a02700cc5" providerId="ADAL" clId="{E3ED390E-BA51-45D5-A31E-A69BD06099BB}" dt="2026-02-24T18:20:13.437" v="183" actId="1076"/>
          <ac:spMkLst>
            <pc:docMk/>
            <pc:sldMk cId="946345740" sldId="2147482944"/>
            <ac:spMk id="41" creationId="{F2DFFA15-F145-F25C-0AEC-D3991E68F61F}"/>
          </ac:spMkLst>
        </pc:spChg>
      </pc:sldChg>
      <pc:sldChg chg="modSp mod">
        <pc:chgData name="Perez Garza Anahi" userId="3d96f3a1-74f1-4bed-b6de-0d6a02700cc5" providerId="ADAL" clId="{E3ED390E-BA51-45D5-A31E-A69BD06099BB}" dt="2026-02-24T18:19:29.606" v="181" actId="20577"/>
        <pc:sldMkLst>
          <pc:docMk/>
          <pc:sldMk cId="2944001035" sldId="2147482945"/>
        </pc:sldMkLst>
        <pc:spChg chg="mod">
          <ac:chgData name="Perez Garza Anahi" userId="3d96f3a1-74f1-4bed-b6de-0d6a02700cc5" providerId="ADAL" clId="{E3ED390E-BA51-45D5-A31E-A69BD06099BB}" dt="2026-02-24T16:31:43.869" v="122" actId="13926"/>
          <ac:spMkLst>
            <pc:docMk/>
            <pc:sldMk cId="2944001035" sldId="2147482945"/>
            <ac:spMk id="8" creationId="{35769B02-838B-10EC-DB8D-8A4ED180CC34}"/>
          </ac:spMkLst>
        </pc:spChg>
        <pc:spChg chg="mod">
          <ac:chgData name="Perez Garza Anahi" userId="3d96f3a1-74f1-4bed-b6de-0d6a02700cc5" providerId="ADAL" clId="{E3ED390E-BA51-45D5-A31E-A69BD06099BB}" dt="2026-02-24T18:19:29.606" v="181" actId="20577"/>
          <ac:spMkLst>
            <pc:docMk/>
            <pc:sldMk cId="2944001035" sldId="2147482945"/>
            <ac:spMk id="11" creationId="{5EFEE4DD-31C5-7022-5306-BF095519AA19}"/>
          </ac:spMkLst>
        </pc:spChg>
      </pc:sldChg>
      <pc:sldChg chg="addSp modSp mod">
        <pc:chgData name="Perez Garza Anahi" userId="3d96f3a1-74f1-4bed-b6de-0d6a02700cc5" providerId="ADAL" clId="{E3ED390E-BA51-45D5-A31E-A69BD06099BB}" dt="2026-02-24T20:56:33.037" v="267" actId="2085"/>
        <pc:sldMkLst>
          <pc:docMk/>
          <pc:sldMk cId="4047476588" sldId="2147482946"/>
        </pc:sldMkLst>
        <pc:spChg chg="add mod ord">
          <ac:chgData name="Perez Garza Anahi" userId="3d96f3a1-74f1-4bed-b6de-0d6a02700cc5" providerId="ADAL" clId="{E3ED390E-BA51-45D5-A31E-A69BD06099BB}" dt="2026-02-24T20:56:33.037" v="267" actId="2085"/>
          <ac:spMkLst>
            <pc:docMk/>
            <pc:sldMk cId="4047476588" sldId="2147482946"/>
            <ac:spMk id="2" creationId="{8806B172-0982-651C-EEE2-0D24B6E9CAD5}"/>
          </ac:spMkLst>
        </pc:spChg>
      </pc:sldChg>
      <pc:sldChg chg="mod modShow">
        <pc:chgData name="Perez Garza Anahi" userId="3d96f3a1-74f1-4bed-b6de-0d6a02700cc5" providerId="ADAL" clId="{E3ED390E-BA51-45D5-A31E-A69BD06099BB}" dt="2026-02-24T16:30:58.575" v="84" actId="729"/>
        <pc:sldMkLst>
          <pc:docMk/>
          <pc:sldMk cId="679105534" sldId="2147482948"/>
        </pc:sldMkLst>
      </pc:sldChg>
      <pc:sldChg chg="modSp mod">
        <pc:chgData name="Perez Garza Anahi" userId="3d96f3a1-74f1-4bed-b6de-0d6a02700cc5" providerId="ADAL" clId="{E3ED390E-BA51-45D5-A31E-A69BD06099BB}" dt="2026-02-24T20:57:55.948" v="268" actId="113"/>
        <pc:sldMkLst>
          <pc:docMk/>
          <pc:sldMk cId="965998277" sldId="2147482949"/>
        </pc:sldMkLst>
        <pc:spChg chg="mod">
          <ac:chgData name="Perez Garza Anahi" userId="3d96f3a1-74f1-4bed-b6de-0d6a02700cc5" providerId="ADAL" clId="{E3ED390E-BA51-45D5-A31E-A69BD06099BB}" dt="2026-02-24T20:57:55.948" v="268" actId="113"/>
          <ac:spMkLst>
            <pc:docMk/>
            <pc:sldMk cId="965998277" sldId="2147482949"/>
            <ac:spMk id="3" creationId="{01DB22CF-2172-110F-3136-96E309847836}"/>
          </ac:spMkLst>
        </pc:spChg>
      </pc:sldChg>
      <pc:sldChg chg="modSp mod">
        <pc:chgData name="Perez Garza Anahi" userId="3d96f3a1-74f1-4bed-b6de-0d6a02700cc5" providerId="ADAL" clId="{E3ED390E-BA51-45D5-A31E-A69BD06099BB}" dt="2026-02-24T20:11:12.715" v="229" actId="1076"/>
        <pc:sldMkLst>
          <pc:docMk/>
          <pc:sldMk cId="4059062230" sldId="2147482950"/>
        </pc:sldMkLst>
        <pc:spChg chg="mod">
          <ac:chgData name="Perez Garza Anahi" userId="3d96f3a1-74f1-4bed-b6de-0d6a02700cc5" providerId="ADAL" clId="{E3ED390E-BA51-45D5-A31E-A69BD06099BB}" dt="2026-02-24T20:11:12.715" v="229" actId="1076"/>
          <ac:spMkLst>
            <pc:docMk/>
            <pc:sldMk cId="4059062230" sldId="2147482950"/>
            <ac:spMk id="3" creationId="{6537DE6F-1964-E3F7-C046-CE9D29BB7EDE}"/>
          </ac:spMkLst>
        </pc:spChg>
      </pc:sldChg>
      <pc:sldChg chg="modSp mod">
        <pc:chgData name="Perez Garza Anahi" userId="3d96f3a1-74f1-4bed-b6de-0d6a02700cc5" providerId="ADAL" clId="{E3ED390E-BA51-45D5-A31E-A69BD06099BB}" dt="2026-02-24T20:48:49.841" v="256" actId="1076"/>
        <pc:sldMkLst>
          <pc:docMk/>
          <pc:sldMk cId="3920541010" sldId="2147482953"/>
        </pc:sldMkLst>
        <pc:spChg chg="mod">
          <ac:chgData name="Perez Garza Anahi" userId="3d96f3a1-74f1-4bed-b6de-0d6a02700cc5" providerId="ADAL" clId="{E3ED390E-BA51-45D5-A31E-A69BD06099BB}" dt="2026-02-24T20:48:06.970" v="237" actId="20577"/>
          <ac:spMkLst>
            <pc:docMk/>
            <pc:sldMk cId="3920541010" sldId="2147482953"/>
            <ac:spMk id="14" creationId="{F1BDF873-AA52-8CBD-42CC-53680A452757}"/>
          </ac:spMkLst>
        </pc:spChg>
        <pc:spChg chg="mod">
          <ac:chgData name="Perez Garza Anahi" userId="3d96f3a1-74f1-4bed-b6de-0d6a02700cc5" providerId="ADAL" clId="{E3ED390E-BA51-45D5-A31E-A69BD06099BB}" dt="2026-02-24T20:48:49.841" v="256" actId="1076"/>
          <ac:spMkLst>
            <pc:docMk/>
            <pc:sldMk cId="3920541010" sldId="2147482953"/>
            <ac:spMk id="27" creationId="{46FEC77E-6C21-A511-45CD-DB9CC767F119}"/>
          </ac:spMkLst>
        </pc:spChg>
      </pc:sldChg>
      <pc:sldChg chg="delSp add del mod setBg">
        <pc:chgData name="Perez Garza Anahi" userId="3d96f3a1-74f1-4bed-b6de-0d6a02700cc5" providerId="ADAL" clId="{E3ED390E-BA51-45D5-A31E-A69BD06099BB}" dt="2026-02-24T16:30:55.903" v="83" actId="47"/>
        <pc:sldMkLst>
          <pc:docMk/>
          <pc:sldMk cId="3926370432" sldId="2147482954"/>
        </pc:sldMkLst>
        <pc:spChg chg="del">
          <ac:chgData name="Perez Garza Anahi" userId="3d96f3a1-74f1-4bed-b6de-0d6a02700cc5" providerId="ADAL" clId="{E3ED390E-BA51-45D5-A31E-A69BD06099BB}" dt="2026-02-24T16:29:26.254" v="3" actId="478"/>
          <ac:spMkLst>
            <pc:docMk/>
            <pc:sldMk cId="3926370432" sldId="2147482954"/>
            <ac:spMk id="4" creationId="{B0941E57-8524-442D-AA1E-71E27E8D8793}"/>
          </ac:spMkLst>
        </pc:spChg>
      </pc:sldChg>
      <pc:sldChg chg="delSp modSp add mod setBg">
        <pc:chgData name="Perez Garza Anahi" userId="3d96f3a1-74f1-4bed-b6de-0d6a02700cc5" providerId="ADAL" clId="{E3ED390E-BA51-45D5-A31E-A69BD06099BB}" dt="2026-02-24T16:31:10.430" v="105" actId="20577"/>
        <pc:sldMkLst>
          <pc:docMk/>
          <pc:sldMk cId="376322309" sldId="2147482955"/>
        </pc:sldMkLst>
        <pc:spChg chg="del">
          <ac:chgData name="Perez Garza Anahi" userId="3d96f3a1-74f1-4bed-b6de-0d6a02700cc5" providerId="ADAL" clId="{E3ED390E-BA51-45D5-A31E-A69BD06099BB}" dt="2026-02-24T16:29:40.947" v="35" actId="478"/>
          <ac:spMkLst>
            <pc:docMk/>
            <pc:sldMk cId="376322309" sldId="2147482955"/>
            <ac:spMk id="2" creationId="{5C7FE4F8-1D50-3B4B-8AAC-2417CBBCFEA9}"/>
          </ac:spMkLst>
        </pc:spChg>
        <pc:spChg chg="mod">
          <ac:chgData name="Perez Garza Anahi" userId="3d96f3a1-74f1-4bed-b6de-0d6a02700cc5" providerId="ADAL" clId="{E3ED390E-BA51-45D5-A31E-A69BD06099BB}" dt="2026-02-24T16:31:10.430" v="105" actId="20577"/>
          <ac:spMkLst>
            <pc:docMk/>
            <pc:sldMk cId="376322309" sldId="2147482955"/>
            <ac:spMk id="4" creationId="{AED201DD-66CC-23E3-BDD9-16094502AFFB}"/>
          </ac:spMkLst>
        </pc:spChg>
        <pc:spChg chg="del">
          <ac:chgData name="Perez Garza Anahi" userId="3d96f3a1-74f1-4bed-b6de-0d6a02700cc5" providerId="ADAL" clId="{E3ED390E-BA51-45D5-A31E-A69BD06099BB}" dt="2026-02-24T16:29:40.947" v="35" actId="478"/>
          <ac:spMkLst>
            <pc:docMk/>
            <pc:sldMk cId="376322309" sldId="2147482955"/>
            <ac:spMk id="7" creationId="{9D12D446-A1FE-2D55-8ED8-9BF6AB433C6D}"/>
          </ac:spMkLst>
        </pc:spChg>
        <pc:spChg chg="del">
          <ac:chgData name="Perez Garza Anahi" userId="3d96f3a1-74f1-4bed-b6de-0d6a02700cc5" providerId="ADAL" clId="{E3ED390E-BA51-45D5-A31E-A69BD06099BB}" dt="2026-02-24T16:29:40.947" v="35" actId="478"/>
          <ac:spMkLst>
            <pc:docMk/>
            <pc:sldMk cId="376322309" sldId="2147482955"/>
            <ac:spMk id="9" creationId="{01FD7DEA-CCB0-3F0F-FCE1-E42492D493A9}"/>
          </ac:spMkLst>
        </pc:spChg>
        <pc:spChg chg="del">
          <ac:chgData name="Perez Garza Anahi" userId="3d96f3a1-74f1-4bed-b6de-0d6a02700cc5" providerId="ADAL" clId="{E3ED390E-BA51-45D5-A31E-A69BD06099BB}" dt="2026-02-24T16:29:40.947" v="35" actId="478"/>
          <ac:spMkLst>
            <pc:docMk/>
            <pc:sldMk cId="376322309" sldId="2147482955"/>
            <ac:spMk id="11" creationId="{68E8AB1C-0912-901D-0DF3-E8CB08F3F881}"/>
          </ac:spMkLst>
        </pc:spChg>
        <pc:spChg chg="del">
          <ac:chgData name="Perez Garza Anahi" userId="3d96f3a1-74f1-4bed-b6de-0d6a02700cc5" providerId="ADAL" clId="{E3ED390E-BA51-45D5-A31E-A69BD06099BB}" dt="2026-02-24T16:29:40.947" v="35" actId="478"/>
          <ac:spMkLst>
            <pc:docMk/>
            <pc:sldMk cId="376322309" sldId="2147482955"/>
            <ac:spMk id="12" creationId="{00BAA50C-D38E-8DF6-685A-DAFAE69206BE}"/>
          </ac:spMkLst>
        </pc:spChg>
        <pc:spChg chg="del">
          <ac:chgData name="Perez Garza Anahi" userId="3d96f3a1-74f1-4bed-b6de-0d6a02700cc5" providerId="ADAL" clId="{E3ED390E-BA51-45D5-A31E-A69BD06099BB}" dt="2026-02-24T16:29:40.947" v="35" actId="478"/>
          <ac:spMkLst>
            <pc:docMk/>
            <pc:sldMk cId="376322309" sldId="2147482955"/>
            <ac:spMk id="13" creationId="{42D0F290-D177-ABE8-7B9A-391D7C05E93A}"/>
          </ac:spMkLst>
        </pc:spChg>
        <pc:spChg chg="del">
          <ac:chgData name="Perez Garza Anahi" userId="3d96f3a1-74f1-4bed-b6de-0d6a02700cc5" providerId="ADAL" clId="{E3ED390E-BA51-45D5-A31E-A69BD06099BB}" dt="2026-02-24T16:29:40.947" v="35" actId="478"/>
          <ac:spMkLst>
            <pc:docMk/>
            <pc:sldMk cId="376322309" sldId="2147482955"/>
            <ac:spMk id="14" creationId="{BC6835E8-F0BE-E0DA-D1F3-BF15948CC999}"/>
          </ac:spMkLst>
        </pc:spChg>
        <pc:spChg chg="del">
          <ac:chgData name="Perez Garza Anahi" userId="3d96f3a1-74f1-4bed-b6de-0d6a02700cc5" providerId="ADAL" clId="{E3ED390E-BA51-45D5-A31E-A69BD06099BB}" dt="2026-02-24T16:29:40.947" v="35" actId="478"/>
          <ac:spMkLst>
            <pc:docMk/>
            <pc:sldMk cId="376322309" sldId="2147482955"/>
            <ac:spMk id="15" creationId="{31B8A6E4-AF49-5BBB-2D6D-34655455BB58}"/>
          </ac:spMkLst>
        </pc:spChg>
        <pc:spChg chg="mod">
          <ac:chgData name="Perez Garza Anahi" userId="3d96f3a1-74f1-4bed-b6de-0d6a02700cc5" providerId="ADAL" clId="{E3ED390E-BA51-45D5-A31E-A69BD06099BB}" dt="2026-02-24T16:31:04.567" v="85" actId="113"/>
          <ac:spMkLst>
            <pc:docMk/>
            <pc:sldMk cId="376322309" sldId="2147482955"/>
            <ac:spMk id="17" creationId="{F1D06FE5-7F07-2D04-69DE-261CC6B68038}"/>
          </ac:spMkLst>
        </pc:spChg>
        <pc:spChg chg="del">
          <ac:chgData name="Perez Garza Anahi" userId="3d96f3a1-74f1-4bed-b6de-0d6a02700cc5" providerId="ADAL" clId="{E3ED390E-BA51-45D5-A31E-A69BD06099BB}" dt="2026-02-24T16:29:40.947" v="35" actId="478"/>
          <ac:spMkLst>
            <pc:docMk/>
            <pc:sldMk cId="376322309" sldId="2147482955"/>
            <ac:spMk id="18" creationId="{EE4B3D03-78D4-E434-A214-B4F4ED3147E3}"/>
          </ac:spMkLst>
        </pc:spChg>
        <pc:spChg chg="del">
          <ac:chgData name="Perez Garza Anahi" userId="3d96f3a1-74f1-4bed-b6de-0d6a02700cc5" providerId="ADAL" clId="{E3ED390E-BA51-45D5-A31E-A69BD06099BB}" dt="2026-02-24T16:29:40.947" v="35" actId="478"/>
          <ac:spMkLst>
            <pc:docMk/>
            <pc:sldMk cId="376322309" sldId="2147482955"/>
            <ac:spMk id="19" creationId="{9F4BED0D-E57D-53BA-5559-732695A6AE78}"/>
          </ac:spMkLst>
        </pc:spChg>
        <pc:spChg chg="del">
          <ac:chgData name="Perez Garza Anahi" userId="3d96f3a1-74f1-4bed-b6de-0d6a02700cc5" providerId="ADAL" clId="{E3ED390E-BA51-45D5-A31E-A69BD06099BB}" dt="2026-02-24T16:29:40.947" v="35" actId="478"/>
          <ac:spMkLst>
            <pc:docMk/>
            <pc:sldMk cId="376322309" sldId="2147482955"/>
            <ac:spMk id="20" creationId="{A1ABDE23-FC17-AD90-BC9E-AF97FB35EE52}"/>
          </ac:spMkLst>
        </pc:spChg>
        <pc:spChg chg="del">
          <ac:chgData name="Perez Garza Anahi" userId="3d96f3a1-74f1-4bed-b6de-0d6a02700cc5" providerId="ADAL" clId="{E3ED390E-BA51-45D5-A31E-A69BD06099BB}" dt="2026-02-24T16:29:40.947" v="35" actId="478"/>
          <ac:spMkLst>
            <pc:docMk/>
            <pc:sldMk cId="376322309" sldId="2147482955"/>
            <ac:spMk id="21" creationId="{7401378D-D1E9-5ABF-82D0-A09EADCF9921}"/>
          </ac:spMkLst>
        </pc:spChg>
        <pc:spChg chg="del">
          <ac:chgData name="Perez Garza Anahi" userId="3d96f3a1-74f1-4bed-b6de-0d6a02700cc5" providerId="ADAL" clId="{E3ED390E-BA51-45D5-A31E-A69BD06099BB}" dt="2026-02-24T16:29:40.947" v="35" actId="478"/>
          <ac:spMkLst>
            <pc:docMk/>
            <pc:sldMk cId="376322309" sldId="2147482955"/>
            <ac:spMk id="22" creationId="{8D4C2E17-7EE8-7AEE-3BC4-7954423416B6}"/>
          </ac:spMkLst>
        </pc:spChg>
        <pc:spChg chg="del">
          <ac:chgData name="Perez Garza Anahi" userId="3d96f3a1-74f1-4bed-b6de-0d6a02700cc5" providerId="ADAL" clId="{E3ED390E-BA51-45D5-A31E-A69BD06099BB}" dt="2026-02-24T16:29:40.947" v="35" actId="478"/>
          <ac:spMkLst>
            <pc:docMk/>
            <pc:sldMk cId="376322309" sldId="2147482955"/>
            <ac:spMk id="23" creationId="{E195C6FE-0878-BD6F-4278-3D68E6995819}"/>
          </ac:spMkLst>
        </pc:spChg>
        <pc:spChg chg="del">
          <ac:chgData name="Perez Garza Anahi" userId="3d96f3a1-74f1-4bed-b6de-0d6a02700cc5" providerId="ADAL" clId="{E3ED390E-BA51-45D5-A31E-A69BD06099BB}" dt="2026-02-24T16:29:40.947" v="35" actId="478"/>
          <ac:spMkLst>
            <pc:docMk/>
            <pc:sldMk cId="376322309" sldId="2147482955"/>
            <ac:spMk id="24" creationId="{DA76184A-3627-12F3-AEE9-0E4AEB0FDEFE}"/>
          </ac:spMkLst>
        </pc:spChg>
        <pc:spChg chg="del">
          <ac:chgData name="Perez Garza Anahi" userId="3d96f3a1-74f1-4bed-b6de-0d6a02700cc5" providerId="ADAL" clId="{E3ED390E-BA51-45D5-A31E-A69BD06099BB}" dt="2026-02-24T16:29:40.947" v="35" actId="478"/>
          <ac:spMkLst>
            <pc:docMk/>
            <pc:sldMk cId="376322309" sldId="2147482955"/>
            <ac:spMk id="25" creationId="{FB1E6A43-E234-0F28-0C55-54B7DD1CC80F}"/>
          </ac:spMkLst>
        </pc:spChg>
        <pc:spChg chg="del">
          <ac:chgData name="Perez Garza Anahi" userId="3d96f3a1-74f1-4bed-b6de-0d6a02700cc5" providerId="ADAL" clId="{E3ED390E-BA51-45D5-A31E-A69BD06099BB}" dt="2026-02-24T16:29:40.947" v="35" actId="478"/>
          <ac:spMkLst>
            <pc:docMk/>
            <pc:sldMk cId="376322309" sldId="2147482955"/>
            <ac:spMk id="26" creationId="{47C3E97C-D33B-9B32-142A-8681DE8DDAEF}"/>
          </ac:spMkLst>
        </pc:spChg>
        <pc:spChg chg="del">
          <ac:chgData name="Perez Garza Anahi" userId="3d96f3a1-74f1-4bed-b6de-0d6a02700cc5" providerId="ADAL" clId="{E3ED390E-BA51-45D5-A31E-A69BD06099BB}" dt="2026-02-24T16:29:40.947" v="35" actId="478"/>
          <ac:spMkLst>
            <pc:docMk/>
            <pc:sldMk cId="376322309" sldId="2147482955"/>
            <ac:spMk id="27" creationId="{CB426A0A-057F-CD5D-5ECB-DE46EE96DBDE}"/>
          </ac:spMkLst>
        </pc:spChg>
        <pc:spChg chg="del">
          <ac:chgData name="Perez Garza Anahi" userId="3d96f3a1-74f1-4bed-b6de-0d6a02700cc5" providerId="ADAL" clId="{E3ED390E-BA51-45D5-A31E-A69BD06099BB}" dt="2026-02-24T16:29:40.947" v="35" actId="478"/>
          <ac:spMkLst>
            <pc:docMk/>
            <pc:sldMk cId="376322309" sldId="2147482955"/>
            <ac:spMk id="28" creationId="{F56E75B3-107F-CB1B-7F16-52AB46B217A0}"/>
          </ac:spMkLst>
        </pc:spChg>
        <pc:spChg chg="del">
          <ac:chgData name="Perez Garza Anahi" userId="3d96f3a1-74f1-4bed-b6de-0d6a02700cc5" providerId="ADAL" clId="{E3ED390E-BA51-45D5-A31E-A69BD06099BB}" dt="2026-02-24T16:29:40.947" v="35" actId="478"/>
          <ac:spMkLst>
            <pc:docMk/>
            <pc:sldMk cId="376322309" sldId="2147482955"/>
            <ac:spMk id="29" creationId="{00A9E07E-BC25-19F0-7E29-6EA050AE4FD2}"/>
          </ac:spMkLst>
        </pc:spChg>
        <pc:spChg chg="del">
          <ac:chgData name="Perez Garza Anahi" userId="3d96f3a1-74f1-4bed-b6de-0d6a02700cc5" providerId="ADAL" clId="{E3ED390E-BA51-45D5-A31E-A69BD06099BB}" dt="2026-02-24T16:29:40.947" v="35" actId="478"/>
          <ac:spMkLst>
            <pc:docMk/>
            <pc:sldMk cId="376322309" sldId="2147482955"/>
            <ac:spMk id="30" creationId="{0F3CD23E-008B-96BB-6553-057E3D828213}"/>
          </ac:spMkLst>
        </pc:spChg>
        <pc:spChg chg="del">
          <ac:chgData name="Perez Garza Anahi" userId="3d96f3a1-74f1-4bed-b6de-0d6a02700cc5" providerId="ADAL" clId="{E3ED390E-BA51-45D5-A31E-A69BD06099BB}" dt="2026-02-24T16:29:40.947" v="35" actId="478"/>
          <ac:spMkLst>
            <pc:docMk/>
            <pc:sldMk cId="376322309" sldId="2147482955"/>
            <ac:spMk id="31" creationId="{D4C25EC9-011F-3816-1A58-2C6E58DB342E}"/>
          </ac:spMkLst>
        </pc:spChg>
        <pc:spChg chg="del">
          <ac:chgData name="Perez Garza Anahi" userId="3d96f3a1-74f1-4bed-b6de-0d6a02700cc5" providerId="ADAL" clId="{E3ED390E-BA51-45D5-A31E-A69BD06099BB}" dt="2026-02-24T16:29:40.947" v="35" actId="478"/>
          <ac:spMkLst>
            <pc:docMk/>
            <pc:sldMk cId="376322309" sldId="2147482955"/>
            <ac:spMk id="32" creationId="{C58A2AF4-113F-A799-EFE4-1A902C2B0763}"/>
          </ac:spMkLst>
        </pc:spChg>
        <pc:spChg chg="del">
          <ac:chgData name="Perez Garza Anahi" userId="3d96f3a1-74f1-4bed-b6de-0d6a02700cc5" providerId="ADAL" clId="{E3ED390E-BA51-45D5-A31E-A69BD06099BB}" dt="2026-02-24T16:29:40.947" v="35" actId="478"/>
          <ac:spMkLst>
            <pc:docMk/>
            <pc:sldMk cId="376322309" sldId="2147482955"/>
            <ac:spMk id="33" creationId="{F2DA68DD-9EF6-F60A-7687-BB917FC39F87}"/>
          </ac:spMkLst>
        </pc:spChg>
        <pc:spChg chg="del">
          <ac:chgData name="Perez Garza Anahi" userId="3d96f3a1-74f1-4bed-b6de-0d6a02700cc5" providerId="ADAL" clId="{E3ED390E-BA51-45D5-A31E-A69BD06099BB}" dt="2026-02-24T16:29:40.947" v="35" actId="478"/>
          <ac:spMkLst>
            <pc:docMk/>
            <pc:sldMk cId="376322309" sldId="2147482955"/>
            <ac:spMk id="34" creationId="{53142616-0094-6DC4-48F1-FA37A2A17640}"/>
          </ac:spMkLst>
        </pc:spChg>
        <pc:spChg chg="del">
          <ac:chgData name="Perez Garza Anahi" userId="3d96f3a1-74f1-4bed-b6de-0d6a02700cc5" providerId="ADAL" clId="{E3ED390E-BA51-45D5-A31E-A69BD06099BB}" dt="2026-02-24T16:29:40.947" v="35" actId="478"/>
          <ac:spMkLst>
            <pc:docMk/>
            <pc:sldMk cId="376322309" sldId="2147482955"/>
            <ac:spMk id="35" creationId="{46D49AC2-BD04-6DBE-818D-697878E1DF70}"/>
          </ac:spMkLst>
        </pc:spChg>
        <pc:spChg chg="del">
          <ac:chgData name="Perez Garza Anahi" userId="3d96f3a1-74f1-4bed-b6de-0d6a02700cc5" providerId="ADAL" clId="{E3ED390E-BA51-45D5-A31E-A69BD06099BB}" dt="2026-02-24T16:29:40.947" v="35" actId="478"/>
          <ac:spMkLst>
            <pc:docMk/>
            <pc:sldMk cId="376322309" sldId="2147482955"/>
            <ac:spMk id="36" creationId="{10011520-7618-A3C8-798B-5836617AD8CC}"/>
          </ac:spMkLst>
        </pc:spChg>
        <pc:spChg chg="del">
          <ac:chgData name="Perez Garza Anahi" userId="3d96f3a1-74f1-4bed-b6de-0d6a02700cc5" providerId="ADAL" clId="{E3ED390E-BA51-45D5-A31E-A69BD06099BB}" dt="2026-02-24T16:29:40.947" v="35" actId="478"/>
          <ac:spMkLst>
            <pc:docMk/>
            <pc:sldMk cId="376322309" sldId="2147482955"/>
            <ac:spMk id="37" creationId="{F94D6656-5C4D-D893-4041-37DA27F2EA55}"/>
          </ac:spMkLst>
        </pc:spChg>
        <pc:spChg chg="del">
          <ac:chgData name="Perez Garza Anahi" userId="3d96f3a1-74f1-4bed-b6de-0d6a02700cc5" providerId="ADAL" clId="{E3ED390E-BA51-45D5-A31E-A69BD06099BB}" dt="2026-02-24T16:29:40.947" v="35" actId="478"/>
          <ac:spMkLst>
            <pc:docMk/>
            <pc:sldMk cId="376322309" sldId="2147482955"/>
            <ac:spMk id="38" creationId="{A9162D19-B604-E685-83B3-82B7DEDE0227}"/>
          </ac:spMkLst>
        </pc:spChg>
        <pc:spChg chg="del">
          <ac:chgData name="Perez Garza Anahi" userId="3d96f3a1-74f1-4bed-b6de-0d6a02700cc5" providerId="ADAL" clId="{E3ED390E-BA51-45D5-A31E-A69BD06099BB}" dt="2026-02-24T16:29:40.947" v="35" actId="478"/>
          <ac:spMkLst>
            <pc:docMk/>
            <pc:sldMk cId="376322309" sldId="2147482955"/>
            <ac:spMk id="39" creationId="{2184184E-6F5C-5679-F5E2-F9BE720EDCF6}"/>
          </ac:spMkLst>
        </pc:spChg>
        <pc:spChg chg="del">
          <ac:chgData name="Perez Garza Anahi" userId="3d96f3a1-74f1-4bed-b6de-0d6a02700cc5" providerId="ADAL" clId="{E3ED390E-BA51-45D5-A31E-A69BD06099BB}" dt="2026-02-24T16:29:40.947" v="35" actId="478"/>
          <ac:spMkLst>
            <pc:docMk/>
            <pc:sldMk cId="376322309" sldId="2147482955"/>
            <ac:spMk id="40" creationId="{2C91F9A0-9AF9-626F-9293-CE0E105B592B}"/>
          </ac:spMkLst>
        </pc:spChg>
        <pc:spChg chg="del">
          <ac:chgData name="Perez Garza Anahi" userId="3d96f3a1-74f1-4bed-b6de-0d6a02700cc5" providerId="ADAL" clId="{E3ED390E-BA51-45D5-A31E-A69BD06099BB}" dt="2026-02-24T16:29:40.947" v="35" actId="478"/>
          <ac:spMkLst>
            <pc:docMk/>
            <pc:sldMk cId="376322309" sldId="2147482955"/>
            <ac:spMk id="41" creationId="{F2DFFA15-F145-F25C-0AEC-D3991E68F61F}"/>
          </ac:spMkLst>
        </pc:spChg>
      </pc:sldChg>
      <pc:sldChg chg="modSp add mod">
        <pc:chgData name="Perez Garza Anahi" userId="3d96f3a1-74f1-4bed-b6de-0d6a02700cc5" providerId="ADAL" clId="{E3ED390E-BA51-45D5-A31E-A69BD06099BB}" dt="2026-02-24T16:31:14.950" v="106"/>
        <pc:sldMkLst>
          <pc:docMk/>
          <pc:sldMk cId="296960731" sldId="2147482956"/>
        </pc:sldMkLst>
        <pc:spChg chg="mod">
          <ac:chgData name="Perez Garza Anahi" userId="3d96f3a1-74f1-4bed-b6de-0d6a02700cc5" providerId="ADAL" clId="{E3ED390E-BA51-45D5-A31E-A69BD06099BB}" dt="2026-02-24T16:31:14.950" v="106"/>
          <ac:spMkLst>
            <pc:docMk/>
            <pc:sldMk cId="296960731" sldId="2147482956"/>
            <ac:spMk id="4" creationId="{AED201DD-66CC-23E3-BDD9-16094502AFFB}"/>
          </ac:spMkLst>
        </pc:spChg>
        <pc:spChg chg="mod">
          <ac:chgData name="Perez Garza Anahi" userId="3d96f3a1-74f1-4bed-b6de-0d6a02700cc5" providerId="ADAL" clId="{E3ED390E-BA51-45D5-A31E-A69BD06099BB}" dt="2026-02-24T16:30:50.799" v="82" actId="12"/>
          <ac:spMkLst>
            <pc:docMk/>
            <pc:sldMk cId="296960731" sldId="2147482956"/>
            <ac:spMk id="17" creationId="{F1D06FE5-7F07-2D04-69DE-261CC6B68038}"/>
          </ac:spMkLst>
        </pc:spChg>
      </pc:sldChg>
    </pc:docChg>
  </pc:docChgLst>
  <pc:docChgLst>
    <pc:chgData name="Franco Zamora Ana Elizabeth" userId="a6651dc3-39a9-4b54-9dc8-4ee17f7a8089" providerId="ADAL" clId="{8A150569-DCDD-45C2-8D3C-0ADC8F28C147}"/>
    <pc:docChg chg="undo redo custSel addSld delSld modSld delMainMaster addSection delSection modSection">
      <pc:chgData name="Franco Zamora Ana Elizabeth" userId="a6651dc3-39a9-4b54-9dc8-4ee17f7a8089" providerId="ADAL" clId="{8A150569-DCDD-45C2-8D3C-0ADC8F28C147}" dt="2026-02-24T16:07:54.832" v="2766" actId="729"/>
      <pc:docMkLst>
        <pc:docMk/>
      </pc:docMkLst>
      <pc:sldChg chg="addSp delSp modSp mod">
        <pc:chgData name="Franco Zamora Ana Elizabeth" userId="a6651dc3-39a9-4b54-9dc8-4ee17f7a8089" providerId="ADAL" clId="{8A150569-DCDD-45C2-8D3C-0ADC8F28C147}" dt="2026-02-24T04:11:53.394" v="395" actId="13926"/>
        <pc:sldMkLst>
          <pc:docMk/>
          <pc:sldMk cId="456374482" sldId="258"/>
        </pc:sldMkLst>
        <pc:spChg chg="add mod">
          <ac:chgData name="Franco Zamora Ana Elizabeth" userId="a6651dc3-39a9-4b54-9dc8-4ee17f7a8089" providerId="ADAL" clId="{8A150569-DCDD-45C2-8D3C-0ADC8F28C147}" dt="2026-02-24T04:11:53.394" v="395" actId="13926"/>
          <ac:spMkLst>
            <pc:docMk/>
            <pc:sldMk cId="456374482" sldId="258"/>
            <ac:spMk id="3" creationId="{202F7401-ED31-48E2-0F9A-CABF5C4E96BD}"/>
          </ac:spMkLst>
        </pc:spChg>
        <pc:spChg chg="add del">
          <ac:chgData name="Franco Zamora Ana Elizabeth" userId="a6651dc3-39a9-4b54-9dc8-4ee17f7a8089" providerId="ADAL" clId="{8A150569-DCDD-45C2-8D3C-0ADC8F28C147}" dt="2026-02-24T04:11:26.578" v="301" actId="478"/>
          <ac:spMkLst>
            <pc:docMk/>
            <pc:sldMk cId="456374482" sldId="258"/>
            <ac:spMk id="206" creationId="{725E3A4C-30FE-7B02-A448-E25E9990942C}"/>
          </ac:spMkLst>
        </pc:spChg>
      </pc:sldChg>
      <pc:sldChg chg="modSp add del mod">
        <pc:chgData name="Franco Zamora Ana Elizabeth" userId="a6651dc3-39a9-4b54-9dc8-4ee17f7a8089" providerId="ADAL" clId="{8A150569-DCDD-45C2-8D3C-0ADC8F28C147}" dt="2026-02-24T04:07:28.800" v="215" actId="47"/>
        <pc:sldMkLst>
          <pc:docMk/>
          <pc:sldMk cId="3998553671" sldId="267"/>
        </pc:sldMkLst>
        <pc:spChg chg="mod">
          <ac:chgData name="Franco Zamora Ana Elizabeth" userId="a6651dc3-39a9-4b54-9dc8-4ee17f7a8089" providerId="ADAL" clId="{8A150569-DCDD-45C2-8D3C-0ADC8F28C147}" dt="2026-02-24T04:05:51.927" v="68" actId="1035"/>
          <ac:spMkLst>
            <pc:docMk/>
            <pc:sldMk cId="3998553671" sldId="267"/>
            <ac:spMk id="21" creationId="{65D4AA6E-204F-7D03-ACE0-88D7F80BD62B}"/>
          </ac:spMkLst>
        </pc:spChg>
        <pc:spChg chg="mod">
          <ac:chgData name="Franco Zamora Ana Elizabeth" userId="a6651dc3-39a9-4b54-9dc8-4ee17f7a8089" providerId="ADAL" clId="{8A150569-DCDD-45C2-8D3C-0ADC8F28C147}" dt="2026-02-24T04:05:51.927" v="68" actId="1035"/>
          <ac:spMkLst>
            <pc:docMk/>
            <pc:sldMk cId="3998553671" sldId="267"/>
            <ac:spMk id="1053" creationId="{E8A627B0-FF8C-740C-316B-132C51DFEC5B}"/>
          </ac:spMkLst>
        </pc:spChg>
        <pc:spChg chg="mod">
          <ac:chgData name="Franco Zamora Ana Elizabeth" userId="a6651dc3-39a9-4b54-9dc8-4ee17f7a8089" providerId="ADAL" clId="{8A150569-DCDD-45C2-8D3C-0ADC8F28C147}" dt="2026-02-24T04:05:51.927" v="68" actId="1035"/>
          <ac:spMkLst>
            <pc:docMk/>
            <pc:sldMk cId="3998553671" sldId="267"/>
            <ac:spMk id="1056" creationId="{FB2C7EB4-C9AD-D7DB-A936-82B8309E7925}"/>
          </ac:spMkLst>
        </pc:spChg>
      </pc:sldChg>
      <pc:sldChg chg="mod modShow">
        <pc:chgData name="Franco Zamora Ana Elizabeth" userId="a6651dc3-39a9-4b54-9dc8-4ee17f7a8089" providerId="ADAL" clId="{8A150569-DCDD-45C2-8D3C-0ADC8F28C147}" dt="2026-02-24T16:07:54.832" v="2766" actId="729"/>
        <pc:sldMkLst>
          <pc:docMk/>
          <pc:sldMk cId="1530523345" sldId="270"/>
        </pc:sldMkLst>
      </pc:sldChg>
      <pc:sldChg chg="addSp delSp modSp mod">
        <pc:chgData name="Franco Zamora Ana Elizabeth" userId="a6651dc3-39a9-4b54-9dc8-4ee17f7a8089" providerId="ADAL" clId="{8A150569-DCDD-45C2-8D3C-0ADC8F28C147}" dt="2026-02-24T04:09:41.028" v="257" actId="20577"/>
        <pc:sldMkLst>
          <pc:docMk/>
          <pc:sldMk cId="1984715688" sldId="2147482943"/>
        </pc:sldMkLst>
        <pc:spChg chg="del">
          <ac:chgData name="Franco Zamora Ana Elizabeth" userId="a6651dc3-39a9-4b54-9dc8-4ee17f7a8089" providerId="ADAL" clId="{8A150569-DCDD-45C2-8D3C-0ADC8F28C147}" dt="2026-02-24T04:09:38.087" v="245" actId="478"/>
          <ac:spMkLst>
            <pc:docMk/>
            <pc:sldMk cId="1984715688" sldId="2147482943"/>
            <ac:spMk id="5" creationId="{70B09BDE-F7AE-03EB-BA3E-E39399E19CEA}"/>
          </ac:spMkLst>
        </pc:spChg>
        <pc:spChg chg="add mod">
          <ac:chgData name="Franco Zamora Ana Elizabeth" userId="a6651dc3-39a9-4b54-9dc8-4ee17f7a8089" providerId="ADAL" clId="{8A150569-DCDD-45C2-8D3C-0ADC8F28C147}" dt="2026-02-24T04:09:41.028" v="257" actId="20577"/>
          <ac:spMkLst>
            <pc:docMk/>
            <pc:sldMk cId="1984715688" sldId="2147482943"/>
            <ac:spMk id="6" creationId="{646412A6-F80A-D921-86F5-9363801D5BA5}"/>
          </ac:spMkLst>
        </pc:spChg>
      </pc:sldChg>
      <pc:sldChg chg="addSp delSp modSp mod">
        <pc:chgData name="Franco Zamora Ana Elizabeth" userId="a6651dc3-39a9-4b54-9dc8-4ee17f7a8089" providerId="ADAL" clId="{8A150569-DCDD-45C2-8D3C-0ADC8F28C147}" dt="2026-02-24T04:10:33.933" v="291" actId="20577"/>
        <pc:sldMkLst>
          <pc:docMk/>
          <pc:sldMk cId="946345740" sldId="2147482944"/>
        </pc:sldMkLst>
        <pc:spChg chg="add mod">
          <ac:chgData name="Franco Zamora Ana Elizabeth" userId="a6651dc3-39a9-4b54-9dc8-4ee17f7a8089" providerId="ADAL" clId="{8A150569-DCDD-45C2-8D3C-0ADC8F28C147}" dt="2026-02-24T04:10:33.933" v="291" actId="20577"/>
          <ac:spMkLst>
            <pc:docMk/>
            <pc:sldMk cId="946345740" sldId="2147482944"/>
            <ac:spMk id="4" creationId="{AED201DD-66CC-23E3-BDD9-16094502AFFB}"/>
          </ac:spMkLst>
        </pc:spChg>
        <pc:spChg chg="del">
          <ac:chgData name="Franco Zamora Ana Elizabeth" userId="a6651dc3-39a9-4b54-9dc8-4ee17f7a8089" providerId="ADAL" clId="{8A150569-DCDD-45C2-8D3C-0ADC8F28C147}" dt="2026-02-24T04:10:30.050" v="272" actId="478"/>
          <ac:spMkLst>
            <pc:docMk/>
            <pc:sldMk cId="946345740" sldId="2147482944"/>
            <ac:spMk id="5" creationId="{70B09BDE-F7AE-03EB-BA3E-E39399E19CEA}"/>
          </ac:spMkLst>
        </pc:spChg>
      </pc:sldChg>
      <pc:sldChg chg="addSp delSp modSp mod">
        <pc:chgData name="Franco Zamora Ana Elizabeth" userId="a6651dc3-39a9-4b54-9dc8-4ee17f7a8089" providerId="ADAL" clId="{8A150569-DCDD-45C2-8D3C-0ADC8F28C147}" dt="2026-02-24T04:12:56.497" v="502" actId="13926"/>
        <pc:sldMkLst>
          <pc:docMk/>
          <pc:sldMk cId="2944001035" sldId="2147482945"/>
        </pc:sldMkLst>
        <pc:spChg chg="del">
          <ac:chgData name="Franco Zamora Ana Elizabeth" userId="a6651dc3-39a9-4b54-9dc8-4ee17f7a8089" providerId="ADAL" clId="{8A150569-DCDD-45C2-8D3C-0ADC8F28C147}" dt="2026-02-24T04:12:39.981" v="414" actId="478"/>
          <ac:spMkLst>
            <pc:docMk/>
            <pc:sldMk cId="2944001035" sldId="2147482945"/>
            <ac:spMk id="5" creationId="{70B09BDE-F7AE-03EB-BA3E-E39399E19CEA}"/>
          </ac:spMkLst>
        </pc:spChg>
        <pc:spChg chg="add mod">
          <ac:chgData name="Franco Zamora Ana Elizabeth" userId="a6651dc3-39a9-4b54-9dc8-4ee17f7a8089" providerId="ADAL" clId="{8A150569-DCDD-45C2-8D3C-0ADC8F28C147}" dt="2026-02-24T04:12:56.497" v="502" actId="13926"/>
          <ac:spMkLst>
            <pc:docMk/>
            <pc:sldMk cId="2944001035" sldId="2147482945"/>
            <ac:spMk id="8" creationId="{35769B02-838B-10EC-DB8D-8A4ED180CC34}"/>
          </ac:spMkLst>
        </pc:spChg>
      </pc:sldChg>
      <pc:sldChg chg="addSp delSp modSp mod">
        <pc:chgData name="Franco Zamora Ana Elizabeth" userId="a6651dc3-39a9-4b54-9dc8-4ee17f7a8089" providerId="ADAL" clId="{8A150569-DCDD-45C2-8D3C-0ADC8F28C147}" dt="2026-02-24T04:45:24.655" v="2762" actId="1076"/>
        <pc:sldMkLst>
          <pc:docMk/>
          <pc:sldMk cId="4047476588" sldId="2147482946"/>
        </pc:sldMkLst>
        <pc:spChg chg="del">
          <ac:chgData name="Franco Zamora Ana Elizabeth" userId="a6651dc3-39a9-4b54-9dc8-4ee17f7a8089" providerId="ADAL" clId="{8A150569-DCDD-45C2-8D3C-0ADC8F28C147}" dt="2026-02-24T04:14:07.107" v="531" actId="478"/>
          <ac:spMkLst>
            <pc:docMk/>
            <pc:sldMk cId="4047476588" sldId="2147482946"/>
            <ac:spMk id="2" creationId="{F44E435D-26F7-B5A4-E2BA-572EE9E5035A}"/>
          </ac:spMkLst>
        </pc:spChg>
        <pc:spChg chg="del">
          <ac:chgData name="Franco Zamora Ana Elizabeth" userId="a6651dc3-39a9-4b54-9dc8-4ee17f7a8089" providerId="ADAL" clId="{8A150569-DCDD-45C2-8D3C-0ADC8F28C147}" dt="2026-02-24T04:14:07.107" v="531" actId="478"/>
          <ac:spMkLst>
            <pc:docMk/>
            <pc:sldMk cId="4047476588" sldId="2147482946"/>
            <ac:spMk id="3" creationId="{B635555B-5E51-9424-1655-DDF57A7E4A2E}"/>
          </ac:spMkLst>
        </pc:spChg>
        <pc:spChg chg="del">
          <ac:chgData name="Franco Zamora Ana Elizabeth" userId="a6651dc3-39a9-4b54-9dc8-4ee17f7a8089" providerId="ADAL" clId="{8A150569-DCDD-45C2-8D3C-0ADC8F28C147}" dt="2026-02-24T04:14:07.107" v="531" actId="478"/>
          <ac:spMkLst>
            <pc:docMk/>
            <pc:sldMk cId="4047476588" sldId="2147482946"/>
            <ac:spMk id="4" creationId="{B564160B-FBF6-92C7-9F7C-B03B126A6695}"/>
          </ac:spMkLst>
        </pc:spChg>
        <pc:spChg chg="del">
          <ac:chgData name="Franco Zamora Ana Elizabeth" userId="a6651dc3-39a9-4b54-9dc8-4ee17f7a8089" providerId="ADAL" clId="{8A150569-DCDD-45C2-8D3C-0ADC8F28C147}" dt="2026-02-24T04:13:43.187" v="509" actId="478"/>
          <ac:spMkLst>
            <pc:docMk/>
            <pc:sldMk cId="4047476588" sldId="2147482946"/>
            <ac:spMk id="5" creationId="{70B09BDE-F7AE-03EB-BA3E-E39399E19CEA}"/>
          </ac:spMkLst>
        </pc:spChg>
        <pc:spChg chg="del">
          <ac:chgData name="Franco Zamora Ana Elizabeth" userId="a6651dc3-39a9-4b54-9dc8-4ee17f7a8089" providerId="ADAL" clId="{8A150569-DCDD-45C2-8D3C-0ADC8F28C147}" dt="2026-02-24T04:14:07.107" v="531" actId="478"/>
          <ac:spMkLst>
            <pc:docMk/>
            <pc:sldMk cId="4047476588" sldId="2147482946"/>
            <ac:spMk id="6" creationId="{A8EA9F45-1562-8A28-D8D4-2ED831954350}"/>
          </ac:spMkLst>
        </pc:spChg>
        <pc:spChg chg="del">
          <ac:chgData name="Franco Zamora Ana Elizabeth" userId="a6651dc3-39a9-4b54-9dc8-4ee17f7a8089" providerId="ADAL" clId="{8A150569-DCDD-45C2-8D3C-0ADC8F28C147}" dt="2026-02-24T04:14:07.107" v="531" actId="478"/>
          <ac:spMkLst>
            <pc:docMk/>
            <pc:sldMk cId="4047476588" sldId="2147482946"/>
            <ac:spMk id="7" creationId="{6C725EA1-5797-6DAA-EFEF-33423C0EF704}"/>
          </ac:spMkLst>
        </pc:spChg>
        <pc:spChg chg="del">
          <ac:chgData name="Franco Zamora Ana Elizabeth" userId="a6651dc3-39a9-4b54-9dc8-4ee17f7a8089" providerId="ADAL" clId="{8A150569-DCDD-45C2-8D3C-0ADC8F28C147}" dt="2026-02-24T04:14:07.107" v="531" actId="478"/>
          <ac:spMkLst>
            <pc:docMk/>
            <pc:sldMk cId="4047476588" sldId="2147482946"/>
            <ac:spMk id="8" creationId="{77D25EBA-F93B-583F-4F2C-7BB756BFD5A5}"/>
          </ac:spMkLst>
        </pc:spChg>
        <pc:spChg chg="del">
          <ac:chgData name="Franco Zamora Ana Elizabeth" userId="a6651dc3-39a9-4b54-9dc8-4ee17f7a8089" providerId="ADAL" clId="{8A150569-DCDD-45C2-8D3C-0ADC8F28C147}" dt="2026-02-24T04:14:07.107" v="531" actId="478"/>
          <ac:spMkLst>
            <pc:docMk/>
            <pc:sldMk cId="4047476588" sldId="2147482946"/>
            <ac:spMk id="9" creationId="{EC5795E6-3870-6D55-43A8-313136A490AE}"/>
          </ac:spMkLst>
        </pc:spChg>
        <pc:spChg chg="del">
          <ac:chgData name="Franco Zamora Ana Elizabeth" userId="a6651dc3-39a9-4b54-9dc8-4ee17f7a8089" providerId="ADAL" clId="{8A150569-DCDD-45C2-8D3C-0ADC8F28C147}" dt="2026-02-24T04:14:07.107" v="531" actId="478"/>
          <ac:spMkLst>
            <pc:docMk/>
            <pc:sldMk cId="4047476588" sldId="2147482946"/>
            <ac:spMk id="10" creationId="{4BACFBBC-8CE6-2028-9DB4-64771989F071}"/>
          </ac:spMkLst>
        </pc:spChg>
        <pc:spChg chg="del">
          <ac:chgData name="Franco Zamora Ana Elizabeth" userId="a6651dc3-39a9-4b54-9dc8-4ee17f7a8089" providerId="ADAL" clId="{8A150569-DCDD-45C2-8D3C-0ADC8F28C147}" dt="2026-02-24T04:14:07.107" v="531" actId="478"/>
          <ac:spMkLst>
            <pc:docMk/>
            <pc:sldMk cId="4047476588" sldId="2147482946"/>
            <ac:spMk id="11" creationId="{21EEF00B-C82E-D0C8-D3A1-9666224DE517}"/>
          </ac:spMkLst>
        </pc:spChg>
        <pc:spChg chg="del">
          <ac:chgData name="Franco Zamora Ana Elizabeth" userId="a6651dc3-39a9-4b54-9dc8-4ee17f7a8089" providerId="ADAL" clId="{8A150569-DCDD-45C2-8D3C-0ADC8F28C147}" dt="2026-02-24T04:14:07.107" v="531" actId="478"/>
          <ac:spMkLst>
            <pc:docMk/>
            <pc:sldMk cId="4047476588" sldId="2147482946"/>
            <ac:spMk id="12" creationId="{E1D00075-8266-9502-96BF-6EDFA0AE3592}"/>
          </ac:spMkLst>
        </pc:spChg>
        <pc:spChg chg="del">
          <ac:chgData name="Franco Zamora Ana Elizabeth" userId="a6651dc3-39a9-4b54-9dc8-4ee17f7a8089" providerId="ADAL" clId="{8A150569-DCDD-45C2-8D3C-0ADC8F28C147}" dt="2026-02-24T04:14:07.107" v="531" actId="478"/>
          <ac:spMkLst>
            <pc:docMk/>
            <pc:sldMk cId="4047476588" sldId="2147482946"/>
            <ac:spMk id="13" creationId="{0270D121-15EE-299B-BFBE-0280C20B9D8A}"/>
          </ac:spMkLst>
        </pc:spChg>
        <pc:spChg chg="del">
          <ac:chgData name="Franco Zamora Ana Elizabeth" userId="a6651dc3-39a9-4b54-9dc8-4ee17f7a8089" providerId="ADAL" clId="{8A150569-DCDD-45C2-8D3C-0ADC8F28C147}" dt="2026-02-24T04:14:07.107" v="531" actId="478"/>
          <ac:spMkLst>
            <pc:docMk/>
            <pc:sldMk cId="4047476588" sldId="2147482946"/>
            <ac:spMk id="14" creationId="{F1BDF873-AA52-8CBD-42CC-53680A452757}"/>
          </ac:spMkLst>
        </pc:spChg>
        <pc:spChg chg="del">
          <ac:chgData name="Franco Zamora Ana Elizabeth" userId="a6651dc3-39a9-4b54-9dc8-4ee17f7a8089" providerId="ADAL" clId="{8A150569-DCDD-45C2-8D3C-0ADC8F28C147}" dt="2026-02-24T04:14:07.107" v="531" actId="478"/>
          <ac:spMkLst>
            <pc:docMk/>
            <pc:sldMk cId="4047476588" sldId="2147482946"/>
            <ac:spMk id="15" creationId="{6678633D-E376-437E-2C78-E478E8EB6BE0}"/>
          </ac:spMkLst>
        </pc:spChg>
        <pc:spChg chg="del">
          <ac:chgData name="Franco Zamora Ana Elizabeth" userId="a6651dc3-39a9-4b54-9dc8-4ee17f7a8089" providerId="ADAL" clId="{8A150569-DCDD-45C2-8D3C-0ADC8F28C147}" dt="2026-02-24T04:14:07.107" v="531" actId="478"/>
          <ac:spMkLst>
            <pc:docMk/>
            <pc:sldMk cId="4047476588" sldId="2147482946"/>
            <ac:spMk id="16" creationId="{CB01CA99-0760-1844-9A85-FD5467418E76}"/>
          </ac:spMkLst>
        </pc:spChg>
        <pc:spChg chg="add mod">
          <ac:chgData name="Franco Zamora Ana Elizabeth" userId="a6651dc3-39a9-4b54-9dc8-4ee17f7a8089" providerId="ADAL" clId="{8A150569-DCDD-45C2-8D3C-0ADC8F28C147}" dt="2026-02-24T04:13:46.715" v="529" actId="20577"/>
          <ac:spMkLst>
            <pc:docMk/>
            <pc:sldMk cId="4047476588" sldId="2147482946"/>
            <ac:spMk id="21" creationId="{B88914EE-B506-F0C6-8357-031C4757502C}"/>
          </ac:spMkLst>
        </pc:spChg>
        <pc:spChg chg="del">
          <ac:chgData name="Franco Zamora Ana Elizabeth" userId="a6651dc3-39a9-4b54-9dc8-4ee17f7a8089" providerId="ADAL" clId="{8A150569-DCDD-45C2-8D3C-0ADC8F28C147}" dt="2026-02-24T04:14:07.107" v="531" actId="478"/>
          <ac:spMkLst>
            <pc:docMk/>
            <pc:sldMk cId="4047476588" sldId="2147482946"/>
            <ac:spMk id="27" creationId="{46FEC77E-6C21-A511-45CD-DB9CC767F119}"/>
          </ac:spMkLst>
        </pc:spChg>
        <pc:spChg chg="del">
          <ac:chgData name="Franco Zamora Ana Elizabeth" userId="a6651dc3-39a9-4b54-9dc8-4ee17f7a8089" providerId="ADAL" clId="{8A150569-DCDD-45C2-8D3C-0ADC8F28C147}" dt="2026-02-24T04:14:07.107" v="531" actId="478"/>
          <ac:spMkLst>
            <pc:docMk/>
            <pc:sldMk cId="4047476588" sldId="2147482946"/>
            <ac:spMk id="28" creationId="{3776F238-B465-5D0A-819A-A246EA742CA4}"/>
          </ac:spMkLst>
        </pc:spChg>
        <pc:spChg chg="add mod">
          <ac:chgData name="Franco Zamora Ana Elizabeth" userId="a6651dc3-39a9-4b54-9dc8-4ee17f7a8089" providerId="ADAL" clId="{8A150569-DCDD-45C2-8D3C-0ADC8F28C147}" dt="2026-02-24T04:20:37.637" v="615" actId="1037"/>
          <ac:spMkLst>
            <pc:docMk/>
            <pc:sldMk cId="4047476588" sldId="2147482946"/>
            <ac:spMk id="30" creationId="{C220E77E-C825-D450-355D-D0AD1731DA4B}"/>
          </ac:spMkLst>
        </pc:spChg>
        <pc:spChg chg="add mod">
          <ac:chgData name="Franco Zamora Ana Elizabeth" userId="a6651dc3-39a9-4b54-9dc8-4ee17f7a8089" providerId="ADAL" clId="{8A150569-DCDD-45C2-8D3C-0ADC8F28C147}" dt="2026-02-24T04:20:30.162" v="596" actId="1076"/>
          <ac:spMkLst>
            <pc:docMk/>
            <pc:sldMk cId="4047476588" sldId="2147482946"/>
            <ac:spMk id="32" creationId="{CFCF4EDA-AA72-2198-4799-1B11A915E54A}"/>
          </ac:spMkLst>
        </pc:spChg>
        <pc:spChg chg="add mod">
          <ac:chgData name="Franco Zamora Ana Elizabeth" userId="a6651dc3-39a9-4b54-9dc8-4ee17f7a8089" providerId="ADAL" clId="{8A150569-DCDD-45C2-8D3C-0ADC8F28C147}" dt="2026-02-24T04:21:12.471" v="626" actId="1076"/>
          <ac:spMkLst>
            <pc:docMk/>
            <pc:sldMk cId="4047476588" sldId="2147482946"/>
            <ac:spMk id="33" creationId="{4E218797-3F2C-7464-BABB-7E9415F49314}"/>
          </ac:spMkLst>
        </pc:spChg>
        <pc:spChg chg="add mod">
          <ac:chgData name="Franco Zamora Ana Elizabeth" userId="a6651dc3-39a9-4b54-9dc8-4ee17f7a8089" providerId="ADAL" clId="{8A150569-DCDD-45C2-8D3C-0ADC8F28C147}" dt="2026-02-24T04:21:18.784" v="628" actId="1076"/>
          <ac:spMkLst>
            <pc:docMk/>
            <pc:sldMk cId="4047476588" sldId="2147482946"/>
            <ac:spMk id="34" creationId="{0015C28C-4CAD-90BB-1CB5-3BF73BB4EDC5}"/>
          </ac:spMkLst>
        </pc:spChg>
        <pc:spChg chg="add mod">
          <ac:chgData name="Franco Zamora Ana Elizabeth" userId="a6651dc3-39a9-4b54-9dc8-4ee17f7a8089" providerId="ADAL" clId="{8A150569-DCDD-45C2-8D3C-0ADC8F28C147}" dt="2026-02-24T04:21:32.307" v="629"/>
          <ac:spMkLst>
            <pc:docMk/>
            <pc:sldMk cId="4047476588" sldId="2147482946"/>
            <ac:spMk id="35" creationId="{0E7F1CEE-520C-BE4F-A5FB-E3B5D619B7B1}"/>
          </ac:spMkLst>
        </pc:spChg>
        <pc:spChg chg="add mod">
          <ac:chgData name="Franco Zamora Ana Elizabeth" userId="a6651dc3-39a9-4b54-9dc8-4ee17f7a8089" providerId="ADAL" clId="{8A150569-DCDD-45C2-8D3C-0ADC8F28C147}" dt="2026-02-24T04:22:03.682" v="844" actId="14100"/>
          <ac:spMkLst>
            <pc:docMk/>
            <pc:sldMk cId="4047476588" sldId="2147482946"/>
            <ac:spMk id="36" creationId="{52AA056D-B68A-473D-9491-B5D837E2C565}"/>
          </ac:spMkLst>
        </pc:spChg>
        <pc:spChg chg="add mod">
          <ac:chgData name="Franco Zamora Ana Elizabeth" userId="a6651dc3-39a9-4b54-9dc8-4ee17f7a8089" providerId="ADAL" clId="{8A150569-DCDD-45C2-8D3C-0ADC8F28C147}" dt="2026-02-24T04:23:36.715" v="846" actId="1076"/>
          <ac:spMkLst>
            <pc:docMk/>
            <pc:sldMk cId="4047476588" sldId="2147482946"/>
            <ac:spMk id="37" creationId="{73C6C695-8409-169C-5216-B1ECB50C03AA}"/>
          </ac:spMkLst>
        </pc:spChg>
        <pc:spChg chg="add mod">
          <ac:chgData name="Franco Zamora Ana Elizabeth" userId="a6651dc3-39a9-4b54-9dc8-4ee17f7a8089" providerId="ADAL" clId="{8A150569-DCDD-45C2-8D3C-0ADC8F28C147}" dt="2026-02-24T04:30:09.070" v="1630" actId="14100"/>
          <ac:spMkLst>
            <pc:docMk/>
            <pc:sldMk cId="4047476588" sldId="2147482946"/>
            <ac:spMk id="38" creationId="{F10FB800-669D-585B-468E-E2433717721A}"/>
          </ac:spMkLst>
        </pc:spChg>
        <pc:spChg chg="add mod">
          <ac:chgData name="Franco Zamora Ana Elizabeth" userId="a6651dc3-39a9-4b54-9dc8-4ee17f7a8089" providerId="ADAL" clId="{8A150569-DCDD-45C2-8D3C-0ADC8F28C147}" dt="2026-02-24T04:24:20.133" v="850" actId="20577"/>
          <ac:spMkLst>
            <pc:docMk/>
            <pc:sldMk cId="4047476588" sldId="2147482946"/>
            <ac:spMk id="40" creationId="{37DDD8E5-0576-0B7D-33CE-EF59DB68DA87}"/>
          </ac:spMkLst>
        </pc:spChg>
        <pc:spChg chg="add mod">
          <ac:chgData name="Franco Zamora Ana Elizabeth" userId="a6651dc3-39a9-4b54-9dc8-4ee17f7a8089" providerId="ADAL" clId="{8A150569-DCDD-45C2-8D3C-0ADC8F28C147}" dt="2026-02-24T04:45:04.118" v="2759" actId="14100"/>
          <ac:spMkLst>
            <pc:docMk/>
            <pc:sldMk cId="4047476588" sldId="2147482946"/>
            <ac:spMk id="41" creationId="{9FAC7055-0642-8463-3F4C-341278B275CC}"/>
          </ac:spMkLst>
        </pc:spChg>
        <pc:spChg chg="add mod">
          <ac:chgData name="Franco Zamora Ana Elizabeth" userId="a6651dc3-39a9-4b54-9dc8-4ee17f7a8089" providerId="ADAL" clId="{8A150569-DCDD-45C2-8D3C-0ADC8F28C147}" dt="2026-02-24T04:36:07.254" v="2063" actId="1035"/>
          <ac:spMkLst>
            <pc:docMk/>
            <pc:sldMk cId="4047476588" sldId="2147482946"/>
            <ac:spMk id="42" creationId="{62379673-3C3C-2165-48AA-BB99A8D7074A}"/>
          </ac:spMkLst>
        </pc:spChg>
        <pc:spChg chg="add mod">
          <ac:chgData name="Franco Zamora Ana Elizabeth" userId="a6651dc3-39a9-4b54-9dc8-4ee17f7a8089" providerId="ADAL" clId="{8A150569-DCDD-45C2-8D3C-0ADC8F28C147}" dt="2026-02-24T04:36:07.254" v="2063" actId="1035"/>
          <ac:spMkLst>
            <pc:docMk/>
            <pc:sldMk cId="4047476588" sldId="2147482946"/>
            <ac:spMk id="43" creationId="{C19B15EC-56B1-6F51-D664-F16108FB8246}"/>
          </ac:spMkLst>
        </pc:spChg>
        <pc:spChg chg="add mod">
          <ac:chgData name="Franco Zamora Ana Elizabeth" userId="a6651dc3-39a9-4b54-9dc8-4ee17f7a8089" providerId="ADAL" clId="{8A150569-DCDD-45C2-8D3C-0ADC8F28C147}" dt="2026-02-24T04:36:07.254" v="2063" actId="1035"/>
          <ac:spMkLst>
            <pc:docMk/>
            <pc:sldMk cId="4047476588" sldId="2147482946"/>
            <ac:spMk id="44" creationId="{8DA394F3-E0EE-5E88-B957-43C693D67F8A}"/>
          </ac:spMkLst>
        </pc:spChg>
        <pc:spChg chg="add mod">
          <ac:chgData name="Franco Zamora Ana Elizabeth" userId="a6651dc3-39a9-4b54-9dc8-4ee17f7a8089" providerId="ADAL" clId="{8A150569-DCDD-45C2-8D3C-0ADC8F28C147}" dt="2026-02-24T04:37:23.830" v="2210" actId="1036"/>
          <ac:spMkLst>
            <pc:docMk/>
            <pc:sldMk cId="4047476588" sldId="2147482946"/>
            <ac:spMk id="45" creationId="{D2B98EAE-C9A4-115F-4600-75D1B84F61AE}"/>
          </ac:spMkLst>
        </pc:spChg>
        <pc:spChg chg="add mod">
          <ac:chgData name="Franco Zamora Ana Elizabeth" userId="a6651dc3-39a9-4b54-9dc8-4ee17f7a8089" providerId="ADAL" clId="{8A150569-DCDD-45C2-8D3C-0ADC8F28C147}" dt="2026-02-24T04:36:47.168" v="2147" actId="20577"/>
          <ac:spMkLst>
            <pc:docMk/>
            <pc:sldMk cId="4047476588" sldId="2147482946"/>
            <ac:spMk id="46" creationId="{222113F4-108D-3411-3D46-3CB972309018}"/>
          </ac:spMkLst>
        </pc:spChg>
        <pc:spChg chg="add mod">
          <ac:chgData name="Franco Zamora Ana Elizabeth" userId="a6651dc3-39a9-4b54-9dc8-4ee17f7a8089" providerId="ADAL" clId="{8A150569-DCDD-45C2-8D3C-0ADC8F28C147}" dt="2026-02-24T04:42:16.844" v="2558" actId="14100"/>
          <ac:spMkLst>
            <pc:docMk/>
            <pc:sldMk cId="4047476588" sldId="2147482946"/>
            <ac:spMk id="47" creationId="{1474C2E7-65C1-C3C9-E887-31116B25D287}"/>
          </ac:spMkLst>
        </pc:spChg>
        <pc:spChg chg="add mod">
          <ac:chgData name="Franco Zamora Ana Elizabeth" userId="a6651dc3-39a9-4b54-9dc8-4ee17f7a8089" providerId="ADAL" clId="{8A150569-DCDD-45C2-8D3C-0ADC8F28C147}" dt="2026-02-24T04:37:55.265" v="2215" actId="1076"/>
          <ac:spMkLst>
            <pc:docMk/>
            <pc:sldMk cId="4047476588" sldId="2147482946"/>
            <ac:spMk id="49" creationId="{C7998E6F-BF5A-00F3-020B-4FE1CA8A166E}"/>
          </ac:spMkLst>
        </pc:spChg>
        <pc:spChg chg="add mod">
          <ac:chgData name="Franco Zamora Ana Elizabeth" userId="a6651dc3-39a9-4b54-9dc8-4ee17f7a8089" providerId="ADAL" clId="{8A150569-DCDD-45C2-8D3C-0ADC8F28C147}" dt="2026-02-24T04:41:43.528" v="2553" actId="14100"/>
          <ac:spMkLst>
            <pc:docMk/>
            <pc:sldMk cId="4047476588" sldId="2147482946"/>
            <ac:spMk id="50" creationId="{8DAF6CCC-420C-BCDA-3CF5-DECE11F2059E}"/>
          </ac:spMkLst>
        </pc:spChg>
        <pc:spChg chg="add del mod">
          <ac:chgData name="Franco Zamora Ana Elizabeth" userId="a6651dc3-39a9-4b54-9dc8-4ee17f7a8089" providerId="ADAL" clId="{8A150569-DCDD-45C2-8D3C-0ADC8F28C147}" dt="2026-02-24T04:43:31.536" v="2705" actId="478"/>
          <ac:spMkLst>
            <pc:docMk/>
            <pc:sldMk cId="4047476588" sldId="2147482946"/>
            <ac:spMk id="51" creationId="{04A43A71-E3E7-377F-6EE4-3B3940497A5A}"/>
          </ac:spMkLst>
        </pc:spChg>
        <pc:spChg chg="add del mod">
          <ac:chgData name="Franco Zamora Ana Elizabeth" userId="a6651dc3-39a9-4b54-9dc8-4ee17f7a8089" providerId="ADAL" clId="{8A150569-DCDD-45C2-8D3C-0ADC8F28C147}" dt="2026-02-24T04:43:33.722" v="2706" actId="478"/>
          <ac:spMkLst>
            <pc:docMk/>
            <pc:sldMk cId="4047476588" sldId="2147482946"/>
            <ac:spMk id="52" creationId="{9C1AC3F1-0A09-3C1B-308F-5F3A7E25B964}"/>
          </ac:spMkLst>
        </pc:spChg>
        <pc:spChg chg="add mod">
          <ac:chgData name="Franco Zamora Ana Elizabeth" userId="a6651dc3-39a9-4b54-9dc8-4ee17f7a8089" providerId="ADAL" clId="{8A150569-DCDD-45C2-8D3C-0ADC8F28C147}" dt="2026-02-24T04:45:11.022" v="2760" actId="14100"/>
          <ac:spMkLst>
            <pc:docMk/>
            <pc:sldMk cId="4047476588" sldId="2147482946"/>
            <ac:spMk id="53" creationId="{EE0A9FBC-B1F7-B80D-B2F1-D06CA99AC727}"/>
          </ac:spMkLst>
        </pc:spChg>
        <pc:spChg chg="add mod">
          <ac:chgData name="Franco Zamora Ana Elizabeth" userId="a6651dc3-39a9-4b54-9dc8-4ee17f7a8089" providerId="ADAL" clId="{8A150569-DCDD-45C2-8D3C-0ADC8F28C147}" dt="2026-02-24T04:42:43.070" v="2562" actId="20577"/>
          <ac:spMkLst>
            <pc:docMk/>
            <pc:sldMk cId="4047476588" sldId="2147482946"/>
            <ac:spMk id="55" creationId="{CAEE143C-5D91-0286-724C-2C003E8E4F83}"/>
          </ac:spMkLst>
        </pc:spChg>
        <pc:spChg chg="add mod">
          <ac:chgData name="Franco Zamora Ana Elizabeth" userId="a6651dc3-39a9-4b54-9dc8-4ee17f7a8089" providerId="ADAL" clId="{8A150569-DCDD-45C2-8D3C-0ADC8F28C147}" dt="2026-02-24T04:44:04.619" v="2714" actId="1076"/>
          <ac:spMkLst>
            <pc:docMk/>
            <pc:sldMk cId="4047476588" sldId="2147482946"/>
            <ac:spMk id="56" creationId="{9976E593-A5E1-E6B6-5F0D-DF3E6E9E9EBB}"/>
          </ac:spMkLst>
        </pc:spChg>
        <pc:spChg chg="add mod">
          <ac:chgData name="Franco Zamora Ana Elizabeth" userId="a6651dc3-39a9-4b54-9dc8-4ee17f7a8089" providerId="ADAL" clId="{8A150569-DCDD-45C2-8D3C-0ADC8F28C147}" dt="2026-02-24T04:44:13.364" v="2716" actId="1076"/>
          <ac:spMkLst>
            <pc:docMk/>
            <pc:sldMk cId="4047476588" sldId="2147482946"/>
            <ac:spMk id="57" creationId="{1D872B1B-7925-CD1D-1279-51D9802FFB00}"/>
          </ac:spMkLst>
        </pc:spChg>
        <pc:spChg chg="add mod">
          <ac:chgData name="Franco Zamora Ana Elizabeth" userId="a6651dc3-39a9-4b54-9dc8-4ee17f7a8089" providerId="ADAL" clId="{8A150569-DCDD-45C2-8D3C-0ADC8F28C147}" dt="2026-02-24T04:45:24.655" v="2762" actId="1076"/>
          <ac:spMkLst>
            <pc:docMk/>
            <pc:sldMk cId="4047476588" sldId="2147482946"/>
            <ac:spMk id="58" creationId="{2139E3C1-20CA-EDB0-8C99-D7757EB7321A}"/>
          </ac:spMkLst>
        </pc:spChg>
        <pc:spChg chg="add mod">
          <ac:chgData name="Franco Zamora Ana Elizabeth" userId="a6651dc3-39a9-4b54-9dc8-4ee17f7a8089" providerId="ADAL" clId="{8A150569-DCDD-45C2-8D3C-0ADC8F28C147}" dt="2026-02-24T04:45:24.655" v="2762" actId="1076"/>
          <ac:spMkLst>
            <pc:docMk/>
            <pc:sldMk cId="4047476588" sldId="2147482946"/>
            <ac:spMk id="59" creationId="{DD2DD852-A129-9A6E-7F8F-2839863C5655}"/>
          </ac:spMkLst>
        </pc:spChg>
        <pc:graphicFrameChg chg="add mod modGraphic">
          <ac:chgData name="Franco Zamora Ana Elizabeth" userId="a6651dc3-39a9-4b54-9dc8-4ee17f7a8089" providerId="ADAL" clId="{8A150569-DCDD-45C2-8D3C-0ADC8F28C147}" dt="2026-02-24T04:44:58.701" v="2758" actId="14734"/>
          <ac:graphicFrameMkLst>
            <pc:docMk/>
            <pc:sldMk cId="4047476588" sldId="2147482946"/>
            <ac:graphicFrameMk id="29" creationId="{A7A66688-F2B3-FE5B-7917-622407268BF7}"/>
          </ac:graphicFrameMkLst>
        </pc:graphicFrameChg>
        <pc:graphicFrameChg chg="add mod modGraphic">
          <ac:chgData name="Franco Zamora Ana Elizabeth" userId="a6651dc3-39a9-4b54-9dc8-4ee17f7a8089" providerId="ADAL" clId="{8A150569-DCDD-45C2-8D3C-0ADC8F28C147}" dt="2026-02-24T04:20:37.637" v="615" actId="1037"/>
          <ac:graphicFrameMkLst>
            <pc:docMk/>
            <pc:sldMk cId="4047476588" sldId="2147482946"/>
            <ac:graphicFrameMk id="31" creationId="{1A0481F2-F570-D7A6-693C-A2B429802D20}"/>
          </ac:graphicFrameMkLst>
        </pc:graphicFrameChg>
        <pc:graphicFrameChg chg="add mod modGraphic">
          <ac:chgData name="Franco Zamora Ana Elizabeth" userId="a6651dc3-39a9-4b54-9dc8-4ee17f7a8089" providerId="ADAL" clId="{8A150569-DCDD-45C2-8D3C-0ADC8F28C147}" dt="2026-02-24T04:35:55.455" v="2044" actId="207"/>
          <ac:graphicFrameMkLst>
            <pc:docMk/>
            <pc:sldMk cId="4047476588" sldId="2147482946"/>
            <ac:graphicFrameMk id="39" creationId="{1B744244-25D7-3CC2-C838-6541CB22565C}"/>
          </ac:graphicFrameMkLst>
        </pc:graphicFrameChg>
        <pc:graphicFrameChg chg="add mod modGraphic">
          <ac:chgData name="Franco Zamora Ana Elizabeth" userId="a6651dc3-39a9-4b54-9dc8-4ee17f7a8089" providerId="ADAL" clId="{8A150569-DCDD-45C2-8D3C-0ADC8F28C147}" dt="2026-02-24T04:39:54.105" v="2545" actId="20577"/>
          <ac:graphicFrameMkLst>
            <pc:docMk/>
            <pc:sldMk cId="4047476588" sldId="2147482946"/>
            <ac:graphicFrameMk id="48" creationId="{2ACCACC7-9608-6392-E9E2-2A4A927BFD8C}"/>
          </ac:graphicFrameMkLst>
        </pc:graphicFrameChg>
        <pc:graphicFrameChg chg="add mod modGraphic">
          <ac:chgData name="Franco Zamora Ana Elizabeth" userId="a6651dc3-39a9-4b54-9dc8-4ee17f7a8089" providerId="ADAL" clId="{8A150569-DCDD-45C2-8D3C-0ADC8F28C147}" dt="2026-02-24T04:44:51.983" v="2757" actId="20577"/>
          <ac:graphicFrameMkLst>
            <pc:docMk/>
            <pc:sldMk cId="4047476588" sldId="2147482946"/>
            <ac:graphicFrameMk id="54" creationId="{0952E168-ABCD-BC36-38A7-9D3C47E71478}"/>
          </ac:graphicFrameMkLst>
        </pc:graphicFrameChg>
        <pc:cxnChg chg="del">
          <ac:chgData name="Franco Zamora Ana Elizabeth" userId="a6651dc3-39a9-4b54-9dc8-4ee17f7a8089" providerId="ADAL" clId="{8A150569-DCDD-45C2-8D3C-0ADC8F28C147}" dt="2026-02-24T04:14:07.107" v="531" actId="478"/>
          <ac:cxnSpMkLst>
            <pc:docMk/>
            <pc:sldMk cId="4047476588" sldId="2147482946"/>
            <ac:cxnSpMk id="18" creationId="{EB528BBD-E4C6-BCDF-B698-45DB93CC6E2F}"/>
          </ac:cxnSpMkLst>
        </pc:cxnChg>
        <pc:cxnChg chg="del">
          <ac:chgData name="Franco Zamora Ana Elizabeth" userId="a6651dc3-39a9-4b54-9dc8-4ee17f7a8089" providerId="ADAL" clId="{8A150569-DCDD-45C2-8D3C-0ADC8F28C147}" dt="2026-02-24T04:14:07.107" v="531" actId="478"/>
          <ac:cxnSpMkLst>
            <pc:docMk/>
            <pc:sldMk cId="4047476588" sldId="2147482946"/>
            <ac:cxnSpMk id="19" creationId="{C6B5FA64-4282-F702-DC34-5F442211C2FD}"/>
          </ac:cxnSpMkLst>
        </pc:cxnChg>
        <pc:cxnChg chg="del">
          <ac:chgData name="Franco Zamora Ana Elizabeth" userId="a6651dc3-39a9-4b54-9dc8-4ee17f7a8089" providerId="ADAL" clId="{8A150569-DCDD-45C2-8D3C-0ADC8F28C147}" dt="2026-02-24T04:14:07.107" v="531" actId="478"/>
          <ac:cxnSpMkLst>
            <pc:docMk/>
            <pc:sldMk cId="4047476588" sldId="2147482946"/>
            <ac:cxnSpMk id="20" creationId="{B3FB086D-EE92-7E57-0CA7-8617D97CB8F5}"/>
          </ac:cxnSpMkLst>
        </pc:cxnChg>
        <pc:cxnChg chg="del">
          <ac:chgData name="Franco Zamora Ana Elizabeth" userId="a6651dc3-39a9-4b54-9dc8-4ee17f7a8089" providerId="ADAL" clId="{8A150569-DCDD-45C2-8D3C-0ADC8F28C147}" dt="2026-02-24T04:14:07.107" v="531" actId="478"/>
          <ac:cxnSpMkLst>
            <pc:docMk/>
            <pc:sldMk cId="4047476588" sldId="2147482946"/>
            <ac:cxnSpMk id="22" creationId="{791C4BB1-5367-B225-7850-A8FD7DD6FB61}"/>
          </ac:cxnSpMkLst>
        </pc:cxnChg>
        <pc:cxnChg chg="del">
          <ac:chgData name="Franco Zamora Ana Elizabeth" userId="a6651dc3-39a9-4b54-9dc8-4ee17f7a8089" providerId="ADAL" clId="{8A150569-DCDD-45C2-8D3C-0ADC8F28C147}" dt="2026-02-24T04:14:07.107" v="531" actId="478"/>
          <ac:cxnSpMkLst>
            <pc:docMk/>
            <pc:sldMk cId="4047476588" sldId="2147482946"/>
            <ac:cxnSpMk id="23" creationId="{5FB7BC35-4E2A-91F2-3605-1B0ED2D388CE}"/>
          </ac:cxnSpMkLst>
        </pc:cxnChg>
        <pc:cxnChg chg="del">
          <ac:chgData name="Franco Zamora Ana Elizabeth" userId="a6651dc3-39a9-4b54-9dc8-4ee17f7a8089" providerId="ADAL" clId="{8A150569-DCDD-45C2-8D3C-0ADC8F28C147}" dt="2026-02-24T04:14:07.107" v="531" actId="478"/>
          <ac:cxnSpMkLst>
            <pc:docMk/>
            <pc:sldMk cId="4047476588" sldId="2147482946"/>
            <ac:cxnSpMk id="24" creationId="{61A9846C-5667-E39A-97E3-AC46CD609FD5}"/>
          </ac:cxnSpMkLst>
        </pc:cxnChg>
        <pc:cxnChg chg="del">
          <ac:chgData name="Franco Zamora Ana Elizabeth" userId="a6651dc3-39a9-4b54-9dc8-4ee17f7a8089" providerId="ADAL" clId="{8A150569-DCDD-45C2-8D3C-0ADC8F28C147}" dt="2026-02-24T04:14:07.107" v="531" actId="478"/>
          <ac:cxnSpMkLst>
            <pc:docMk/>
            <pc:sldMk cId="4047476588" sldId="2147482946"/>
            <ac:cxnSpMk id="25" creationId="{99C86EE6-02EC-59DA-C4F9-6EFD0CC37E27}"/>
          </ac:cxnSpMkLst>
        </pc:cxnChg>
        <pc:cxnChg chg="del">
          <ac:chgData name="Franco Zamora Ana Elizabeth" userId="a6651dc3-39a9-4b54-9dc8-4ee17f7a8089" providerId="ADAL" clId="{8A150569-DCDD-45C2-8D3C-0ADC8F28C147}" dt="2026-02-24T04:14:07.107" v="531" actId="478"/>
          <ac:cxnSpMkLst>
            <pc:docMk/>
            <pc:sldMk cId="4047476588" sldId="2147482946"/>
            <ac:cxnSpMk id="26" creationId="{8D06DCE7-1196-2316-CBE6-CCD249C94929}"/>
          </ac:cxnSpMkLst>
        </pc:cxnChg>
      </pc:sldChg>
      <pc:sldChg chg="addSp delSp modSp mod">
        <pc:chgData name="Franco Zamora Ana Elizabeth" userId="a6651dc3-39a9-4b54-9dc8-4ee17f7a8089" providerId="ADAL" clId="{8A150569-DCDD-45C2-8D3C-0ADC8F28C147}" dt="2026-02-24T04:04:45.326" v="46"/>
        <pc:sldMkLst>
          <pc:docMk/>
          <pc:sldMk cId="295286254" sldId="2147482947"/>
        </pc:sldMkLst>
        <pc:spChg chg="del mod">
          <ac:chgData name="Franco Zamora Ana Elizabeth" userId="a6651dc3-39a9-4b54-9dc8-4ee17f7a8089" providerId="ADAL" clId="{8A150569-DCDD-45C2-8D3C-0ADC8F28C147}" dt="2026-02-24T04:02:46.620" v="23" actId="478"/>
          <ac:spMkLst>
            <pc:docMk/>
            <pc:sldMk cId="295286254" sldId="2147482947"/>
            <ac:spMk id="3" creationId="{B1B2F7A2-B5F8-5A6E-317A-B70DF6A06896}"/>
          </ac:spMkLst>
        </pc:spChg>
        <pc:spChg chg="del">
          <ac:chgData name="Franco Zamora Ana Elizabeth" userId="a6651dc3-39a9-4b54-9dc8-4ee17f7a8089" providerId="ADAL" clId="{8A150569-DCDD-45C2-8D3C-0ADC8F28C147}" dt="2026-02-24T04:01:29.832" v="17" actId="478"/>
          <ac:spMkLst>
            <pc:docMk/>
            <pc:sldMk cId="295286254" sldId="2147482947"/>
            <ac:spMk id="4" creationId="{4EEC480A-D045-97E7-C75B-CA8205CD9BF7}"/>
          </ac:spMkLst>
        </pc:spChg>
        <pc:spChg chg="add del mod">
          <ac:chgData name="Franco Zamora Ana Elizabeth" userId="a6651dc3-39a9-4b54-9dc8-4ee17f7a8089" providerId="ADAL" clId="{8A150569-DCDD-45C2-8D3C-0ADC8F28C147}" dt="2026-02-24T04:01:31.758" v="18" actId="478"/>
          <ac:spMkLst>
            <pc:docMk/>
            <pc:sldMk cId="295286254" sldId="2147482947"/>
            <ac:spMk id="5" creationId="{DC92D8C3-E24F-A479-01C5-9B293F4F753B}"/>
          </ac:spMkLst>
        </pc:spChg>
        <pc:spChg chg="add del mod">
          <ac:chgData name="Franco Zamora Ana Elizabeth" userId="a6651dc3-39a9-4b54-9dc8-4ee17f7a8089" providerId="ADAL" clId="{8A150569-DCDD-45C2-8D3C-0ADC8F28C147}" dt="2026-02-24T04:02:49.639" v="26" actId="478"/>
          <ac:spMkLst>
            <pc:docMk/>
            <pc:sldMk cId="295286254" sldId="2147482947"/>
            <ac:spMk id="9" creationId="{0E1CB2B0-F1C6-8DAC-F7FB-1DB01B8E11C4}"/>
          </ac:spMkLst>
        </pc:spChg>
        <pc:spChg chg="add mod">
          <ac:chgData name="Franco Zamora Ana Elizabeth" userId="a6651dc3-39a9-4b54-9dc8-4ee17f7a8089" providerId="ADAL" clId="{8A150569-DCDD-45C2-8D3C-0ADC8F28C147}" dt="2026-02-24T04:02:48.617" v="25"/>
          <ac:spMkLst>
            <pc:docMk/>
            <pc:sldMk cId="295286254" sldId="2147482947"/>
            <ac:spMk id="10" creationId="{8A641B87-296C-1FA4-2A54-FEBEAD150586}"/>
          </ac:spMkLst>
        </pc:spChg>
        <pc:spChg chg="add mod">
          <ac:chgData name="Franco Zamora Ana Elizabeth" userId="a6651dc3-39a9-4b54-9dc8-4ee17f7a8089" providerId="ADAL" clId="{8A150569-DCDD-45C2-8D3C-0ADC8F28C147}" dt="2026-02-24T04:02:50.394" v="27"/>
          <ac:spMkLst>
            <pc:docMk/>
            <pc:sldMk cId="295286254" sldId="2147482947"/>
            <ac:spMk id="11" creationId="{BC977A19-CFD4-1222-BB94-B893C7259D83}"/>
          </ac:spMkLst>
        </pc:spChg>
        <pc:spChg chg="add mod">
          <ac:chgData name="Franco Zamora Ana Elizabeth" userId="a6651dc3-39a9-4b54-9dc8-4ee17f7a8089" providerId="ADAL" clId="{8A150569-DCDD-45C2-8D3C-0ADC8F28C147}" dt="2026-02-24T04:04:03.048" v="33" actId="108"/>
          <ac:spMkLst>
            <pc:docMk/>
            <pc:sldMk cId="295286254" sldId="2147482947"/>
            <ac:spMk id="12" creationId="{CE1984FD-325A-1DAF-441E-E4E389F39E0D}"/>
          </ac:spMkLst>
        </pc:spChg>
        <pc:spChg chg="add mod ord">
          <ac:chgData name="Franco Zamora Ana Elizabeth" userId="a6651dc3-39a9-4b54-9dc8-4ee17f7a8089" providerId="ADAL" clId="{8A150569-DCDD-45C2-8D3C-0ADC8F28C147}" dt="2026-02-24T04:04:27.618" v="42" actId="14100"/>
          <ac:spMkLst>
            <pc:docMk/>
            <pc:sldMk cId="295286254" sldId="2147482947"/>
            <ac:spMk id="13" creationId="{D5F622C4-A1C4-D27E-EBA7-0B1673BA546E}"/>
          </ac:spMkLst>
        </pc:spChg>
        <pc:spChg chg="add mod ord">
          <ac:chgData name="Franco Zamora Ana Elizabeth" userId="a6651dc3-39a9-4b54-9dc8-4ee17f7a8089" providerId="ADAL" clId="{8A150569-DCDD-45C2-8D3C-0ADC8F28C147}" dt="2026-02-24T04:04:36.983" v="45" actId="14100"/>
          <ac:spMkLst>
            <pc:docMk/>
            <pc:sldMk cId="295286254" sldId="2147482947"/>
            <ac:spMk id="14" creationId="{BCF91F4B-9BD8-B6BB-D452-AB34BA160CF2}"/>
          </ac:spMkLst>
        </pc:spChg>
        <pc:spChg chg="add mod">
          <ac:chgData name="Franco Zamora Ana Elizabeth" userId="a6651dc3-39a9-4b54-9dc8-4ee17f7a8089" providerId="ADAL" clId="{8A150569-DCDD-45C2-8D3C-0ADC8F28C147}" dt="2026-02-24T04:04:45.326" v="46"/>
          <ac:spMkLst>
            <pc:docMk/>
            <pc:sldMk cId="295286254" sldId="2147482947"/>
            <ac:spMk id="15" creationId="{6774FF68-F920-0700-BE7A-A260E0F70D61}"/>
          </ac:spMkLst>
        </pc:spChg>
        <pc:spChg chg="add mod">
          <ac:chgData name="Franco Zamora Ana Elizabeth" userId="a6651dc3-39a9-4b54-9dc8-4ee17f7a8089" providerId="ADAL" clId="{8A150569-DCDD-45C2-8D3C-0ADC8F28C147}" dt="2026-02-24T04:04:45.326" v="46"/>
          <ac:spMkLst>
            <pc:docMk/>
            <pc:sldMk cId="295286254" sldId="2147482947"/>
            <ac:spMk id="16" creationId="{40624427-A82C-57CA-2AE4-F626493A8C6F}"/>
          </ac:spMkLst>
        </pc:spChg>
        <pc:spChg chg="add mod">
          <ac:chgData name="Franco Zamora Ana Elizabeth" userId="a6651dc3-39a9-4b54-9dc8-4ee17f7a8089" providerId="ADAL" clId="{8A150569-DCDD-45C2-8D3C-0ADC8F28C147}" dt="2026-02-24T04:04:45.326" v="46"/>
          <ac:spMkLst>
            <pc:docMk/>
            <pc:sldMk cId="295286254" sldId="2147482947"/>
            <ac:spMk id="17" creationId="{655212EF-CD3E-1EC4-B1D1-6F50C2E9A5D1}"/>
          </ac:spMkLst>
        </pc:spChg>
        <pc:spChg chg="add mod">
          <ac:chgData name="Franco Zamora Ana Elizabeth" userId="a6651dc3-39a9-4b54-9dc8-4ee17f7a8089" providerId="ADAL" clId="{8A150569-DCDD-45C2-8D3C-0ADC8F28C147}" dt="2026-02-24T04:04:45.326" v="46"/>
          <ac:spMkLst>
            <pc:docMk/>
            <pc:sldMk cId="295286254" sldId="2147482947"/>
            <ac:spMk id="18" creationId="{1AC72AEF-A584-F23F-DA39-C1A3FC62F5DC}"/>
          </ac:spMkLst>
        </pc:spChg>
        <pc:spChg chg="add mod">
          <ac:chgData name="Franco Zamora Ana Elizabeth" userId="a6651dc3-39a9-4b54-9dc8-4ee17f7a8089" providerId="ADAL" clId="{8A150569-DCDD-45C2-8D3C-0ADC8F28C147}" dt="2026-02-24T04:04:45.326" v="46"/>
          <ac:spMkLst>
            <pc:docMk/>
            <pc:sldMk cId="295286254" sldId="2147482947"/>
            <ac:spMk id="19" creationId="{85190384-2B37-CA71-97A1-BBE5276C2F52}"/>
          </ac:spMkLst>
        </pc:spChg>
        <pc:spChg chg="add mod">
          <ac:chgData name="Franco Zamora Ana Elizabeth" userId="a6651dc3-39a9-4b54-9dc8-4ee17f7a8089" providerId="ADAL" clId="{8A150569-DCDD-45C2-8D3C-0ADC8F28C147}" dt="2026-02-24T04:04:45.326" v="46"/>
          <ac:spMkLst>
            <pc:docMk/>
            <pc:sldMk cId="295286254" sldId="2147482947"/>
            <ac:spMk id="20" creationId="{B88B6AC4-B4D5-B039-DA62-4A94019FBAC8}"/>
          </ac:spMkLst>
        </pc:spChg>
        <pc:spChg chg="add mod">
          <ac:chgData name="Franco Zamora Ana Elizabeth" userId="a6651dc3-39a9-4b54-9dc8-4ee17f7a8089" providerId="ADAL" clId="{8A150569-DCDD-45C2-8D3C-0ADC8F28C147}" dt="2026-02-24T04:04:45.326" v="46"/>
          <ac:spMkLst>
            <pc:docMk/>
            <pc:sldMk cId="295286254" sldId="2147482947"/>
            <ac:spMk id="21" creationId="{04E4DEA9-AE37-1503-B393-CA7C5875B871}"/>
          </ac:spMkLst>
        </pc:spChg>
        <pc:spChg chg="add mod">
          <ac:chgData name="Franco Zamora Ana Elizabeth" userId="a6651dc3-39a9-4b54-9dc8-4ee17f7a8089" providerId="ADAL" clId="{8A150569-DCDD-45C2-8D3C-0ADC8F28C147}" dt="2026-02-24T04:04:45.326" v="46"/>
          <ac:spMkLst>
            <pc:docMk/>
            <pc:sldMk cId="295286254" sldId="2147482947"/>
            <ac:spMk id="22" creationId="{38793E7E-F9AA-070E-86C7-6C7DD4DF96ED}"/>
          </ac:spMkLst>
        </pc:spChg>
        <pc:spChg chg="add mod">
          <ac:chgData name="Franco Zamora Ana Elizabeth" userId="a6651dc3-39a9-4b54-9dc8-4ee17f7a8089" providerId="ADAL" clId="{8A150569-DCDD-45C2-8D3C-0ADC8F28C147}" dt="2026-02-24T04:04:45.326" v="46"/>
          <ac:spMkLst>
            <pc:docMk/>
            <pc:sldMk cId="295286254" sldId="2147482947"/>
            <ac:spMk id="23" creationId="{34E1A335-0385-7EF0-6264-89D4C7B51E88}"/>
          </ac:spMkLst>
        </pc:spChg>
        <pc:spChg chg="add mod">
          <ac:chgData name="Franco Zamora Ana Elizabeth" userId="a6651dc3-39a9-4b54-9dc8-4ee17f7a8089" providerId="ADAL" clId="{8A150569-DCDD-45C2-8D3C-0ADC8F28C147}" dt="2026-02-24T04:04:45.326" v="46"/>
          <ac:spMkLst>
            <pc:docMk/>
            <pc:sldMk cId="295286254" sldId="2147482947"/>
            <ac:spMk id="24" creationId="{3F50E6D1-0F58-ED65-920B-4A1A841D5535}"/>
          </ac:spMkLst>
        </pc:spChg>
        <pc:spChg chg="add mod">
          <ac:chgData name="Franco Zamora Ana Elizabeth" userId="a6651dc3-39a9-4b54-9dc8-4ee17f7a8089" providerId="ADAL" clId="{8A150569-DCDD-45C2-8D3C-0ADC8F28C147}" dt="2026-02-24T04:04:45.326" v="46"/>
          <ac:spMkLst>
            <pc:docMk/>
            <pc:sldMk cId="295286254" sldId="2147482947"/>
            <ac:spMk id="25" creationId="{69C1F2FF-09E9-44EA-5870-E583E53F3CF6}"/>
          </ac:spMkLst>
        </pc:spChg>
        <pc:picChg chg="del">
          <ac:chgData name="Franco Zamora Ana Elizabeth" userId="a6651dc3-39a9-4b54-9dc8-4ee17f7a8089" providerId="ADAL" clId="{8A150569-DCDD-45C2-8D3C-0ADC8F28C147}" dt="2026-02-24T04:00:59.124" v="1" actId="478"/>
          <ac:picMkLst>
            <pc:docMk/>
            <pc:sldMk cId="295286254" sldId="2147482947"/>
            <ac:picMk id="6" creationId="{E711E78F-BDFA-81E8-6EF9-8FD0A65946DB}"/>
          </ac:picMkLst>
        </pc:picChg>
        <pc:picChg chg="del">
          <ac:chgData name="Franco Zamora Ana Elizabeth" userId="a6651dc3-39a9-4b54-9dc8-4ee17f7a8089" providerId="ADAL" clId="{8A150569-DCDD-45C2-8D3C-0ADC8F28C147}" dt="2026-02-24T04:00:57.910" v="0" actId="478"/>
          <ac:picMkLst>
            <pc:docMk/>
            <pc:sldMk cId="295286254" sldId="2147482947"/>
            <ac:picMk id="8" creationId="{019B175B-AD4F-8949-3A16-B80B5EE17E74}"/>
          </ac:picMkLst>
        </pc:picChg>
      </pc:sldChg>
      <pc:sldChg chg="modSp">
        <pc:chgData name="Franco Zamora Ana Elizabeth" userId="a6651dc3-39a9-4b54-9dc8-4ee17f7a8089" providerId="ADAL" clId="{8A150569-DCDD-45C2-8D3C-0ADC8F28C147}" dt="2026-02-24T16:06:44.773" v="2765" actId="1076"/>
        <pc:sldMkLst>
          <pc:docMk/>
          <pc:sldMk cId="679105534" sldId="2147482948"/>
        </pc:sldMkLst>
        <pc:spChg chg="mod">
          <ac:chgData name="Franco Zamora Ana Elizabeth" userId="a6651dc3-39a9-4b54-9dc8-4ee17f7a8089" providerId="ADAL" clId="{8A150569-DCDD-45C2-8D3C-0ADC8F28C147}" dt="2026-02-24T16:06:44.773" v="2765" actId="1076"/>
          <ac:spMkLst>
            <pc:docMk/>
            <pc:sldMk cId="679105534" sldId="2147482948"/>
            <ac:spMk id="4" creationId="{B0941E57-8524-442D-AA1E-71E27E8D8793}"/>
          </ac:spMkLst>
        </pc:spChg>
        <pc:spChg chg="mod">
          <ac:chgData name="Franco Zamora Ana Elizabeth" userId="a6651dc3-39a9-4b54-9dc8-4ee17f7a8089" providerId="ADAL" clId="{8A150569-DCDD-45C2-8D3C-0ADC8F28C147}" dt="2026-02-24T16:06:44.773" v="2765" actId="1076"/>
          <ac:spMkLst>
            <pc:docMk/>
            <pc:sldMk cId="679105534" sldId="2147482948"/>
            <ac:spMk id="5" creationId="{E3245FAE-0440-417C-89AD-5D987BA90110}"/>
          </ac:spMkLst>
        </pc:spChg>
        <pc:picChg chg="mod">
          <ac:chgData name="Franco Zamora Ana Elizabeth" userId="a6651dc3-39a9-4b54-9dc8-4ee17f7a8089" providerId="ADAL" clId="{8A150569-DCDD-45C2-8D3C-0ADC8F28C147}" dt="2026-02-24T16:06:44.773" v="2765" actId="1076"/>
          <ac:picMkLst>
            <pc:docMk/>
            <pc:sldMk cId="679105534" sldId="2147482948"/>
            <ac:picMk id="3" creationId="{97DD6122-049D-87B2-9FCE-89D0475812A7}"/>
          </ac:picMkLst>
        </pc:picChg>
      </pc:sldChg>
      <pc:sldChg chg="modSp mod">
        <pc:chgData name="Franco Zamora Ana Elizabeth" userId="a6651dc3-39a9-4b54-9dc8-4ee17f7a8089" providerId="ADAL" clId="{8A150569-DCDD-45C2-8D3C-0ADC8F28C147}" dt="2026-02-24T04:12:27.938" v="413" actId="20577"/>
        <pc:sldMkLst>
          <pc:docMk/>
          <pc:sldMk cId="4059062230" sldId="2147482950"/>
        </pc:sldMkLst>
        <pc:spChg chg="mod">
          <ac:chgData name="Franco Zamora Ana Elizabeth" userId="a6651dc3-39a9-4b54-9dc8-4ee17f7a8089" providerId="ADAL" clId="{8A150569-DCDD-45C2-8D3C-0ADC8F28C147}" dt="2026-02-24T04:12:27.938" v="413" actId="20577"/>
          <ac:spMkLst>
            <pc:docMk/>
            <pc:sldMk cId="4059062230" sldId="2147482950"/>
            <ac:spMk id="3" creationId="{6537DE6F-1964-E3F7-C046-CE9D29BB7EDE}"/>
          </ac:spMkLst>
        </pc:spChg>
      </pc:sldChg>
      <pc:sldChg chg="addSp delSp modSp add mod setBg modAnim">
        <pc:chgData name="Franco Zamora Ana Elizabeth" userId="a6651dc3-39a9-4b54-9dc8-4ee17f7a8089" providerId="ADAL" clId="{8A150569-DCDD-45C2-8D3C-0ADC8F28C147}" dt="2026-02-24T04:08:52.319" v="235"/>
        <pc:sldMkLst>
          <pc:docMk/>
          <pc:sldMk cId="502862115" sldId="2147482952"/>
        </pc:sldMkLst>
        <pc:spChg chg="add mod">
          <ac:chgData name="Franco Zamora Ana Elizabeth" userId="a6651dc3-39a9-4b54-9dc8-4ee17f7a8089" providerId="ADAL" clId="{8A150569-DCDD-45C2-8D3C-0ADC8F28C147}" dt="2026-02-24T04:06:08.379" v="71"/>
          <ac:spMkLst>
            <pc:docMk/>
            <pc:sldMk cId="502862115" sldId="2147482952"/>
            <ac:spMk id="2" creationId="{D826A517-8AEA-04F6-EDB3-A9A94D630050}"/>
          </ac:spMkLst>
        </pc:spChg>
        <pc:spChg chg="add 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3" creationId="{75F14585-98E7-A3BC-F2F7-1B2A2C19AAAD}"/>
          </ac:spMkLst>
        </pc:spChg>
        <pc:spChg chg="add 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4" creationId="{32C0E100-53E6-2841-146A-57184924C1BD}"/>
          </ac:spMkLst>
        </pc:spChg>
        <pc:spChg chg="mod">
          <ac:chgData name="Franco Zamora Ana Elizabeth" userId="a6651dc3-39a9-4b54-9dc8-4ee17f7a8089" providerId="ADAL" clId="{8A150569-DCDD-45C2-8D3C-0ADC8F28C147}" dt="2026-02-24T04:06:33.604" v="104" actId="1035"/>
          <ac:spMkLst>
            <pc:docMk/>
            <pc:sldMk cId="502862115" sldId="2147482952"/>
            <ac:spMk id="6" creationId="{38727832-9A34-C9EB-96D0-1645E9B10D03}"/>
          </ac:spMkLst>
        </pc:spChg>
        <pc:spChg chg="mod">
          <ac:chgData name="Franco Zamora Ana Elizabeth" userId="a6651dc3-39a9-4b54-9dc8-4ee17f7a8089" providerId="ADAL" clId="{8A150569-DCDD-45C2-8D3C-0ADC8F28C147}" dt="2026-02-24T04:06:33.604" v="104" actId="1035"/>
          <ac:spMkLst>
            <pc:docMk/>
            <pc:sldMk cId="502862115" sldId="2147482952"/>
            <ac:spMk id="7" creationId="{84BFDCD7-8059-57E6-DA15-22F1B7C83B70}"/>
          </ac:spMkLst>
        </pc:spChg>
        <pc:spChg chg="mod">
          <ac:chgData name="Franco Zamora Ana Elizabeth" userId="a6651dc3-39a9-4b54-9dc8-4ee17f7a8089" providerId="ADAL" clId="{8A150569-DCDD-45C2-8D3C-0ADC8F28C147}" dt="2026-02-24T04:06:33.604" v="104" actId="1035"/>
          <ac:spMkLst>
            <pc:docMk/>
            <pc:sldMk cId="502862115" sldId="2147482952"/>
            <ac:spMk id="10" creationId="{C63F85B6-A679-E461-C65C-D4878CC4F5C4}"/>
          </ac:spMkLst>
        </pc:spChg>
        <pc:spChg chg="del">
          <ac:chgData name="Franco Zamora Ana Elizabeth" userId="a6651dc3-39a9-4b54-9dc8-4ee17f7a8089" providerId="ADAL" clId="{8A150569-DCDD-45C2-8D3C-0ADC8F28C147}" dt="2026-02-24T04:06:01.189" v="70" actId="478"/>
          <ac:spMkLst>
            <pc:docMk/>
            <pc:sldMk cId="502862115" sldId="2147482952"/>
            <ac:spMk id="12" creationId="{CE1984FD-325A-1DAF-441E-E4E389F39E0D}"/>
          </ac:spMkLst>
        </pc:spChg>
        <pc:spChg chg="del">
          <ac:chgData name="Franco Zamora Ana Elizabeth" userId="a6651dc3-39a9-4b54-9dc8-4ee17f7a8089" providerId="ADAL" clId="{8A150569-DCDD-45C2-8D3C-0ADC8F28C147}" dt="2026-02-24T04:06:01.189" v="70" actId="478"/>
          <ac:spMkLst>
            <pc:docMk/>
            <pc:sldMk cId="502862115" sldId="2147482952"/>
            <ac:spMk id="13" creationId="{D5F622C4-A1C4-D27E-EBA7-0B1673BA546E}"/>
          </ac:spMkLst>
        </pc:spChg>
        <pc:spChg chg="del">
          <ac:chgData name="Franco Zamora Ana Elizabeth" userId="a6651dc3-39a9-4b54-9dc8-4ee17f7a8089" providerId="ADAL" clId="{8A150569-DCDD-45C2-8D3C-0ADC8F28C147}" dt="2026-02-24T04:06:01.189" v="70" actId="478"/>
          <ac:spMkLst>
            <pc:docMk/>
            <pc:sldMk cId="502862115" sldId="2147482952"/>
            <ac:spMk id="14" creationId="{BCF91F4B-9BD8-B6BB-D452-AB34BA160CF2}"/>
          </ac:spMkLst>
        </pc:spChg>
        <pc:spChg chg="del">
          <ac:chgData name="Franco Zamora Ana Elizabeth" userId="a6651dc3-39a9-4b54-9dc8-4ee17f7a8089" providerId="ADAL" clId="{8A150569-DCDD-45C2-8D3C-0ADC8F28C147}" dt="2026-02-24T04:06:01.189" v="70" actId="478"/>
          <ac:spMkLst>
            <pc:docMk/>
            <pc:sldMk cId="502862115" sldId="2147482952"/>
            <ac:spMk id="15" creationId="{6774FF68-F920-0700-BE7A-A260E0F70D61}"/>
          </ac:spMkLst>
        </pc:spChg>
        <pc:spChg chg="del">
          <ac:chgData name="Franco Zamora Ana Elizabeth" userId="a6651dc3-39a9-4b54-9dc8-4ee17f7a8089" providerId="ADAL" clId="{8A150569-DCDD-45C2-8D3C-0ADC8F28C147}" dt="2026-02-24T04:06:01.189" v="70" actId="478"/>
          <ac:spMkLst>
            <pc:docMk/>
            <pc:sldMk cId="502862115" sldId="2147482952"/>
            <ac:spMk id="16" creationId="{40624427-A82C-57CA-2AE4-F626493A8C6F}"/>
          </ac:spMkLst>
        </pc:spChg>
        <pc:spChg chg="del">
          <ac:chgData name="Franco Zamora Ana Elizabeth" userId="a6651dc3-39a9-4b54-9dc8-4ee17f7a8089" providerId="ADAL" clId="{8A150569-DCDD-45C2-8D3C-0ADC8F28C147}" dt="2026-02-24T04:06:01.189" v="70" actId="478"/>
          <ac:spMkLst>
            <pc:docMk/>
            <pc:sldMk cId="502862115" sldId="2147482952"/>
            <ac:spMk id="17" creationId="{655212EF-CD3E-1EC4-B1D1-6F50C2E9A5D1}"/>
          </ac:spMkLst>
        </pc:spChg>
        <pc:spChg chg="del">
          <ac:chgData name="Franco Zamora Ana Elizabeth" userId="a6651dc3-39a9-4b54-9dc8-4ee17f7a8089" providerId="ADAL" clId="{8A150569-DCDD-45C2-8D3C-0ADC8F28C147}" dt="2026-02-24T04:06:01.189" v="70" actId="478"/>
          <ac:spMkLst>
            <pc:docMk/>
            <pc:sldMk cId="502862115" sldId="2147482952"/>
            <ac:spMk id="18" creationId="{1AC72AEF-A584-F23F-DA39-C1A3FC62F5DC}"/>
          </ac:spMkLst>
        </pc:spChg>
        <pc:spChg chg="del">
          <ac:chgData name="Franco Zamora Ana Elizabeth" userId="a6651dc3-39a9-4b54-9dc8-4ee17f7a8089" providerId="ADAL" clId="{8A150569-DCDD-45C2-8D3C-0ADC8F28C147}" dt="2026-02-24T04:06:01.189" v="70" actId="478"/>
          <ac:spMkLst>
            <pc:docMk/>
            <pc:sldMk cId="502862115" sldId="2147482952"/>
            <ac:spMk id="19" creationId="{85190384-2B37-CA71-97A1-BBE5276C2F52}"/>
          </ac:spMkLst>
        </pc:spChg>
        <pc:spChg chg="del">
          <ac:chgData name="Franco Zamora Ana Elizabeth" userId="a6651dc3-39a9-4b54-9dc8-4ee17f7a8089" providerId="ADAL" clId="{8A150569-DCDD-45C2-8D3C-0ADC8F28C147}" dt="2026-02-24T04:06:01.189" v="70" actId="478"/>
          <ac:spMkLst>
            <pc:docMk/>
            <pc:sldMk cId="502862115" sldId="2147482952"/>
            <ac:spMk id="20" creationId="{B88B6AC4-B4D5-B039-DA62-4A94019FBAC8}"/>
          </ac:spMkLst>
        </pc:spChg>
        <pc:spChg chg="del">
          <ac:chgData name="Franco Zamora Ana Elizabeth" userId="a6651dc3-39a9-4b54-9dc8-4ee17f7a8089" providerId="ADAL" clId="{8A150569-DCDD-45C2-8D3C-0ADC8F28C147}" dt="2026-02-24T04:06:01.189" v="70" actId="478"/>
          <ac:spMkLst>
            <pc:docMk/>
            <pc:sldMk cId="502862115" sldId="2147482952"/>
            <ac:spMk id="21" creationId="{04E4DEA9-AE37-1503-B393-CA7C5875B871}"/>
          </ac:spMkLst>
        </pc:spChg>
        <pc:spChg chg="del">
          <ac:chgData name="Franco Zamora Ana Elizabeth" userId="a6651dc3-39a9-4b54-9dc8-4ee17f7a8089" providerId="ADAL" clId="{8A150569-DCDD-45C2-8D3C-0ADC8F28C147}" dt="2026-02-24T04:06:01.189" v="70" actId="478"/>
          <ac:spMkLst>
            <pc:docMk/>
            <pc:sldMk cId="502862115" sldId="2147482952"/>
            <ac:spMk id="22" creationId="{38793E7E-F9AA-070E-86C7-6C7DD4DF96ED}"/>
          </ac:spMkLst>
        </pc:spChg>
        <pc:spChg chg="del">
          <ac:chgData name="Franco Zamora Ana Elizabeth" userId="a6651dc3-39a9-4b54-9dc8-4ee17f7a8089" providerId="ADAL" clId="{8A150569-DCDD-45C2-8D3C-0ADC8F28C147}" dt="2026-02-24T04:06:01.189" v="70" actId="478"/>
          <ac:spMkLst>
            <pc:docMk/>
            <pc:sldMk cId="502862115" sldId="2147482952"/>
            <ac:spMk id="23" creationId="{34E1A335-0385-7EF0-6264-89D4C7B51E88}"/>
          </ac:spMkLst>
        </pc:spChg>
        <pc:spChg chg="del">
          <ac:chgData name="Franco Zamora Ana Elizabeth" userId="a6651dc3-39a9-4b54-9dc8-4ee17f7a8089" providerId="ADAL" clId="{8A150569-DCDD-45C2-8D3C-0ADC8F28C147}" dt="2026-02-24T04:06:01.189" v="70" actId="478"/>
          <ac:spMkLst>
            <pc:docMk/>
            <pc:sldMk cId="502862115" sldId="2147482952"/>
            <ac:spMk id="24" creationId="{3F50E6D1-0F58-ED65-920B-4A1A841D5535}"/>
          </ac:spMkLst>
        </pc:spChg>
        <pc:spChg chg="del">
          <ac:chgData name="Franco Zamora Ana Elizabeth" userId="a6651dc3-39a9-4b54-9dc8-4ee17f7a8089" providerId="ADAL" clId="{8A150569-DCDD-45C2-8D3C-0ADC8F28C147}" dt="2026-02-24T04:06:01.189" v="70" actId="478"/>
          <ac:spMkLst>
            <pc:docMk/>
            <pc:sldMk cId="502862115" sldId="2147482952"/>
            <ac:spMk id="25" creationId="{69C1F2FF-09E9-44EA-5870-E583E53F3CF6}"/>
          </ac:spMkLst>
        </pc:spChg>
        <pc:spChg chg="mod">
          <ac:chgData name="Franco Zamora Ana Elizabeth" userId="a6651dc3-39a9-4b54-9dc8-4ee17f7a8089" providerId="ADAL" clId="{8A150569-DCDD-45C2-8D3C-0ADC8F28C147}" dt="2026-02-24T04:06:33.604" v="104" actId="1035"/>
          <ac:spMkLst>
            <pc:docMk/>
            <pc:sldMk cId="502862115" sldId="2147482952"/>
            <ac:spMk id="27" creationId="{B708EAC4-35F1-32E3-4796-B7BD11457065}"/>
          </ac:spMkLst>
        </pc:spChg>
        <pc:spChg chg="mod">
          <ac:chgData name="Franco Zamora Ana Elizabeth" userId="a6651dc3-39a9-4b54-9dc8-4ee17f7a8089" providerId="ADAL" clId="{8A150569-DCDD-45C2-8D3C-0ADC8F28C147}" dt="2026-02-24T04:06:33.604" v="104" actId="1035"/>
          <ac:spMkLst>
            <pc:docMk/>
            <pc:sldMk cId="502862115" sldId="2147482952"/>
            <ac:spMk id="30" creationId="{005AFD84-26EE-2731-13F4-17D588CAE9AD}"/>
          </ac:spMkLst>
        </pc:spChg>
        <pc:spChg chg="add 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33" creationId="{FFBD04FF-F65D-612C-8ABB-4EAB3B99B4AA}"/>
          </ac:spMkLst>
        </pc:spChg>
        <pc:spChg chg="add 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34" creationId="{77EC2799-3405-751A-ED99-E39F3628D237}"/>
          </ac:spMkLst>
        </pc:spChg>
        <pc:spChg chg="add 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35" creationId="{65306367-A635-269D-400E-D6974F8D3760}"/>
          </ac:spMkLst>
        </pc:spChg>
        <pc:spChg chg="add 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36" creationId="{24939795-EFD8-0BBD-8C39-1286EBBD513A}"/>
          </ac:spMkLst>
        </pc:spChg>
        <pc:spChg chg="add 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37" creationId="{5CCCFF69-288A-4292-BB53-4C8E3CFB9D64}"/>
          </ac:spMkLst>
        </pc:spChg>
        <pc:spChg chg="add 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38" creationId="{DF5660C6-B0AE-0F03-5D4A-A0815C262F52}"/>
          </ac:spMkLst>
        </pc:spChg>
        <pc:spChg chg="add 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39" creationId="{6696BD8D-49C9-A39E-9589-F45CB1DFF62C}"/>
          </ac:spMkLst>
        </pc:spChg>
        <pc:spChg chg="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45" creationId="{B56570D3-D211-86A1-9952-7B151490A92C}"/>
          </ac:spMkLst>
        </pc:spChg>
        <pc:spChg chg="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46" creationId="{06539232-9E29-F15D-97D6-F21EAB6B3489}"/>
          </ac:spMkLst>
        </pc:spChg>
        <pc:spChg chg="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47" creationId="{ECE11231-D041-B3CE-F952-51F91926FE30}"/>
          </ac:spMkLst>
        </pc:spChg>
        <pc:spChg chg="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48" creationId="{8D9CF8F5-FA81-A03E-5D2B-530B3BB11B2C}"/>
          </ac:spMkLst>
        </pc:spChg>
        <pc:spChg chg="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49" creationId="{894FF696-4B39-F175-FE35-F712DBAABA70}"/>
          </ac:spMkLst>
        </pc:spChg>
        <pc:spChg chg="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50" creationId="{4260B62A-7F87-F2F7-DBD4-91260D0AD242}"/>
          </ac:spMkLst>
        </pc:spChg>
        <pc:spChg chg="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51" creationId="{87117FA1-7694-D4AF-2698-620D648413B4}"/>
          </ac:spMkLst>
        </pc:spChg>
        <pc:spChg chg="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52" creationId="{B0897F47-9515-C426-2F97-F458B4529E61}"/>
          </ac:spMkLst>
        </pc:spChg>
        <pc:spChg chg="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53" creationId="{CC7D506F-1096-D8D1-47FD-42373B52718E}"/>
          </ac:spMkLst>
        </pc:spChg>
        <pc:spChg chg="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55" creationId="{4DEA3810-C625-5B8F-096E-F1A347E6FE64}"/>
          </ac:spMkLst>
        </pc:spChg>
        <pc:spChg chg="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56" creationId="{E07CE345-488A-AEFA-BDF0-0D1547DCEA22}"/>
          </ac:spMkLst>
        </pc:spChg>
        <pc:spChg chg="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57" creationId="{B11E0E64-F74B-E0E1-B3DC-8AF6919FA0F0}"/>
          </ac:spMkLst>
        </pc:spChg>
        <pc:spChg chg="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58" creationId="{947ADC12-5F7E-3E90-953C-D6A9AF565F9A}"/>
          </ac:spMkLst>
        </pc:spChg>
        <pc:spChg chg="add 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63" creationId="{E4E4D237-14FB-550C-475B-C908F9E97BC2}"/>
          </ac:spMkLst>
        </pc:spChg>
        <pc:spChg chg="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65" creationId="{B7871160-30A9-0947-190F-9C100BFBBC87}"/>
          </ac:spMkLst>
        </pc:spChg>
        <pc:spChg chg="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66" creationId="{E714505E-9B2C-6976-4EB6-1C81F1103514}"/>
          </ac:spMkLst>
        </pc:spChg>
        <pc:spChg chg="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67" creationId="{3B9B5122-50CD-106D-675F-444BCBDE2C4C}"/>
          </ac:spMkLst>
        </pc:spChg>
        <pc:spChg chg="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68" creationId="{884BEFF4-743D-F01D-5B9C-0B9C70324FC9}"/>
          </ac:spMkLst>
        </pc:spChg>
        <pc:spChg chg="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69" creationId="{19C0079C-E66E-84B7-5FD6-889013B17D9E}"/>
          </ac:spMkLst>
        </pc:spChg>
        <pc:spChg chg="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70" creationId="{62C6EED6-8F84-9E4D-DACB-D6CE4F6E90EE}"/>
          </ac:spMkLst>
        </pc:spChg>
        <pc:spChg chg="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71" creationId="{F4AFC242-28A4-85C6-29E3-243CC8254B5E}"/>
          </ac:spMkLst>
        </pc:spChg>
        <pc:spChg chg="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72" creationId="{F67617A1-567D-C340-ECF6-349FB6D141DC}"/>
          </ac:spMkLst>
        </pc:spChg>
        <pc:spChg chg="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73" creationId="{525AEC19-0471-FE2F-B214-B52BAC79472C}"/>
          </ac:spMkLst>
        </pc:spChg>
        <pc:spChg chg="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74" creationId="{29325E05-4DE2-B303-8468-5D74A8F318E1}"/>
          </ac:spMkLst>
        </pc:spChg>
        <pc:spChg chg="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75" creationId="{64C6F908-2DAD-8426-1AC6-0BE1BAF4AE78}"/>
          </ac:spMkLst>
        </pc:spChg>
        <pc:spChg chg="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76" creationId="{6F4F4802-121E-59C7-2C78-E58E36D11695}"/>
          </ac:spMkLst>
        </pc:spChg>
        <pc:spChg chg="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77" creationId="{962F9ACF-929D-28C2-D15D-F91324D9E8F0}"/>
          </ac:spMkLst>
        </pc:spChg>
        <pc:spChg chg="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78" creationId="{45C93072-70B7-2740-4F85-7DB784EB558A}"/>
          </ac:spMkLst>
        </pc:spChg>
        <pc:spChg chg="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79" creationId="{8D3C48D6-8831-5CF5-F349-D1862C42A9C2}"/>
          </ac:spMkLst>
        </pc:spChg>
        <pc:spChg chg="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80" creationId="{377CD08E-E017-F99C-F78F-026817864D26}"/>
          </ac:spMkLst>
        </pc:spChg>
        <pc:spChg chg="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81" creationId="{DF3BB98B-BC42-8637-3B53-BBAA57125A98}"/>
          </ac:spMkLst>
        </pc:spChg>
        <pc:spChg chg="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82" creationId="{5E74CDDB-517B-62D1-5017-4B60714842D7}"/>
          </ac:spMkLst>
        </pc:spChg>
        <pc:spChg chg="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83" creationId="{C59B097B-5274-8BB6-EB11-84F4B80E52AA}"/>
          </ac:spMkLst>
        </pc:spChg>
        <pc:spChg chg="add 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88" creationId="{53EB2E55-EA3D-1871-C657-B81C7044A378}"/>
          </ac:spMkLst>
        </pc:spChg>
        <pc:spChg chg="add 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89" creationId="{FF8EC001-E5F4-21AF-7107-D7A956F8D209}"/>
          </ac:spMkLst>
        </pc:spChg>
        <pc:spChg chg="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91" creationId="{A05CDAFF-9F55-C546-741E-7E126F4B520B}"/>
          </ac:spMkLst>
        </pc:spChg>
        <pc:spChg chg="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92" creationId="{B269ED9C-19D6-143E-4DB0-50A230EFBA73}"/>
          </ac:spMkLst>
        </pc:spChg>
        <pc:spChg chg="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93" creationId="{832185E7-8CA9-9807-62B1-30131B5F2B2C}"/>
          </ac:spMkLst>
        </pc:spChg>
        <pc:spChg chg="add 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94" creationId="{E1F3C310-6B7F-FAD1-0753-780F62CE4158}"/>
          </ac:spMkLst>
        </pc:spChg>
        <pc:spChg chg="add 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95" creationId="{4CCBDC74-4C1D-BC30-3F4E-DB9A659C7F73}"/>
          </ac:spMkLst>
        </pc:spChg>
        <pc:spChg chg="add 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96" creationId="{D823198A-BF22-F4E3-E1C7-22C53704A1F5}"/>
          </ac:spMkLst>
        </pc:spChg>
        <pc:spChg chg="add 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97" creationId="{75A9F9DC-7CC6-9378-FD81-922ABF00670B}"/>
          </ac:spMkLst>
        </pc:spChg>
        <pc:spChg chg="add 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98" creationId="{41C583CB-FCD3-7CAF-7AA4-ECA934785B43}"/>
          </ac:spMkLst>
        </pc:spChg>
        <pc:spChg chg="add 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99" creationId="{27BC51B6-F7E8-6656-0F39-1273BC27737B}"/>
          </ac:spMkLst>
        </pc:spChg>
        <pc:spChg chg="add 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100" creationId="{304C91F2-FA45-5676-F6B3-481F7F4EECDE}"/>
          </ac:spMkLst>
        </pc:spChg>
        <pc:spChg chg="add 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101" creationId="{885C0B7F-08CF-9E95-47E1-3D76C84835CD}"/>
          </ac:spMkLst>
        </pc:spChg>
        <pc:spChg chg="add 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102" creationId="{ED97AFC6-E30A-54C5-7455-BE949C0475AA}"/>
          </ac:spMkLst>
        </pc:spChg>
        <pc:spChg chg="add 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103" creationId="{E50C9D03-6102-4891-1466-D20FDA09660A}"/>
          </ac:spMkLst>
        </pc:spChg>
        <pc:spChg chg="add 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104" creationId="{2D18B3D1-C20D-B297-5975-7909670A0B90}"/>
          </ac:spMkLst>
        </pc:spChg>
        <pc:spChg chg="add 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105" creationId="{005DA51A-613F-3A4F-F71E-E4A92D9885B5}"/>
          </ac:spMkLst>
        </pc:spChg>
        <pc:spChg chg="add 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106" creationId="{9EE30D9B-E833-1A7D-F04B-8D055253F3F0}"/>
          </ac:spMkLst>
        </pc:spChg>
        <pc:spChg chg="add 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107" creationId="{9F8130CA-449E-6084-3241-84039FDE09F3}"/>
          </ac:spMkLst>
        </pc:spChg>
        <pc:spChg chg="add 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108" creationId="{DC034213-6FF6-2D4E-D306-B35987110696}"/>
          </ac:spMkLst>
        </pc:spChg>
        <pc:spChg chg="add 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109" creationId="{863B0D01-EE1A-660C-471F-11F6F08F4966}"/>
          </ac:spMkLst>
        </pc:spChg>
        <pc:spChg chg="add 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110" creationId="{DA07694D-F337-F6B0-F6C2-56152EE58365}"/>
          </ac:spMkLst>
        </pc:spChg>
        <pc:spChg chg="add 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111" creationId="{B2F98F96-CE84-F630-62FA-CBD6A294E51D}"/>
          </ac:spMkLst>
        </pc:spChg>
        <pc:spChg chg="add 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112" creationId="{162D803B-72AA-172B-2DEB-9BDAB77424C2}"/>
          </ac:spMkLst>
        </pc:spChg>
        <pc:spChg chg="add 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113" creationId="{E0B79A87-18B3-4E59-8FB9-A4F4AFA2D258}"/>
          </ac:spMkLst>
        </pc:spChg>
        <pc:spChg chg="add 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114" creationId="{CD6A2270-DB89-3133-2E48-EC675A6C58F8}"/>
          </ac:spMkLst>
        </pc:spChg>
        <pc:spChg chg="add 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115" creationId="{B1337DD6-F3BE-DCEF-6601-259820CBE6FF}"/>
          </ac:spMkLst>
        </pc:spChg>
        <pc:spChg chg="add 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116" creationId="{9FA25082-8E0B-179F-36DC-A9D6AAF8D838}"/>
          </ac:spMkLst>
        </pc:spChg>
        <pc:spChg chg="add 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117" creationId="{E596122A-26B0-E42B-67AA-D2FC48AD597F}"/>
          </ac:spMkLst>
        </pc:spChg>
        <pc:spChg chg="add 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118" creationId="{420B8C32-9A23-948A-66FA-050F5441045B}"/>
          </ac:spMkLst>
        </pc:spChg>
        <pc:spChg chg="add 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119" creationId="{B22A2806-FB73-3A99-D373-C496DE0AAA49}"/>
          </ac:spMkLst>
        </pc:spChg>
        <pc:spChg chg="add 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120" creationId="{670E34BD-A353-9533-AE4B-EEB9EFCE9B7F}"/>
          </ac:spMkLst>
        </pc:spChg>
        <pc:spChg chg="add mod">
          <ac:chgData name="Franco Zamora Ana Elizabeth" userId="a6651dc3-39a9-4b54-9dc8-4ee17f7a8089" providerId="ADAL" clId="{8A150569-DCDD-45C2-8D3C-0ADC8F28C147}" dt="2026-02-24T04:07:36.112" v="216"/>
          <ac:spMkLst>
            <pc:docMk/>
            <pc:sldMk cId="502862115" sldId="2147482952"/>
            <ac:spMk id="121" creationId="{D256966D-ECC0-7E6A-9767-DF5804C90D8F}"/>
          </ac:spMkLst>
        </pc:spChg>
        <pc:spChg chg="mod">
          <ac:chgData name="Franco Zamora Ana Elizabeth" userId="a6651dc3-39a9-4b54-9dc8-4ee17f7a8089" providerId="ADAL" clId="{8A150569-DCDD-45C2-8D3C-0ADC8F28C147}" dt="2026-02-24T04:07:55.293" v="218" actId="1076"/>
          <ac:spMkLst>
            <pc:docMk/>
            <pc:sldMk cId="502862115" sldId="2147482952"/>
            <ac:spMk id="123" creationId="{F1A6A9F7-4702-C699-46CF-CEBD8AEFAA65}"/>
          </ac:spMkLst>
        </pc:spChg>
        <pc:spChg chg="mod">
          <ac:chgData name="Franco Zamora Ana Elizabeth" userId="a6651dc3-39a9-4b54-9dc8-4ee17f7a8089" providerId="ADAL" clId="{8A150569-DCDD-45C2-8D3C-0ADC8F28C147}" dt="2026-02-24T04:07:55.293" v="218" actId="1076"/>
          <ac:spMkLst>
            <pc:docMk/>
            <pc:sldMk cId="502862115" sldId="2147482952"/>
            <ac:spMk id="124" creationId="{840C7F32-F7AF-EFCE-8AB1-5FD9CB4EF4A6}"/>
          </ac:spMkLst>
        </pc:spChg>
        <pc:spChg chg="mod">
          <ac:chgData name="Franco Zamora Ana Elizabeth" userId="a6651dc3-39a9-4b54-9dc8-4ee17f7a8089" providerId="ADAL" clId="{8A150569-DCDD-45C2-8D3C-0ADC8F28C147}" dt="2026-02-24T04:07:55.293" v="218" actId="1076"/>
          <ac:spMkLst>
            <pc:docMk/>
            <pc:sldMk cId="502862115" sldId="2147482952"/>
            <ac:spMk id="127" creationId="{AC8102E3-F38C-E606-6C82-4648A39F40FA}"/>
          </ac:spMkLst>
        </pc:spChg>
        <pc:spChg chg="add mod">
          <ac:chgData name="Franco Zamora Ana Elizabeth" userId="a6651dc3-39a9-4b54-9dc8-4ee17f7a8089" providerId="ADAL" clId="{8A150569-DCDD-45C2-8D3C-0ADC8F28C147}" dt="2026-02-24T04:08:00.263" v="219" actId="164"/>
          <ac:spMkLst>
            <pc:docMk/>
            <pc:sldMk cId="502862115" sldId="2147482952"/>
            <ac:spMk id="130" creationId="{A0309CFB-ED6C-0AD3-3705-F2C29DA95637}"/>
          </ac:spMkLst>
        </pc:spChg>
        <pc:spChg chg="add mod">
          <ac:chgData name="Franco Zamora Ana Elizabeth" userId="a6651dc3-39a9-4b54-9dc8-4ee17f7a8089" providerId="ADAL" clId="{8A150569-DCDD-45C2-8D3C-0ADC8F28C147}" dt="2026-02-24T04:08:00.263" v="219" actId="164"/>
          <ac:spMkLst>
            <pc:docMk/>
            <pc:sldMk cId="502862115" sldId="2147482952"/>
            <ac:spMk id="131" creationId="{E867C3AD-DA9E-A589-1293-DD17572C4FC0}"/>
          </ac:spMkLst>
        </pc:spChg>
        <pc:spChg chg="add mod">
          <ac:chgData name="Franco Zamora Ana Elizabeth" userId="a6651dc3-39a9-4b54-9dc8-4ee17f7a8089" providerId="ADAL" clId="{8A150569-DCDD-45C2-8D3C-0ADC8F28C147}" dt="2026-02-24T04:08:00.263" v="219" actId="164"/>
          <ac:spMkLst>
            <pc:docMk/>
            <pc:sldMk cId="502862115" sldId="2147482952"/>
            <ac:spMk id="132" creationId="{3729786C-8444-87B3-9718-2BE640E07E09}"/>
          </ac:spMkLst>
        </pc:spChg>
        <pc:spChg chg="add mod">
          <ac:chgData name="Franco Zamora Ana Elizabeth" userId="a6651dc3-39a9-4b54-9dc8-4ee17f7a8089" providerId="ADAL" clId="{8A150569-DCDD-45C2-8D3C-0ADC8F28C147}" dt="2026-02-24T04:08:00.263" v="219" actId="164"/>
          <ac:spMkLst>
            <pc:docMk/>
            <pc:sldMk cId="502862115" sldId="2147482952"/>
            <ac:spMk id="133" creationId="{12594008-D6B4-8AF3-902D-A453EA8FEF74}"/>
          </ac:spMkLst>
        </pc:spChg>
        <pc:spChg chg="add mod">
          <ac:chgData name="Franco Zamora Ana Elizabeth" userId="a6651dc3-39a9-4b54-9dc8-4ee17f7a8089" providerId="ADAL" clId="{8A150569-DCDD-45C2-8D3C-0ADC8F28C147}" dt="2026-02-24T04:08:00.263" v="219" actId="164"/>
          <ac:spMkLst>
            <pc:docMk/>
            <pc:sldMk cId="502862115" sldId="2147482952"/>
            <ac:spMk id="134" creationId="{CF9E118D-ABA1-DC66-ED4E-4A1FD539C9B4}"/>
          </ac:spMkLst>
        </pc:spChg>
        <pc:spChg chg="add mod">
          <ac:chgData name="Franco Zamora Ana Elizabeth" userId="a6651dc3-39a9-4b54-9dc8-4ee17f7a8089" providerId="ADAL" clId="{8A150569-DCDD-45C2-8D3C-0ADC8F28C147}" dt="2026-02-24T04:08:00.263" v="219" actId="164"/>
          <ac:spMkLst>
            <pc:docMk/>
            <pc:sldMk cId="502862115" sldId="2147482952"/>
            <ac:spMk id="135" creationId="{507BFD97-BA8A-9154-C9AE-9A40CAF23B02}"/>
          </ac:spMkLst>
        </pc:spChg>
        <pc:spChg chg="add mod">
          <ac:chgData name="Franco Zamora Ana Elizabeth" userId="a6651dc3-39a9-4b54-9dc8-4ee17f7a8089" providerId="ADAL" clId="{8A150569-DCDD-45C2-8D3C-0ADC8F28C147}" dt="2026-02-24T04:08:00.263" v="219" actId="164"/>
          <ac:spMkLst>
            <pc:docMk/>
            <pc:sldMk cId="502862115" sldId="2147482952"/>
            <ac:spMk id="136" creationId="{125A1D6A-1E4C-D302-AF90-10019567E8C8}"/>
          </ac:spMkLst>
        </pc:spChg>
        <pc:spChg chg="add mod">
          <ac:chgData name="Franco Zamora Ana Elizabeth" userId="a6651dc3-39a9-4b54-9dc8-4ee17f7a8089" providerId="ADAL" clId="{8A150569-DCDD-45C2-8D3C-0ADC8F28C147}" dt="2026-02-24T04:08:00.263" v="219" actId="164"/>
          <ac:spMkLst>
            <pc:docMk/>
            <pc:sldMk cId="502862115" sldId="2147482952"/>
            <ac:spMk id="137" creationId="{3340BF1C-FF5E-5302-5338-11B00CFDE0DD}"/>
          </ac:spMkLst>
        </pc:spChg>
        <pc:spChg chg="add mod">
          <ac:chgData name="Franco Zamora Ana Elizabeth" userId="a6651dc3-39a9-4b54-9dc8-4ee17f7a8089" providerId="ADAL" clId="{8A150569-DCDD-45C2-8D3C-0ADC8F28C147}" dt="2026-02-24T04:08:00.263" v="219" actId="164"/>
          <ac:spMkLst>
            <pc:docMk/>
            <pc:sldMk cId="502862115" sldId="2147482952"/>
            <ac:spMk id="138" creationId="{9BD7B82C-995A-D62A-E756-CD2BB10D11F3}"/>
          </ac:spMkLst>
        </pc:spChg>
        <pc:spChg chg="add mod">
          <ac:chgData name="Franco Zamora Ana Elizabeth" userId="a6651dc3-39a9-4b54-9dc8-4ee17f7a8089" providerId="ADAL" clId="{8A150569-DCDD-45C2-8D3C-0ADC8F28C147}" dt="2026-02-24T04:08:00.263" v="219" actId="164"/>
          <ac:spMkLst>
            <pc:docMk/>
            <pc:sldMk cId="502862115" sldId="2147482952"/>
            <ac:spMk id="139" creationId="{E4F07185-88B7-B780-027C-AB69F574CA50}"/>
          </ac:spMkLst>
        </pc:spChg>
        <pc:spChg chg="add mod ord">
          <ac:chgData name="Franco Zamora Ana Elizabeth" userId="a6651dc3-39a9-4b54-9dc8-4ee17f7a8089" providerId="ADAL" clId="{8A150569-DCDD-45C2-8D3C-0ADC8F28C147}" dt="2026-02-24T04:08:43.296" v="234" actId="207"/>
          <ac:spMkLst>
            <pc:docMk/>
            <pc:sldMk cId="502862115" sldId="2147482952"/>
            <ac:spMk id="141" creationId="{8C821ACB-7AD0-3C3F-0A2E-C0FC1CACCAAC}"/>
          </ac:spMkLst>
        </pc:spChg>
        <pc:grpChg chg="add mod">
          <ac:chgData name="Franco Zamora Ana Elizabeth" userId="a6651dc3-39a9-4b54-9dc8-4ee17f7a8089" providerId="ADAL" clId="{8A150569-DCDD-45C2-8D3C-0ADC8F28C147}" dt="2026-02-24T04:06:33.604" v="104" actId="1035"/>
          <ac:grpSpMkLst>
            <pc:docMk/>
            <pc:sldMk cId="502862115" sldId="2147482952"/>
            <ac:grpSpMk id="5" creationId="{9E084A55-CBD2-8C41-A3B9-3D5035C9425A}"/>
          </ac:grpSpMkLst>
        </pc:grpChg>
        <pc:grpChg chg="add mod">
          <ac:chgData name="Franco Zamora Ana Elizabeth" userId="a6651dc3-39a9-4b54-9dc8-4ee17f7a8089" providerId="ADAL" clId="{8A150569-DCDD-45C2-8D3C-0ADC8F28C147}" dt="2026-02-24T04:07:25.654" v="214" actId="1035"/>
          <ac:grpSpMkLst>
            <pc:docMk/>
            <pc:sldMk cId="502862115" sldId="2147482952"/>
            <ac:grpSpMk id="40" creationId="{C49063BE-0C20-A29E-700B-55A35D486AE8}"/>
          </ac:grpSpMkLst>
        </pc:grpChg>
        <pc:grpChg chg="add mod">
          <ac:chgData name="Franco Zamora Ana Elizabeth" userId="a6651dc3-39a9-4b54-9dc8-4ee17f7a8089" providerId="ADAL" clId="{8A150569-DCDD-45C2-8D3C-0ADC8F28C147}" dt="2026-02-24T04:07:25.654" v="214" actId="1035"/>
          <ac:grpSpMkLst>
            <pc:docMk/>
            <pc:sldMk cId="502862115" sldId="2147482952"/>
            <ac:grpSpMk id="54" creationId="{B291D775-1A1B-14FE-371D-731A26B9531C}"/>
          </ac:grpSpMkLst>
        </pc:grpChg>
        <pc:grpChg chg="add mod">
          <ac:chgData name="Franco Zamora Ana Elizabeth" userId="a6651dc3-39a9-4b54-9dc8-4ee17f7a8089" providerId="ADAL" clId="{8A150569-DCDD-45C2-8D3C-0ADC8F28C147}" dt="2026-02-24T04:07:25.654" v="214" actId="1035"/>
          <ac:grpSpMkLst>
            <pc:docMk/>
            <pc:sldMk cId="502862115" sldId="2147482952"/>
            <ac:grpSpMk id="64" creationId="{2D519825-2F26-302D-C5C5-6473A1983B56}"/>
          </ac:grpSpMkLst>
        </pc:grpChg>
        <pc:grpChg chg="add mod">
          <ac:chgData name="Franco Zamora Ana Elizabeth" userId="a6651dc3-39a9-4b54-9dc8-4ee17f7a8089" providerId="ADAL" clId="{8A150569-DCDD-45C2-8D3C-0ADC8F28C147}" dt="2026-02-24T04:07:25.654" v="214" actId="1035"/>
          <ac:grpSpMkLst>
            <pc:docMk/>
            <pc:sldMk cId="502862115" sldId="2147482952"/>
            <ac:grpSpMk id="90" creationId="{47120D99-AE7B-FC73-25D1-48BACE629064}"/>
          </ac:grpSpMkLst>
        </pc:grpChg>
        <pc:grpChg chg="add mod">
          <ac:chgData name="Franco Zamora Ana Elizabeth" userId="a6651dc3-39a9-4b54-9dc8-4ee17f7a8089" providerId="ADAL" clId="{8A150569-DCDD-45C2-8D3C-0ADC8F28C147}" dt="2026-02-24T04:08:00.263" v="219" actId="164"/>
          <ac:grpSpMkLst>
            <pc:docMk/>
            <pc:sldMk cId="502862115" sldId="2147482952"/>
            <ac:grpSpMk id="122" creationId="{BA3CE7D1-4E33-0D0F-0963-EB6B7923228D}"/>
          </ac:grpSpMkLst>
        </pc:grpChg>
        <pc:grpChg chg="add mod">
          <ac:chgData name="Franco Zamora Ana Elizabeth" userId="a6651dc3-39a9-4b54-9dc8-4ee17f7a8089" providerId="ADAL" clId="{8A150569-DCDD-45C2-8D3C-0ADC8F28C147}" dt="2026-02-24T04:08:00.263" v="219" actId="164"/>
          <ac:grpSpMkLst>
            <pc:docMk/>
            <pc:sldMk cId="502862115" sldId="2147482952"/>
            <ac:grpSpMk id="140" creationId="{683D45E2-69C3-C319-0B78-12EDFA89C44D}"/>
          </ac:grpSpMkLst>
        </pc:grpChg>
        <pc:cxnChg chg="mod">
          <ac:chgData name="Franco Zamora Ana Elizabeth" userId="a6651dc3-39a9-4b54-9dc8-4ee17f7a8089" providerId="ADAL" clId="{8A150569-DCDD-45C2-8D3C-0ADC8F28C147}" dt="2026-02-24T04:06:33.604" v="104" actId="1035"/>
          <ac:cxnSpMkLst>
            <pc:docMk/>
            <pc:sldMk cId="502862115" sldId="2147482952"/>
            <ac:cxnSpMk id="8" creationId="{4057D973-3C06-FD78-A505-DB0DBE3D521C}"/>
          </ac:cxnSpMkLst>
        </pc:cxnChg>
        <pc:cxnChg chg="mod">
          <ac:chgData name="Franco Zamora Ana Elizabeth" userId="a6651dc3-39a9-4b54-9dc8-4ee17f7a8089" providerId="ADAL" clId="{8A150569-DCDD-45C2-8D3C-0ADC8F28C147}" dt="2026-02-24T04:06:33.604" v="104" actId="1035"/>
          <ac:cxnSpMkLst>
            <pc:docMk/>
            <pc:sldMk cId="502862115" sldId="2147482952"/>
            <ac:cxnSpMk id="9" creationId="{9F53728A-85E0-25CF-443D-7BD68CC4F684}"/>
          </ac:cxnSpMkLst>
        </pc:cxnChg>
        <pc:cxnChg chg="mod">
          <ac:chgData name="Franco Zamora Ana Elizabeth" userId="a6651dc3-39a9-4b54-9dc8-4ee17f7a8089" providerId="ADAL" clId="{8A150569-DCDD-45C2-8D3C-0ADC8F28C147}" dt="2026-02-24T04:06:33.604" v="104" actId="1035"/>
          <ac:cxnSpMkLst>
            <pc:docMk/>
            <pc:sldMk cId="502862115" sldId="2147482952"/>
            <ac:cxnSpMk id="11" creationId="{011FDCAF-4616-70B3-6D29-CE01067CEBF6}"/>
          </ac:cxnSpMkLst>
        </pc:cxnChg>
        <pc:cxnChg chg="mod">
          <ac:chgData name="Franco Zamora Ana Elizabeth" userId="a6651dc3-39a9-4b54-9dc8-4ee17f7a8089" providerId="ADAL" clId="{8A150569-DCDD-45C2-8D3C-0ADC8F28C147}" dt="2026-02-24T04:06:33.604" v="104" actId="1035"/>
          <ac:cxnSpMkLst>
            <pc:docMk/>
            <pc:sldMk cId="502862115" sldId="2147482952"/>
            <ac:cxnSpMk id="26" creationId="{15F3DF43-5256-AD1D-DE63-32EFA89280CD}"/>
          </ac:cxnSpMkLst>
        </pc:cxnChg>
        <pc:cxnChg chg="mod">
          <ac:chgData name="Franco Zamora Ana Elizabeth" userId="a6651dc3-39a9-4b54-9dc8-4ee17f7a8089" providerId="ADAL" clId="{8A150569-DCDD-45C2-8D3C-0ADC8F28C147}" dt="2026-02-24T04:06:33.604" v="104" actId="1035"/>
          <ac:cxnSpMkLst>
            <pc:docMk/>
            <pc:sldMk cId="502862115" sldId="2147482952"/>
            <ac:cxnSpMk id="28" creationId="{6987CA3A-806C-80E5-CA70-962016A5C1BE}"/>
          </ac:cxnSpMkLst>
        </pc:cxnChg>
        <pc:cxnChg chg="mod">
          <ac:chgData name="Franco Zamora Ana Elizabeth" userId="a6651dc3-39a9-4b54-9dc8-4ee17f7a8089" providerId="ADAL" clId="{8A150569-DCDD-45C2-8D3C-0ADC8F28C147}" dt="2026-02-24T04:06:33.604" v="104" actId="1035"/>
          <ac:cxnSpMkLst>
            <pc:docMk/>
            <pc:sldMk cId="502862115" sldId="2147482952"/>
            <ac:cxnSpMk id="29" creationId="{BB0E2D1F-600D-5C81-EEAD-6225E80A3D4D}"/>
          </ac:cxnSpMkLst>
        </pc:cxnChg>
        <pc:cxnChg chg="mod">
          <ac:chgData name="Franco Zamora Ana Elizabeth" userId="a6651dc3-39a9-4b54-9dc8-4ee17f7a8089" providerId="ADAL" clId="{8A150569-DCDD-45C2-8D3C-0ADC8F28C147}" dt="2026-02-24T04:06:33.604" v="104" actId="1035"/>
          <ac:cxnSpMkLst>
            <pc:docMk/>
            <pc:sldMk cId="502862115" sldId="2147482952"/>
            <ac:cxnSpMk id="31" creationId="{9390FCC4-5543-B0A7-D262-2C4C0019B05A}"/>
          </ac:cxnSpMkLst>
        </pc:cxnChg>
        <pc:cxnChg chg="mod">
          <ac:chgData name="Franco Zamora Ana Elizabeth" userId="a6651dc3-39a9-4b54-9dc8-4ee17f7a8089" providerId="ADAL" clId="{8A150569-DCDD-45C2-8D3C-0ADC8F28C147}" dt="2026-02-24T04:06:33.604" v="104" actId="1035"/>
          <ac:cxnSpMkLst>
            <pc:docMk/>
            <pc:sldMk cId="502862115" sldId="2147482952"/>
            <ac:cxnSpMk id="32" creationId="{024E7151-4175-7EF1-D6FB-904498C2284F}"/>
          </ac:cxnSpMkLst>
        </pc:cxnChg>
        <pc:cxnChg chg="mod">
          <ac:chgData name="Franco Zamora Ana Elizabeth" userId="a6651dc3-39a9-4b54-9dc8-4ee17f7a8089" providerId="ADAL" clId="{8A150569-DCDD-45C2-8D3C-0ADC8F28C147}" dt="2026-02-24T04:07:25.654" v="214" actId="1035"/>
          <ac:cxnSpMkLst>
            <pc:docMk/>
            <pc:sldMk cId="502862115" sldId="2147482952"/>
            <ac:cxnSpMk id="41" creationId="{8B746606-8966-46DD-A647-022D87D9FC27}"/>
          </ac:cxnSpMkLst>
        </pc:cxnChg>
        <pc:cxnChg chg="mod">
          <ac:chgData name="Franco Zamora Ana Elizabeth" userId="a6651dc3-39a9-4b54-9dc8-4ee17f7a8089" providerId="ADAL" clId="{8A150569-DCDD-45C2-8D3C-0ADC8F28C147}" dt="2026-02-24T04:07:25.654" v="214" actId="1035"/>
          <ac:cxnSpMkLst>
            <pc:docMk/>
            <pc:sldMk cId="502862115" sldId="2147482952"/>
            <ac:cxnSpMk id="42" creationId="{88B41F33-080F-070C-8A64-3E945A87CAE2}"/>
          </ac:cxnSpMkLst>
        </pc:cxnChg>
        <pc:cxnChg chg="mod">
          <ac:chgData name="Franco Zamora Ana Elizabeth" userId="a6651dc3-39a9-4b54-9dc8-4ee17f7a8089" providerId="ADAL" clId="{8A150569-DCDD-45C2-8D3C-0ADC8F28C147}" dt="2026-02-24T04:07:25.654" v="214" actId="1035"/>
          <ac:cxnSpMkLst>
            <pc:docMk/>
            <pc:sldMk cId="502862115" sldId="2147482952"/>
            <ac:cxnSpMk id="43" creationId="{20998B3B-2B8E-719F-77F8-523AAF3C9B2F}"/>
          </ac:cxnSpMkLst>
        </pc:cxnChg>
        <pc:cxnChg chg="mod">
          <ac:chgData name="Franco Zamora Ana Elizabeth" userId="a6651dc3-39a9-4b54-9dc8-4ee17f7a8089" providerId="ADAL" clId="{8A150569-DCDD-45C2-8D3C-0ADC8F28C147}" dt="2026-02-24T04:07:25.654" v="214" actId="1035"/>
          <ac:cxnSpMkLst>
            <pc:docMk/>
            <pc:sldMk cId="502862115" sldId="2147482952"/>
            <ac:cxnSpMk id="44" creationId="{7C6306B8-3750-4B4D-9F49-65D90A51D7E6}"/>
          </ac:cxnSpMkLst>
        </pc:cxnChg>
        <pc:cxnChg chg="mod">
          <ac:chgData name="Franco Zamora Ana Elizabeth" userId="a6651dc3-39a9-4b54-9dc8-4ee17f7a8089" providerId="ADAL" clId="{8A150569-DCDD-45C2-8D3C-0ADC8F28C147}" dt="2026-02-24T04:07:25.654" v="214" actId="1035"/>
          <ac:cxnSpMkLst>
            <pc:docMk/>
            <pc:sldMk cId="502862115" sldId="2147482952"/>
            <ac:cxnSpMk id="59" creationId="{2A01C40D-CCDE-8937-56DC-527E706461AC}"/>
          </ac:cxnSpMkLst>
        </pc:cxnChg>
        <pc:cxnChg chg="mod">
          <ac:chgData name="Franco Zamora Ana Elizabeth" userId="a6651dc3-39a9-4b54-9dc8-4ee17f7a8089" providerId="ADAL" clId="{8A150569-DCDD-45C2-8D3C-0ADC8F28C147}" dt="2026-02-24T04:07:25.654" v="214" actId="1035"/>
          <ac:cxnSpMkLst>
            <pc:docMk/>
            <pc:sldMk cId="502862115" sldId="2147482952"/>
            <ac:cxnSpMk id="60" creationId="{87DE457F-C1D5-335F-2F86-2EADD8B8B3BA}"/>
          </ac:cxnSpMkLst>
        </pc:cxnChg>
        <pc:cxnChg chg="mod">
          <ac:chgData name="Franco Zamora Ana Elizabeth" userId="a6651dc3-39a9-4b54-9dc8-4ee17f7a8089" providerId="ADAL" clId="{8A150569-DCDD-45C2-8D3C-0ADC8F28C147}" dt="2026-02-24T04:07:25.654" v="214" actId="1035"/>
          <ac:cxnSpMkLst>
            <pc:docMk/>
            <pc:sldMk cId="502862115" sldId="2147482952"/>
            <ac:cxnSpMk id="61" creationId="{DE9487F2-115C-1265-F3EB-EAD4E438DF1C}"/>
          </ac:cxnSpMkLst>
        </pc:cxnChg>
        <pc:cxnChg chg="mod">
          <ac:chgData name="Franco Zamora Ana Elizabeth" userId="a6651dc3-39a9-4b54-9dc8-4ee17f7a8089" providerId="ADAL" clId="{8A150569-DCDD-45C2-8D3C-0ADC8F28C147}" dt="2026-02-24T04:07:25.654" v="214" actId="1035"/>
          <ac:cxnSpMkLst>
            <pc:docMk/>
            <pc:sldMk cId="502862115" sldId="2147482952"/>
            <ac:cxnSpMk id="62" creationId="{AE696211-65F8-5B1C-BF08-52D6E9095464}"/>
          </ac:cxnSpMkLst>
        </pc:cxnChg>
        <pc:cxnChg chg="mod">
          <ac:chgData name="Franco Zamora Ana Elizabeth" userId="a6651dc3-39a9-4b54-9dc8-4ee17f7a8089" providerId="ADAL" clId="{8A150569-DCDD-45C2-8D3C-0ADC8F28C147}" dt="2026-02-24T04:07:25.654" v="214" actId="1035"/>
          <ac:cxnSpMkLst>
            <pc:docMk/>
            <pc:sldMk cId="502862115" sldId="2147482952"/>
            <ac:cxnSpMk id="84" creationId="{570181B9-9E0F-7C12-EB11-D024353743C3}"/>
          </ac:cxnSpMkLst>
        </pc:cxnChg>
        <pc:cxnChg chg="mod">
          <ac:chgData name="Franco Zamora Ana Elizabeth" userId="a6651dc3-39a9-4b54-9dc8-4ee17f7a8089" providerId="ADAL" clId="{8A150569-DCDD-45C2-8D3C-0ADC8F28C147}" dt="2026-02-24T04:07:25.654" v="214" actId="1035"/>
          <ac:cxnSpMkLst>
            <pc:docMk/>
            <pc:sldMk cId="502862115" sldId="2147482952"/>
            <ac:cxnSpMk id="85" creationId="{E0C10519-D771-9013-F094-6A9948A41110}"/>
          </ac:cxnSpMkLst>
        </pc:cxnChg>
        <pc:cxnChg chg="mod">
          <ac:chgData name="Franco Zamora Ana Elizabeth" userId="a6651dc3-39a9-4b54-9dc8-4ee17f7a8089" providerId="ADAL" clId="{8A150569-DCDD-45C2-8D3C-0ADC8F28C147}" dt="2026-02-24T04:07:25.654" v="214" actId="1035"/>
          <ac:cxnSpMkLst>
            <pc:docMk/>
            <pc:sldMk cId="502862115" sldId="2147482952"/>
            <ac:cxnSpMk id="86" creationId="{C4DDDC35-4673-710D-7B6E-A4B977F1E0A3}"/>
          </ac:cxnSpMkLst>
        </pc:cxnChg>
        <pc:cxnChg chg="mod">
          <ac:chgData name="Franco Zamora Ana Elizabeth" userId="a6651dc3-39a9-4b54-9dc8-4ee17f7a8089" providerId="ADAL" clId="{8A150569-DCDD-45C2-8D3C-0ADC8F28C147}" dt="2026-02-24T04:07:25.654" v="214" actId="1035"/>
          <ac:cxnSpMkLst>
            <pc:docMk/>
            <pc:sldMk cId="502862115" sldId="2147482952"/>
            <ac:cxnSpMk id="87" creationId="{F06AEBD1-FE1D-98BF-5D22-572F9F83206D}"/>
          </ac:cxnSpMkLst>
        </pc:cxnChg>
        <pc:cxnChg chg="mod">
          <ac:chgData name="Franco Zamora Ana Elizabeth" userId="a6651dc3-39a9-4b54-9dc8-4ee17f7a8089" providerId="ADAL" clId="{8A150569-DCDD-45C2-8D3C-0ADC8F28C147}" dt="2026-02-24T04:07:55.293" v="218" actId="1076"/>
          <ac:cxnSpMkLst>
            <pc:docMk/>
            <pc:sldMk cId="502862115" sldId="2147482952"/>
            <ac:cxnSpMk id="125" creationId="{4169880F-4E69-55BE-20B2-F306B34CB7E0}"/>
          </ac:cxnSpMkLst>
        </pc:cxnChg>
        <pc:cxnChg chg="mod">
          <ac:chgData name="Franco Zamora Ana Elizabeth" userId="a6651dc3-39a9-4b54-9dc8-4ee17f7a8089" providerId="ADAL" clId="{8A150569-DCDD-45C2-8D3C-0ADC8F28C147}" dt="2026-02-24T04:07:55.293" v="218" actId="1076"/>
          <ac:cxnSpMkLst>
            <pc:docMk/>
            <pc:sldMk cId="502862115" sldId="2147482952"/>
            <ac:cxnSpMk id="126" creationId="{431A3C9E-436C-B52A-98E3-C07D22A55686}"/>
          </ac:cxnSpMkLst>
        </pc:cxnChg>
        <pc:cxnChg chg="mod">
          <ac:chgData name="Franco Zamora Ana Elizabeth" userId="a6651dc3-39a9-4b54-9dc8-4ee17f7a8089" providerId="ADAL" clId="{8A150569-DCDD-45C2-8D3C-0ADC8F28C147}" dt="2026-02-24T04:07:55.293" v="218" actId="1076"/>
          <ac:cxnSpMkLst>
            <pc:docMk/>
            <pc:sldMk cId="502862115" sldId="2147482952"/>
            <ac:cxnSpMk id="128" creationId="{B96B4223-BDE9-33C2-502F-DB6F5362AE4F}"/>
          </ac:cxnSpMkLst>
        </pc:cxnChg>
        <pc:cxnChg chg="mod">
          <ac:chgData name="Franco Zamora Ana Elizabeth" userId="a6651dc3-39a9-4b54-9dc8-4ee17f7a8089" providerId="ADAL" clId="{8A150569-DCDD-45C2-8D3C-0ADC8F28C147}" dt="2026-02-24T04:07:55.293" v="218" actId="1076"/>
          <ac:cxnSpMkLst>
            <pc:docMk/>
            <pc:sldMk cId="502862115" sldId="2147482952"/>
            <ac:cxnSpMk id="129" creationId="{711912C1-3038-E558-F5E7-159F1BD9A405}"/>
          </ac:cxnSpMkLst>
        </pc:cxnChg>
      </pc:sldChg>
      <pc:sldChg chg="addSp delSp modSp add del mod">
        <pc:chgData name="Franco Zamora Ana Elizabeth" userId="a6651dc3-39a9-4b54-9dc8-4ee17f7a8089" providerId="ADAL" clId="{8A150569-DCDD-45C2-8D3C-0ADC8F28C147}" dt="2026-02-24T04:04:52.668" v="47" actId="47"/>
        <pc:sldMkLst>
          <pc:docMk/>
          <pc:sldMk cId="2421659900" sldId="2147482952"/>
        </pc:sldMkLst>
        <pc:spChg chg="mod">
          <ac:chgData name="Franco Zamora Ana Elizabeth" userId="a6651dc3-39a9-4b54-9dc8-4ee17f7a8089" providerId="ADAL" clId="{8A150569-DCDD-45C2-8D3C-0ADC8F28C147}" dt="2026-02-24T04:04:08.394" v="34" actId="1076"/>
          <ac:spMkLst>
            <pc:docMk/>
            <pc:sldMk cId="2421659900" sldId="2147482952"/>
            <ac:spMk id="2" creationId="{F60563D1-0477-F1AB-03EE-31D1CA3DAE11}"/>
          </ac:spMkLst>
        </pc:spChg>
        <pc:spChg chg="add del">
          <ac:chgData name="Franco Zamora Ana Elizabeth" userId="a6651dc3-39a9-4b54-9dc8-4ee17f7a8089" providerId="ADAL" clId="{8A150569-DCDD-45C2-8D3C-0ADC8F28C147}" dt="2026-02-24T04:04:11.900" v="36" actId="21"/>
          <ac:spMkLst>
            <pc:docMk/>
            <pc:sldMk cId="2421659900" sldId="2147482952"/>
            <ac:spMk id="31" creationId="{FB8D07C7-BA99-D971-4C46-A70E4327836D}"/>
          </ac:spMkLst>
        </pc:spChg>
      </pc:sldChg>
      <pc:sldChg chg="add del setBg">
        <pc:chgData name="Franco Zamora Ana Elizabeth" userId="a6651dc3-39a9-4b54-9dc8-4ee17f7a8089" providerId="ADAL" clId="{8A150569-DCDD-45C2-8D3C-0ADC8F28C147}" dt="2026-02-24T04:05:37.488" v="53" actId="47"/>
        <pc:sldMkLst>
          <pc:docMk/>
          <pc:sldMk cId="4259400873" sldId="2147482952"/>
        </pc:sldMkLst>
      </pc:sldChg>
      <pc:sldChg chg="add mod setBg modShow">
        <pc:chgData name="Franco Zamora Ana Elizabeth" userId="a6651dc3-39a9-4b54-9dc8-4ee17f7a8089" providerId="ADAL" clId="{8A150569-DCDD-45C2-8D3C-0ADC8F28C147}" dt="2026-02-24T04:48:01.163" v="2763" actId="729"/>
        <pc:sldMkLst>
          <pc:docMk/>
          <pc:sldMk cId="3920541010" sldId="2147482953"/>
        </pc:sldMkLst>
      </pc:sldChg>
      <pc:sldMasterChg chg="del delSldLayout">
        <pc:chgData name="Franco Zamora Ana Elizabeth" userId="a6651dc3-39a9-4b54-9dc8-4ee17f7a8089" providerId="ADAL" clId="{8A150569-DCDD-45C2-8D3C-0ADC8F28C147}" dt="2026-02-24T04:04:52.668" v="47" actId="47"/>
        <pc:sldMasterMkLst>
          <pc:docMk/>
          <pc:sldMasterMk cId="1195511954" sldId="2147483667"/>
        </pc:sldMasterMkLst>
        <pc:sldLayoutChg chg="del">
          <pc:chgData name="Franco Zamora Ana Elizabeth" userId="a6651dc3-39a9-4b54-9dc8-4ee17f7a8089" providerId="ADAL" clId="{8A150569-DCDD-45C2-8D3C-0ADC8F28C147}" dt="2026-02-24T04:04:52.668" v="47" actId="47"/>
          <pc:sldLayoutMkLst>
            <pc:docMk/>
            <pc:sldMasterMk cId="1195511954" sldId="2147483667"/>
            <pc:sldLayoutMk cId="481683604" sldId="2147483668"/>
          </pc:sldLayoutMkLst>
        </pc:sldLayoutChg>
        <pc:sldLayoutChg chg="del">
          <pc:chgData name="Franco Zamora Ana Elizabeth" userId="a6651dc3-39a9-4b54-9dc8-4ee17f7a8089" providerId="ADAL" clId="{8A150569-DCDD-45C2-8D3C-0ADC8F28C147}" dt="2026-02-24T04:04:52.668" v="47" actId="47"/>
          <pc:sldLayoutMkLst>
            <pc:docMk/>
            <pc:sldMasterMk cId="1195511954" sldId="2147483667"/>
            <pc:sldLayoutMk cId="2521599787" sldId="2147483669"/>
          </pc:sldLayoutMkLst>
        </pc:sldLayoutChg>
        <pc:sldLayoutChg chg="del">
          <pc:chgData name="Franco Zamora Ana Elizabeth" userId="a6651dc3-39a9-4b54-9dc8-4ee17f7a8089" providerId="ADAL" clId="{8A150569-DCDD-45C2-8D3C-0ADC8F28C147}" dt="2026-02-24T04:04:52.668" v="47" actId="47"/>
          <pc:sldLayoutMkLst>
            <pc:docMk/>
            <pc:sldMasterMk cId="1195511954" sldId="2147483667"/>
            <pc:sldLayoutMk cId="83787355" sldId="2147483670"/>
          </pc:sldLayoutMkLst>
        </pc:sldLayoutChg>
        <pc:sldLayoutChg chg="del">
          <pc:chgData name="Franco Zamora Ana Elizabeth" userId="a6651dc3-39a9-4b54-9dc8-4ee17f7a8089" providerId="ADAL" clId="{8A150569-DCDD-45C2-8D3C-0ADC8F28C147}" dt="2026-02-24T04:04:52.668" v="47" actId="47"/>
          <pc:sldLayoutMkLst>
            <pc:docMk/>
            <pc:sldMasterMk cId="1195511954" sldId="2147483667"/>
            <pc:sldLayoutMk cId="1875904529" sldId="2147483671"/>
          </pc:sldLayoutMkLst>
        </pc:sldLayoutChg>
        <pc:sldLayoutChg chg="del">
          <pc:chgData name="Franco Zamora Ana Elizabeth" userId="a6651dc3-39a9-4b54-9dc8-4ee17f7a8089" providerId="ADAL" clId="{8A150569-DCDD-45C2-8D3C-0ADC8F28C147}" dt="2026-02-24T04:04:52.668" v="47" actId="47"/>
          <pc:sldLayoutMkLst>
            <pc:docMk/>
            <pc:sldMasterMk cId="1195511954" sldId="2147483667"/>
            <pc:sldLayoutMk cId="1869048771" sldId="2147483672"/>
          </pc:sldLayoutMkLst>
        </pc:sldLayoutChg>
        <pc:sldLayoutChg chg="del">
          <pc:chgData name="Franco Zamora Ana Elizabeth" userId="a6651dc3-39a9-4b54-9dc8-4ee17f7a8089" providerId="ADAL" clId="{8A150569-DCDD-45C2-8D3C-0ADC8F28C147}" dt="2026-02-24T04:04:52.668" v="47" actId="47"/>
          <pc:sldLayoutMkLst>
            <pc:docMk/>
            <pc:sldMasterMk cId="1195511954" sldId="2147483667"/>
            <pc:sldLayoutMk cId="3315072436" sldId="2147483673"/>
          </pc:sldLayoutMkLst>
        </pc:sldLayoutChg>
        <pc:sldLayoutChg chg="del">
          <pc:chgData name="Franco Zamora Ana Elizabeth" userId="a6651dc3-39a9-4b54-9dc8-4ee17f7a8089" providerId="ADAL" clId="{8A150569-DCDD-45C2-8D3C-0ADC8F28C147}" dt="2026-02-24T04:04:52.668" v="47" actId="47"/>
          <pc:sldLayoutMkLst>
            <pc:docMk/>
            <pc:sldMasterMk cId="1195511954" sldId="2147483667"/>
            <pc:sldLayoutMk cId="2957046079" sldId="2147483674"/>
          </pc:sldLayoutMkLst>
        </pc:sldLayoutChg>
        <pc:sldLayoutChg chg="del">
          <pc:chgData name="Franco Zamora Ana Elizabeth" userId="a6651dc3-39a9-4b54-9dc8-4ee17f7a8089" providerId="ADAL" clId="{8A150569-DCDD-45C2-8D3C-0ADC8F28C147}" dt="2026-02-24T04:04:52.668" v="47" actId="47"/>
          <pc:sldLayoutMkLst>
            <pc:docMk/>
            <pc:sldMasterMk cId="1195511954" sldId="2147483667"/>
            <pc:sldLayoutMk cId="3392332284" sldId="2147483675"/>
          </pc:sldLayoutMkLst>
        </pc:sldLayoutChg>
        <pc:sldLayoutChg chg="del">
          <pc:chgData name="Franco Zamora Ana Elizabeth" userId="a6651dc3-39a9-4b54-9dc8-4ee17f7a8089" providerId="ADAL" clId="{8A150569-DCDD-45C2-8D3C-0ADC8F28C147}" dt="2026-02-24T04:04:52.668" v="47" actId="47"/>
          <pc:sldLayoutMkLst>
            <pc:docMk/>
            <pc:sldMasterMk cId="1195511954" sldId="2147483667"/>
            <pc:sldLayoutMk cId="72136580" sldId="2147483676"/>
          </pc:sldLayoutMkLst>
        </pc:sldLayoutChg>
        <pc:sldLayoutChg chg="del">
          <pc:chgData name="Franco Zamora Ana Elizabeth" userId="a6651dc3-39a9-4b54-9dc8-4ee17f7a8089" providerId="ADAL" clId="{8A150569-DCDD-45C2-8D3C-0ADC8F28C147}" dt="2026-02-24T04:04:52.668" v="47" actId="47"/>
          <pc:sldLayoutMkLst>
            <pc:docMk/>
            <pc:sldMasterMk cId="1195511954" sldId="2147483667"/>
            <pc:sldLayoutMk cId="815717354" sldId="2147483677"/>
          </pc:sldLayoutMkLst>
        </pc:sldLayoutChg>
        <pc:sldLayoutChg chg="del">
          <pc:chgData name="Franco Zamora Ana Elizabeth" userId="a6651dc3-39a9-4b54-9dc8-4ee17f7a8089" providerId="ADAL" clId="{8A150569-DCDD-45C2-8D3C-0ADC8F28C147}" dt="2026-02-24T04:04:52.668" v="47" actId="47"/>
          <pc:sldLayoutMkLst>
            <pc:docMk/>
            <pc:sldMasterMk cId="1195511954" sldId="2147483667"/>
            <pc:sldLayoutMk cId="1350548963" sldId="2147483678"/>
          </pc:sldLayoutMkLst>
        </pc:sldLayoutChg>
        <pc:sldLayoutChg chg="del">
          <pc:chgData name="Franco Zamora Ana Elizabeth" userId="a6651dc3-39a9-4b54-9dc8-4ee17f7a8089" providerId="ADAL" clId="{8A150569-DCDD-45C2-8D3C-0ADC8F28C147}" dt="2026-02-24T04:04:52.668" v="47" actId="47"/>
          <pc:sldLayoutMkLst>
            <pc:docMk/>
            <pc:sldMasterMk cId="1195511954" sldId="2147483667"/>
            <pc:sldLayoutMk cId="3295960835" sldId="2147483679"/>
          </pc:sldLayoutMkLst>
        </pc:sldLayoutChg>
        <pc:sldLayoutChg chg="del">
          <pc:chgData name="Franco Zamora Ana Elizabeth" userId="a6651dc3-39a9-4b54-9dc8-4ee17f7a8089" providerId="ADAL" clId="{8A150569-DCDD-45C2-8D3C-0ADC8F28C147}" dt="2026-02-24T04:04:52.668" v="47" actId="47"/>
          <pc:sldLayoutMkLst>
            <pc:docMk/>
            <pc:sldMasterMk cId="1195511954" sldId="2147483667"/>
            <pc:sldLayoutMk cId="3445358589" sldId="2147483680"/>
          </pc:sldLayoutMkLst>
        </pc:sldLayoutChg>
        <pc:sldLayoutChg chg="del">
          <pc:chgData name="Franco Zamora Ana Elizabeth" userId="a6651dc3-39a9-4b54-9dc8-4ee17f7a8089" providerId="ADAL" clId="{8A150569-DCDD-45C2-8D3C-0ADC8F28C147}" dt="2026-02-24T04:04:52.668" v="47" actId="47"/>
          <pc:sldLayoutMkLst>
            <pc:docMk/>
            <pc:sldMasterMk cId="1195511954" sldId="2147483667"/>
            <pc:sldLayoutMk cId="4235612660" sldId="2147483681"/>
          </pc:sldLayoutMkLst>
        </pc:sldLayoutChg>
        <pc:sldLayoutChg chg="del">
          <pc:chgData name="Franco Zamora Ana Elizabeth" userId="a6651dc3-39a9-4b54-9dc8-4ee17f7a8089" providerId="ADAL" clId="{8A150569-DCDD-45C2-8D3C-0ADC8F28C147}" dt="2026-02-24T04:04:52.668" v="47" actId="47"/>
          <pc:sldLayoutMkLst>
            <pc:docMk/>
            <pc:sldMasterMk cId="1195511954" sldId="2147483667"/>
            <pc:sldLayoutMk cId="1479873026" sldId="2147483682"/>
          </pc:sldLayoutMkLst>
        </pc:sldLayoutChg>
        <pc:sldLayoutChg chg="del">
          <pc:chgData name="Franco Zamora Ana Elizabeth" userId="a6651dc3-39a9-4b54-9dc8-4ee17f7a8089" providerId="ADAL" clId="{8A150569-DCDD-45C2-8D3C-0ADC8F28C147}" dt="2026-02-24T04:04:52.668" v="47" actId="47"/>
          <pc:sldLayoutMkLst>
            <pc:docMk/>
            <pc:sldMasterMk cId="1195511954" sldId="2147483667"/>
            <pc:sldLayoutMk cId="72751332" sldId="2147483683"/>
          </pc:sldLayoutMkLst>
        </pc:sldLayoutChg>
      </pc:sldMasterChg>
      <pc:sldMasterChg chg="del delSldLayout">
        <pc:chgData name="Franco Zamora Ana Elizabeth" userId="a6651dc3-39a9-4b54-9dc8-4ee17f7a8089" providerId="ADAL" clId="{8A150569-DCDD-45C2-8D3C-0ADC8F28C147}" dt="2026-02-24T04:07:28.800" v="215" actId="47"/>
        <pc:sldMasterMkLst>
          <pc:docMk/>
          <pc:sldMasterMk cId="4043313282" sldId="2147483667"/>
        </pc:sldMasterMkLst>
        <pc:sldLayoutChg chg="del">
          <pc:chgData name="Franco Zamora Ana Elizabeth" userId="a6651dc3-39a9-4b54-9dc8-4ee17f7a8089" providerId="ADAL" clId="{8A150569-DCDD-45C2-8D3C-0ADC8F28C147}" dt="2026-02-24T04:07:28.800" v="215" actId="47"/>
          <pc:sldLayoutMkLst>
            <pc:docMk/>
            <pc:sldMasterMk cId="4043313282" sldId="2147483667"/>
            <pc:sldLayoutMk cId="2486958447" sldId="2147483668"/>
          </pc:sldLayoutMkLst>
        </pc:sldLayoutChg>
        <pc:sldLayoutChg chg="del">
          <pc:chgData name="Franco Zamora Ana Elizabeth" userId="a6651dc3-39a9-4b54-9dc8-4ee17f7a8089" providerId="ADAL" clId="{8A150569-DCDD-45C2-8D3C-0ADC8F28C147}" dt="2026-02-24T04:07:28.800" v="215" actId="47"/>
          <pc:sldLayoutMkLst>
            <pc:docMk/>
            <pc:sldMasterMk cId="4043313282" sldId="2147483667"/>
            <pc:sldLayoutMk cId="1084453642" sldId="2147483669"/>
          </pc:sldLayoutMkLst>
        </pc:sldLayoutChg>
        <pc:sldLayoutChg chg="del">
          <pc:chgData name="Franco Zamora Ana Elizabeth" userId="a6651dc3-39a9-4b54-9dc8-4ee17f7a8089" providerId="ADAL" clId="{8A150569-DCDD-45C2-8D3C-0ADC8F28C147}" dt="2026-02-24T04:07:28.800" v="215" actId="47"/>
          <pc:sldLayoutMkLst>
            <pc:docMk/>
            <pc:sldMasterMk cId="4043313282" sldId="2147483667"/>
            <pc:sldLayoutMk cId="2440577358" sldId="2147483670"/>
          </pc:sldLayoutMkLst>
        </pc:sldLayoutChg>
        <pc:sldLayoutChg chg="del">
          <pc:chgData name="Franco Zamora Ana Elizabeth" userId="a6651dc3-39a9-4b54-9dc8-4ee17f7a8089" providerId="ADAL" clId="{8A150569-DCDD-45C2-8D3C-0ADC8F28C147}" dt="2026-02-24T04:07:28.800" v="215" actId="47"/>
          <pc:sldLayoutMkLst>
            <pc:docMk/>
            <pc:sldMasterMk cId="4043313282" sldId="2147483667"/>
            <pc:sldLayoutMk cId="1409752839" sldId="2147483671"/>
          </pc:sldLayoutMkLst>
        </pc:sldLayoutChg>
        <pc:sldLayoutChg chg="del">
          <pc:chgData name="Franco Zamora Ana Elizabeth" userId="a6651dc3-39a9-4b54-9dc8-4ee17f7a8089" providerId="ADAL" clId="{8A150569-DCDD-45C2-8D3C-0ADC8F28C147}" dt="2026-02-24T04:07:28.800" v="215" actId="47"/>
          <pc:sldLayoutMkLst>
            <pc:docMk/>
            <pc:sldMasterMk cId="4043313282" sldId="2147483667"/>
            <pc:sldLayoutMk cId="1704752594" sldId="2147483672"/>
          </pc:sldLayoutMkLst>
        </pc:sldLayoutChg>
        <pc:sldLayoutChg chg="del">
          <pc:chgData name="Franco Zamora Ana Elizabeth" userId="a6651dc3-39a9-4b54-9dc8-4ee17f7a8089" providerId="ADAL" clId="{8A150569-DCDD-45C2-8D3C-0ADC8F28C147}" dt="2026-02-24T04:07:28.800" v="215" actId="47"/>
          <pc:sldLayoutMkLst>
            <pc:docMk/>
            <pc:sldMasterMk cId="4043313282" sldId="2147483667"/>
            <pc:sldLayoutMk cId="2882730023" sldId="2147483673"/>
          </pc:sldLayoutMkLst>
        </pc:sldLayoutChg>
        <pc:sldLayoutChg chg="del">
          <pc:chgData name="Franco Zamora Ana Elizabeth" userId="a6651dc3-39a9-4b54-9dc8-4ee17f7a8089" providerId="ADAL" clId="{8A150569-DCDD-45C2-8D3C-0ADC8F28C147}" dt="2026-02-24T04:07:28.800" v="215" actId="47"/>
          <pc:sldLayoutMkLst>
            <pc:docMk/>
            <pc:sldMasterMk cId="4043313282" sldId="2147483667"/>
            <pc:sldLayoutMk cId="423711225" sldId="2147483674"/>
          </pc:sldLayoutMkLst>
        </pc:sldLayoutChg>
        <pc:sldLayoutChg chg="del">
          <pc:chgData name="Franco Zamora Ana Elizabeth" userId="a6651dc3-39a9-4b54-9dc8-4ee17f7a8089" providerId="ADAL" clId="{8A150569-DCDD-45C2-8D3C-0ADC8F28C147}" dt="2026-02-24T04:07:28.800" v="215" actId="47"/>
          <pc:sldLayoutMkLst>
            <pc:docMk/>
            <pc:sldMasterMk cId="4043313282" sldId="2147483667"/>
            <pc:sldLayoutMk cId="2208123243" sldId="2147483675"/>
          </pc:sldLayoutMkLst>
        </pc:sldLayoutChg>
        <pc:sldLayoutChg chg="del">
          <pc:chgData name="Franco Zamora Ana Elizabeth" userId="a6651dc3-39a9-4b54-9dc8-4ee17f7a8089" providerId="ADAL" clId="{8A150569-DCDD-45C2-8D3C-0ADC8F28C147}" dt="2026-02-24T04:07:28.800" v="215" actId="47"/>
          <pc:sldLayoutMkLst>
            <pc:docMk/>
            <pc:sldMasterMk cId="4043313282" sldId="2147483667"/>
            <pc:sldLayoutMk cId="801744623" sldId="2147483676"/>
          </pc:sldLayoutMkLst>
        </pc:sldLayoutChg>
        <pc:sldLayoutChg chg="del">
          <pc:chgData name="Franco Zamora Ana Elizabeth" userId="a6651dc3-39a9-4b54-9dc8-4ee17f7a8089" providerId="ADAL" clId="{8A150569-DCDD-45C2-8D3C-0ADC8F28C147}" dt="2026-02-24T04:07:28.800" v="215" actId="47"/>
          <pc:sldLayoutMkLst>
            <pc:docMk/>
            <pc:sldMasterMk cId="4043313282" sldId="2147483667"/>
            <pc:sldLayoutMk cId="600866643" sldId="2147483677"/>
          </pc:sldLayoutMkLst>
        </pc:sldLayoutChg>
        <pc:sldLayoutChg chg="del">
          <pc:chgData name="Franco Zamora Ana Elizabeth" userId="a6651dc3-39a9-4b54-9dc8-4ee17f7a8089" providerId="ADAL" clId="{8A150569-DCDD-45C2-8D3C-0ADC8F28C147}" dt="2026-02-24T04:07:28.800" v="215" actId="47"/>
          <pc:sldLayoutMkLst>
            <pc:docMk/>
            <pc:sldMasterMk cId="4043313282" sldId="2147483667"/>
            <pc:sldLayoutMk cId="1127666161" sldId="2147483678"/>
          </pc:sldLayoutMkLst>
        </pc:sldLayoutChg>
        <pc:sldLayoutChg chg="del">
          <pc:chgData name="Franco Zamora Ana Elizabeth" userId="a6651dc3-39a9-4b54-9dc8-4ee17f7a8089" providerId="ADAL" clId="{8A150569-DCDD-45C2-8D3C-0ADC8F28C147}" dt="2026-02-24T04:07:28.800" v="215" actId="47"/>
          <pc:sldLayoutMkLst>
            <pc:docMk/>
            <pc:sldMasterMk cId="4043313282" sldId="2147483667"/>
            <pc:sldLayoutMk cId="182369901" sldId="2147483679"/>
          </pc:sldLayoutMkLst>
        </pc:sldLayoutChg>
        <pc:sldLayoutChg chg="del">
          <pc:chgData name="Franco Zamora Ana Elizabeth" userId="a6651dc3-39a9-4b54-9dc8-4ee17f7a8089" providerId="ADAL" clId="{8A150569-DCDD-45C2-8D3C-0ADC8F28C147}" dt="2026-02-24T04:07:28.800" v="215" actId="47"/>
          <pc:sldLayoutMkLst>
            <pc:docMk/>
            <pc:sldMasterMk cId="4043313282" sldId="2147483667"/>
            <pc:sldLayoutMk cId="2708785722" sldId="2147483680"/>
          </pc:sldLayoutMkLst>
        </pc:sldLayoutChg>
        <pc:sldLayoutChg chg="del">
          <pc:chgData name="Franco Zamora Ana Elizabeth" userId="a6651dc3-39a9-4b54-9dc8-4ee17f7a8089" providerId="ADAL" clId="{8A150569-DCDD-45C2-8D3C-0ADC8F28C147}" dt="2026-02-24T04:07:28.800" v="215" actId="47"/>
          <pc:sldLayoutMkLst>
            <pc:docMk/>
            <pc:sldMasterMk cId="4043313282" sldId="2147483667"/>
            <pc:sldLayoutMk cId="2673364336" sldId="2147483681"/>
          </pc:sldLayoutMkLst>
        </pc:sldLayoutChg>
        <pc:sldLayoutChg chg="del">
          <pc:chgData name="Franco Zamora Ana Elizabeth" userId="a6651dc3-39a9-4b54-9dc8-4ee17f7a8089" providerId="ADAL" clId="{8A150569-DCDD-45C2-8D3C-0ADC8F28C147}" dt="2026-02-24T04:07:28.800" v="215" actId="47"/>
          <pc:sldLayoutMkLst>
            <pc:docMk/>
            <pc:sldMasterMk cId="4043313282" sldId="2147483667"/>
            <pc:sldLayoutMk cId="3791653833" sldId="2147483682"/>
          </pc:sldLayoutMkLst>
        </pc:sldLayoutChg>
        <pc:sldLayoutChg chg="del">
          <pc:chgData name="Franco Zamora Ana Elizabeth" userId="a6651dc3-39a9-4b54-9dc8-4ee17f7a8089" providerId="ADAL" clId="{8A150569-DCDD-45C2-8D3C-0ADC8F28C147}" dt="2026-02-24T04:07:28.800" v="215" actId="47"/>
          <pc:sldLayoutMkLst>
            <pc:docMk/>
            <pc:sldMasterMk cId="4043313282" sldId="2147483667"/>
            <pc:sldLayoutMk cId="4158511742" sldId="2147483683"/>
          </pc:sldLayoutMkLst>
        </pc:sldLayoutChg>
      </pc:sldMasterChg>
    </pc:docChg>
  </pc:docChgLst>
  <pc:docChgLst>
    <pc:chgData name="Perez Garza Anahi" userId="3d96f3a1-74f1-4bed-b6de-0d6a02700cc5" providerId="ADAL" clId="{3CA915CE-B3AE-475F-B5D0-DD9252A19687}"/>
    <pc:docChg chg="undo custSel modSld">
      <pc:chgData name="Perez Garza Anahi" userId="3d96f3a1-74f1-4bed-b6de-0d6a02700cc5" providerId="ADAL" clId="{3CA915CE-B3AE-475F-B5D0-DD9252A19687}" dt="2026-03-04T18:00:26.431" v="2230" actId="1076"/>
      <pc:docMkLst>
        <pc:docMk/>
      </pc:docMkLst>
      <pc:sldChg chg="modSp mod">
        <pc:chgData name="Perez Garza Anahi" userId="3d96f3a1-74f1-4bed-b6de-0d6a02700cc5" providerId="ADAL" clId="{3CA915CE-B3AE-475F-B5D0-DD9252A19687}" dt="2026-03-02T22:31:49.076" v="263" actId="1076"/>
        <pc:sldMkLst>
          <pc:docMk/>
          <pc:sldMk cId="1894943609" sldId="256"/>
        </pc:sldMkLst>
        <pc:graphicFrameChg chg="mod modGraphic">
          <ac:chgData name="Perez Garza Anahi" userId="3d96f3a1-74f1-4bed-b6de-0d6a02700cc5" providerId="ADAL" clId="{3CA915CE-B3AE-475F-B5D0-DD9252A19687}" dt="2026-03-02T22:31:49.076" v="263" actId="1076"/>
          <ac:graphicFrameMkLst>
            <pc:docMk/>
            <pc:sldMk cId="1894943609" sldId="256"/>
            <ac:graphicFrameMk id="4" creationId="{9977EE78-43D1-CBA5-F066-3FC5CF994962}"/>
          </ac:graphicFrameMkLst>
        </pc:graphicFrameChg>
      </pc:sldChg>
      <pc:sldChg chg="modSp mod">
        <pc:chgData name="Perez Garza Anahi" userId="3d96f3a1-74f1-4bed-b6de-0d6a02700cc5" providerId="ADAL" clId="{3CA915CE-B3AE-475F-B5D0-DD9252A19687}" dt="2026-03-02T23:51:24.084" v="310" actId="20577"/>
        <pc:sldMkLst>
          <pc:docMk/>
          <pc:sldMk cId="3963206310" sldId="257"/>
        </pc:sldMkLst>
        <pc:spChg chg="mod">
          <ac:chgData name="Perez Garza Anahi" userId="3d96f3a1-74f1-4bed-b6de-0d6a02700cc5" providerId="ADAL" clId="{3CA915CE-B3AE-475F-B5D0-DD9252A19687}" dt="2026-03-02T23:51:24.084" v="310" actId="20577"/>
          <ac:spMkLst>
            <pc:docMk/>
            <pc:sldMk cId="3963206310" sldId="257"/>
            <ac:spMk id="8" creationId="{35769B02-838B-10EC-DB8D-8A4ED180CC34}"/>
          </ac:spMkLst>
        </pc:spChg>
      </pc:sldChg>
      <pc:sldChg chg="modSp mod">
        <pc:chgData name="Perez Garza Anahi" userId="3d96f3a1-74f1-4bed-b6de-0d6a02700cc5" providerId="ADAL" clId="{3CA915CE-B3AE-475F-B5D0-DD9252A19687}" dt="2026-03-02T22:24:03.401" v="70" actId="20577"/>
        <pc:sldMkLst>
          <pc:docMk/>
          <pc:sldMk cId="3748555724" sldId="2147482941"/>
        </pc:sldMkLst>
        <pc:spChg chg="mod">
          <ac:chgData name="Perez Garza Anahi" userId="3d96f3a1-74f1-4bed-b6de-0d6a02700cc5" providerId="ADAL" clId="{3CA915CE-B3AE-475F-B5D0-DD9252A19687}" dt="2026-03-02T22:24:03.401" v="70" actId="20577"/>
          <ac:spMkLst>
            <pc:docMk/>
            <pc:sldMk cId="3748555724" sldId="2147482941"/>
            <ac:spMk id="2" creationId="{E9847210-94E5-A154-DA52-73E17453356B}"/>
          </ac:spMkLst>
        </pc:spChg>
        <pc:spChg chg="mod">
          <ac:chgData name="Perez Garza Anahi" userId="3d96f3a1-74f1-4bed-b6de-0d6a02700cc5" providerId="ADAL" clId="{3CA915CE-B3AE-475F-B5D0-DD9252A19687}" dt="2026-03-02T22:23:57.459" v="63" actId="14100"/>
          <ac:spMkLst>
            <pc:docMk/>
            <pc:sldMk cId="3748555724" sldId="2147482941"/>
            <ac:spMk id="4" creationId="{BCC94514-1502-7445-9201-7BD20CD9B125}"/>
          </ac:spMkLst>
        </pc:spChg>
      </pc:sldChg>
      <pc:sldChg chg="modSp mod modNotesTx">
        <pc:chgData name="Perez Garza Anahi" userId="3d96f3a1-74f1-4bed-b6de-0d6a02700cc5" providerId="ADAL" clId="{3CA915CE-B3AE-475F-B5D0-DD9252A19687}" dt="2026-03-03T15:24:37.605" v="737" actId="20577"/>
        <pc:sldMkLst>
          <pc:docMk/>
          <pc:sldMk cId="946345740" sldId="2147482944"/>
        </pc:sldMkLst>
        <pc:spChg chg="mod">
          <ac:chgData name="Perez Garza Anahi" userId="3d96f3a1-74f1-4bed-b6de-0d6a02700cc5" providerId="ADAL" clId="{3CA915CE-B3AE-475F-B5D0-DD9252A19687}" dt="2026-03-02T22:24:18.847" v="71" actId="108"/>
          <ac:spMkLst>
            <pc:docMk/>
            <pc:sldMk cId="946345740" sldId="2147482944"/>
            <ac:spMk id="14" creationId="{BC6835E8-F0BE-E0DA-D1F3-BF15948CC999}"/>
          </ac:spMkLst>
        </pc:spChg>
        <pc:spChg chg="mod">
          <ac:chgData name="Perez Garza Anahi" userId="3d96f3a1-74f1-4bed-b6de-0d6a02700cc5" providerId="ADAL" clId="{3CA915CE-B3AE-475F-B5D0-DD9252A19687}" dt="2026-03-03T15:18:22.280" v="318" actId="207"/>
          <ac:spMkLst>
            <pc:docMk/>
            <pc:sldMk cId="946345740" sldId="2147482944"/>
            <ac:spMk id="15" creationId="{31B8A6E4-AF49-5BBB-2D6D-34655455BB58}"/>
          </ac:spMkLst>
        </pc:spChg>
        <pc:spChg chg="mod">
          <ac:chgData name="Perez Garza Anahi" userId="3d96f3a1-74f1-4bed-b6de-0d6a02700cc5" providerId="ADAL" clId="{3CA915CE-B3AE-475F-B5D0-DD9252A19687}" dt="2026-03-02T22:24:21.398" v="72" actId="108"/>
          <ac:spMkLst>
            <pc:docMk/>
            <pc:sldMk cId="946345740" sldId="2147482944"/>
            <ac:spMk id="29" creationId="{00A9E07E-BC25-19F0-7E29-6EA050AE4FD2}"/>
          </ac:spMkLst>
        </pc:spChg>
        <pc:spChg chg="mod">
          <ac:chgData name="Perez Garza Anahi" userId="3d96f3a1-74f1-4bed-b6de-0d6a02700cc5" providerId="ADAL" clId="{3CA915CE-B3AE-475F-B5D0-DD9252A19687}" dt="2026-03-03T15:19:07.348" v="386" actId="207"/>
          <ac:spMkLst>
            <pc:docMk/>
            <pc:sldMk cId="946345740" sldId="2147482944"/>
            <ac:spMk id="31" creationId="{D4C25EC9-011F-3816-1A58-2C6E58DB342E}"/>
          </ac:spMkLst>
        </pc:spChg>
        <pc:spChg chg="mod">
          <ac:chgData name="Perez Garza Anahi" userId="3d96f3a1-74f1-4bed-b6de-0d6a02700cc5" providerId="ADAL" clId="{3CA915CE-B3AE-475F-B5D0-DD9252A19687}" dt="2026-03-02T22:24:24.273" v="73" actId="108"/>
          <ac:spMkLst>
            <pc:docMk/>
            <pc:sldMk cId="946345740" sldId="2147482944"/>
            <ac:spMk id="34" creationId="{53142616-0094-6DC4-48F1-FA37A2A17640}"/>
          </ac:spMkLst>
        </pc:spChg>
        <pc:spChg chg="mod">
          <ac:chgData name="Perez Garza Anahi" userId="3d96f3a1-74f1-4bed-b6de-0d6a02700cc5" providerId="ADAL" clId="{3CA915CE-B3AE-475F-B5D0-DD9252A19687}" dt="2026-03-03T15:23:24.171" v="679" actId="207"/>
          <ac:spMkLst>
            <pc:docMk/>
            <pc:sldMk cId="946345740" sldId="2147482944"/>
            <ac:spMk id="35" creationId="{46D49AC2-BD04-6DBE-818D-697878E1DF70}"/>
          </ac:spMkLst>
        </pc:spChg>
        <pc:spChg chg="mod">
          <ac:chgData name="Perez Garza Anahi" userId="3d96f3a1-74f1-4bed-b6de-0d6a02700cc5" providerId="ADAL" clId="{3CA915CE-B3AE-475F-B5D0-DD9252A19687}" dt="2026-03-02T22:24:26.788" v="74" actId="108"/>
          <ac:spMkLst>
            <pc:docMk/>
            <pc:sldMk cId="946345740" sldId="2147482944"/>
            <ac:spMk id="39" creationId="{2184184E-6F5C-5679-F5E2-F9BE720EDCF6}"/>
          </ac:spMkLst>
        </pc:spChg>
        <pc:spChg chg="mod">
          <ac:chgData name="Perez Garza Anahi" userId="3d96f3a1-74f1-4bed-b6de-0d6a02700cc5" providerId="ADAL" clId="{3CA915CE-B3AE-475F-B5D0-DD9252A19687}" dt="2026-03-03T15:24:15.167" v="680" actId="207"/>
          <ac:spMkLst>
            <pc:docMk/>
            <pc:sldMk cId="946345740" sldId="2147482944"/>
            <ac:spMk id="40" creationId="{2C91F9A0-9AF9-626F-9293-CE0E105B592B}"/>
          </ac:spMkLst>
        </pc:spChg>
      </pc:sldChg>
      <pc:sldChg chg="addSp delSp modSp mod modNotesTx">
        <pc:chgData name="Perez Garza Anahi" userId="3d96f3a1-74f1-4bed-b6de-0d6a02700cc5" providerId="ADAL" clId="{3CA915CE-B3AE-475F-B5D0-DD9252A19687}" dt="2026-03-03T15:47:07.553" v="1951" actId="20577"/>
        <pc:sldMkLst>
          <pc:docMk/>
          <pc:sldMk cId="376322309" sldId="2147482955"/>
        </pc:sldMkLst>
        <pc:spChg chg="mod">
          <ac:chgData name="Perez Garza Anahi" userId="3d96f3a1-74f1-4bed-b6de-0d6a02700cc5" providerId="ADAL" clId="{3CA915CE-B3AE-475F-B5D0-DD9252A19687}" dt="2026-03-03T15:41:12.623" v="1527" actId="1076"/>
          <ac:spMkLst>
            <pc:docMk/>
            <pc:sldMk cId="376322309" sldId="2147482955"/>
            <ac:spMk id="2" creationId="{C27BAC4B-896B-8F9A-87DD-0E111285B61D}"/>
          </ac:spMkLst>
        </pc:spChg>
        <pc:spChg chg="mod">
          <ac:chgData name="Perez Garza Anahi" userId="3d96f3a1-74f1-4bed-b6de-0d6a02700cc5" providerId="ADAL" clId="{3CA915CE-B3AE-475F-B5D0-DD9252A19687}" dt="2026-03-02T22:26:39.809" v="121" actId="20577"/>
          <ac:spMkLst>
            <pc:docMk/>
            <pc:sldMk cId="376322309" sldId="2147482955"/>
            <ac:spMk id="4" creationId="{AED201DD-66CC-23E3-BDD9-16094502AFFB}"/>
          </ac:spMkLst>
        </pc:spChg>
        <pc:spChg chg="mod">
          <ac:chgData name="Perez Garza Anahi" userId="3d96f3a1-74f1-4bed-b6de-0d6a02700cc5" providerId="ADAL" clId="{3CA915CE-B3AE-475F-B5D0-DD9252A19687}" dt="2026-03-03T15:46:00.968" v="1807" actId="20577"/>
          <ac:spMkLst>
            <pc:docMk/>
            <pc:sldMk cId="376322309" sldId="2147482955"/>
            <ac:spMk id="17" creationId="{F1D06FE5-7F07-2D04-69DE-261CC6B68038}"/>
          </ac:spMkLst>
        </pc:spChg>
        <pc:picChg chg="add del mod">
          <ac:chgData name="Perez Garza Anahi" userId="3d96f3a1-74f1-4bed-b6de-0d6a02700cc5" providerId="ADAL" clId="{3CA915CE-B3AE-475F-B5D0-DD9252A19687}" dt="2026-03-02T23:47:29.587" v="267" actId="478"/>
          <ac:picMkLst>
            <pc:docMk/>
            <pc:sldMk cId="376322309" sldId="2147482955"/>
            <ac:picMk id="5" creationId="{0435734D-492B-421D-82D7-64ECF7E38357}"/>
          </ac:picMkLst>
        </pc:picChg>
      </pc:sldChg>
      <pc:sldChg chg="modSp mod modNotesTx">
        <pc:chgData name="Perez Garza Anahi" userId="3d96f3a1-74f1-4bed-b6de-0d6a02700cc5" providerId="ADAL" clId="{3CA915CE-B3AE-475F-B5D0-DD9252A19687}" dt="2026-03-03T15:51:48.227" v="2103" actId="20577"/>
        <pc:sldMkLst>
          <pc:docMk/>
          <pc:sldMk cId="296960731" sldId="2147482956"/>
        </pc:sldMkLst>
        <pc:spChg chg="mod">
          <ac:chgData name="Perez Garza Anahi" userId="3d96f3a1-74f1-4bed-b6de-0d6a02700cc5" providerId="ADAL" clId="{3CA915CE-B3AE-475F-B5D0-DD9252A19687}" dt="2026-03-02T22:26:46.404" v="122"/>
          <ac:spMkLst>
            <pc:docMk/>
            <pc:sldMk cId="296960731" sldId="2147482956"/>
            <ac:spMk id="4" creationId="{AED201DD-66CC-23E3-BDD9-16094502AFFB}"/>
          </ac:spMkLst>
        </pc:spChg>
        <pc:spChg chg="mod">
          <ac:chgData name="Perez Garza Anahi" userId="3d96f3a1-74f1-4bed-b6de-0d6a02700cc5" providerId="ADAL" clId="{3CA915CE-B3AE-475F-B5D0-DD9252A19687}" dt="2026-03-03T15:51:48.227" v="2103" actId="20577"/>
          <ac:spMkLst>
            <pc:docMk/>
            <pc:sldMk cId="296960731" sldId="2147482956"/>
            <ac:spMk id="17" creationId="{F1D06FE5-7F07-2D04-69DE-261CC6B68038}"/>
          </ac:spMkLst>
        </pc:spChg>
      </pc:sldChg>
      <pc:sldChg chg="addSp delSp modSp mod modNotesTx">
        <pc:chgData name="Perez Garza Anahi" userId="3d96f3a1-74f1-4bed-b6de-0d6a02700cc5" providerId="ADAL" clId="{3CA915CE-B3AE-475F-B5D0-DD9252A19687}" dt="2026-03-04T18:00:26.431" v="2230" actId="1076"/>
        <pc:sldMkLst>
          <pc:docMk/>
          <pc:sldMk cId="2282670243" sldId="2147483647"/>
        </pc:sldMkLst>
        <pc:spChg chg="mod">
          <ac:chgData name="Perez Garza Anahi" userId="3d96f3a1-74f1-4bed-b6de-0d6a02700cc5" providerId="ADAL" clId="{3CA915CE-B3AE-475F-B5D0-DD9252A19687}" dt="2026-03-02T23:51:58.106" v="315" actId="1076"/>
          <ac:spMkLst>
            <pc:docMk/>
            <pc:sldMk cId="2282670243" sldId="2147483647"/>
            <ac:spMk id="2" creationId="{D6D73888-BA12-B225-80DF-0F6B50D9285F}"/>
          </ac:spMkLst>
        </pc:spChg>
        <pc:spChg chg="add del">
          <ac:chgData name="Perez Garza Anahi" userId="3d96f3a1-74f1-4bed-b6de-0d6a02700cc5" providerId="ADAL" clId="{3CA915CE-B3AE-475F-B5D0-DD9252A19687}" dt="2026-03-02T22:29:02.136" v="155" actId="22"/>
          <ac:spMkLst>
            <pc:docMk/>
            <pc:sldMk cId="2282670243" sldId="2147483647"/>
            <ac:spMk id="4" creationId="{8BA8BE48-522D-AE70-08B5-D21874908375}"/>
          </ac:spMkLst>
        </pc:spChg>
        <pc:spChg chg="add mod">
          <ac:chgData name="Perez Garza Anahi" userId="3d96f3a1-74f1-4bed-b6de-0d6a02700cc5" providerId="ADAL" clId="{3CA915CE-B3AE-475F-B5D0-DD9252A19687}" dt="2026-03-04T18:00:26.431" v="2230" actId="1076"/>
          <ac:spMkLst>
            <pc:docMk/>
            <pc:sldMk cId="2282670243" sldId="2147483647"/>
            <ac:spMk id="5" creationId="{06041113-A853-9FC9-9061-A57ACDA1DE73}"/>
          </ac:spMkLst>
        </pc:spChg>
        <pc:spChg chg="add del mod">
          <ac:chgData name="Perez Garza Anahi" userId="3d96f3a1-74f1-4bed-b6de-0d6a02700cc5" providerId="ADAL" clId="{3CA915CE-B3AE-475F-B5D0-DD9252A19687}" dt="2026-03-02T23:51:47.334" v="312" actId="478"/>
          <ac:spMkLst>
            <pc:docMk/>
            <pc:sldMk cId="2282670243" sldId="2147483647"/>
            <ac:spMk id="7" creationId="{7D31B5FE-6526-0E6A-DDB1-CD3DA6CED5FA}"/>
          </ac:spMkLst>
        </pc:spChg>
        <pc:spChg chg="add mod">
          <ac:chgData name="Perez Garza Anahi" userId="3d96f3a1-74f1-4bed-b6de-0d6a02700cc5" providerId="ADAL" clId="{3CA915CE-B3AE-475F-B5D0-DD9252A19687}" dt="2026-03-02T23:51:58.106" v="315" actId="1076"/>
          <ac:spMkLst>
            <pc:docMk/>
            <pc:sldMk cId="2282670243" sldId="2147483647"/>
            <ac:spMk id="9" creationId="{884C2854-8B21-B670-4ED5-25AE8B54BDED}"/>
          </ac:spMkLst>
        </pc:spChg>
        <pc:spChg chg="add mod">
          <ac:chgData name="Perez Garza Anahi" userId="3d96f3a1-74f1-4bed-b6de-0d6a02700cc5" providerId="ADAL" clId="{3CA915CE-B3AE-475F-B5D0-DD9252A19687}" dt="2026-03-02T23:51:58.106" v="315" actId="1076"/>
          <ac:spMkLst>
            <pc:docMk/>
            <pc:sldMk cId="2282670243" sldId="2147483647"/>
            <ac:spMk id="10" creationId="{17F8C99B-827A-E58D-3B4B-BCC630AA7182}"/>
          </ac:spMkLst>
        </pc:spChg>
        <pc:spChg chg="add mod">
          <ac:chgData name="Perez Garza Anahi" userId="3d96f3a1-74f1-4bed-b6de-0d6a02700cc5" providerId="ADAL" clId="{3CA915CE-B3AE-475F-B5D0-DD9252A19687}" dt="2026-03-02T23:52:03.533" v="316" actId="1076"/>
          <ac:spMkLst>
            <pc:docMk/>
            <pc:sldMk cId="2282670243" sldId="2147483647"/>
            <ac:spMk id="11" creationId="{1A36BA13-F85A-3701-2159-3CDBBECAE552}"/>
          </ac:spMkLst>
        </pc:spChg>
        <pc:spChg chg="add mod">
          <ac:chgData name="Perez Garza Anahi" userId="3d96f3a1-74f1-4bed-b6de-0d6a02700cc5" providerId="ADAL" clId="{3CA915CE-B3AE-475F-B5D0-DD9252A19687}" dt="2026-03-02T23:51:58.106" v="315" actId="1076"/>
          <ac:spMkLst>
            <pc:docMk/>
            <pc:sldMk cId="2282670243" sldId="2147483647"/>
            <ac:spMk id="13" creationId="{661593B4-802F-346C-2EF8-5271C426B0C7}"/>
          </ac:spMkLst>
        </pc:spChg>
        <pc:spChg chg="add mod">
          <ac:chgData name="Perez Garza Anahi" userId="3d96f3a1-74f1-4bed-b6de-0d6a02700cc5" providerId="ADAL" clId="{3CA915CE-B3AE-475F-B5D0-DD9252A19687}" dt="2026-03-02T23:51:58.106" v="315" actId="1076"/>
          <ac:spMkLst>
            <pc:docMk/>
            <pc:sldMk cId="2282670243" sldId="2147483647"/>
            <ac:spMk id="15" creationId="{A38E76B7-E1E1-1B78-7AB9-915DBD1EE68D}"/>
          </ac:spMkLst>
        </pc:spChg>
        <pc:spChg chg="add mod">
          <ac:chgData name="Perez Garza Anahi" userId="3d96f3a1-74f1-4bed-b6de-0d6a02700cc5" providerId="ADAL" clId="{3CA915CE-B3AE-475F-B5D0-DD9252A19687}" dt="2026-03-02T23:51:58.106" v="315" actId="1076"/>
          <ac:spMkLst>
            <pc:docMk/>
            <pc:sldMk cId="2282670243" sldId="2147483647"/>
            <ac:spMk id="25" creationId="{37DFF966-E99E-3A99-C228-498A6A9A6C31}"/>
          </ac:spMkLst>
        </pc:spChg>
        <pc:spChg chg="add mod">
          <ac:chgData name="Perez Garza Anahi" userId="3d96f3a1-74f1-4bed-b6de-0d6a02700cc5" providerId="ADAL" clId="{3CA915CE-B3AE-475F-B5D0-DD9252A19687}" dt="2026-03-02T23:51:58.106" v="315" actId="1076"/>
          <ac:spMkLst>
            <pc:docMk/>
            <pc:sldMk cId="2282670243" sldId="2147483647"/>
            <ac:spMk id="26" creationId="{B1857424-5815-9A63-24BF-16FC36953B9D}"/>
          </ac:spMkLst>
        </pc:spChg>
        <pc:spChg chg="del">
          <ac:chgData name="Perez Garza Anahi" userId="3d96f3a1-74f1-4bed-b6de-0d6a02700cc5" providerId="ADAL" clId="{3CA915CE-B3AE-475F-B5D0-DD9252A19687}" dt="2026-03-02T22:27:03.832" v="153" actId="478"/>
          <ac:spMkLst>
            <pc:docMk/>
            <pc:sldMk cId="2282670243" sldId="2147483647"/>
            <ac:spMk id="31" creationId="{49081298-38A4-46EF-B586-2304ED1B4A6E}"/>
          </ac:spMkLst>
        </pc:spChg>
        <pc:spChg chg="del">
          <ac:chgData name="Perez Garza Anahi" userId="3d96f3a1-74f1-4bed-b6de-0d6a02700cc5" providerId="ADAL" clId="{3CA915CE-B3AE-475F-B5D0-DD9252A19687}" dt="2026-03-02T22:27:03.832" v="153" actId="478"/>
          <ac:spMkLst>
            <pc:docMk/>
            <pc:sldMk cId="2282670243" sldId="2147483647"/>
            <ac:spMk id="32" creationId="{052016BB-2F03-6A86-2CEE-A6D19ED28804}"/>
          </ac:spMkLst>
        </pc:spChg>
        <pc:spChg chg="del">
          <ac:chgData name="Perez Garza Anahi" userId="3d96f3a1-74f1-4bed-b6de-0d6a02700cc5" providerId="ADAL" clId="{3CA915CE-B3AE-475F-B5D0-DD9252A19687}" dt="2026-03-02T22:27:03.832" v="153" actId="478"/>
          <ac:spMkLst>
            <pc:docMk/>
            <pc:sldMk cId="2282670243" sldId="2147483647"/>
            <ac:spMk id="34" creationId="{4C7D0482-4F9F-63B7-AB49-814DF9F3A42A}"/>
          </ac:spMkLst>
        </pc:spChg>
        <pc:spChg chg="del">
          <ac:chgData name="Perez Garza Anahi" userId="3d96f3a1-74f1-4bed-b6de-0d6a02700cc5" providerId="ADAL" clId="{3CA915CE-B3AE-475F-B5D0-DD9252A19687}" dt="2026-03-02T22:27:03.832" v="153" actId="478"/>
          <ac:spMkLst>
            <pc:docMk/>
            <pc:sldMk cId="2282670243" sldId="2147483647"/>
            <ac:spMk id="36" creationId="{2BA14B2E-0403-AF6A-194E-ED45D030AED8}"/>
          </ac:spMkLst>
        </pc:spChg>
        <pc:spChg chg="del">
          <ac:chgData name="Perez Garza Anahi" userId="3d96f3a1-74f1-4bed-b6de-0d6a02700cc5" providerId="ADAL" clId="{3CA915CE-B3AE-475F-B5D0-DD9252A19687}" dt="2026-03-02T22:27:03.832" v="153" actId="478"/>
          <ac:spMkLst>
            <pc:docMk/>
            <pc:sldMk cId="2282670243" sldId="2147483647"/>
            <ac:spMk id="37" creationId="{B4CCCA4B-19E3-C877-C6E5-678CA83A42D4}"/>
          </ac:spMkLst>
        </pc:spChg>
        <pc:spChg chg="del">
          <ac:chgData name="Perez Garza Anahi" userId="3d96f3a1-74f1-4bed-b6de-0d6a02700cc5" providerId="ADAL" clId="{3CA915CE-B3AE-475F-B5D0-DD9252A19687}" dt="2026-03-02T22:27:03.832" v="153" actId="478"/>
          <ac:spMkLst>
            <pc:docMk/>
            <pc:sldMk cId="2282670243" sldId="2147483647"/>
            <ac:spMk id="39" creationId="{9B48CD66-B190-3075-6EBA-8B9CF44DA1AE}"/>
          </ac:spMkLst>
        </pc:spChg>
        <pc:spChg chg="del">
          <ac:chgData name="Perez Garza Anahi" userId="3d96f3a1-74f1-4bed-b6de-0d6a02700cc5" providerId="ADAL" clId="{3CA915CE-B3AE-475F-B5D0-DD9252A19687}" dt="2026-03-02T22:27:03.832" v="153" actId="478"/>
          <ac:spMkLst>
            <pc:docMk/>
            <pc:sldMk cId="2282670243" sldId="2147483647"/>
            <ac:spMk id="44" creationId="{0B451376-BAF4-B0FC-DBAD-CEEF909043FF}"/>
          </ac:spMkLst>
        </pc:spChg>
        <pc:spChg chg="del">
          <ac:chgData name="Perez Garza Anahi" userId="3d96f3a1-74f1-4bed-b6de-0d6a02700cc5" providerId="ADAL" clId="{3CA915CE-B3AE-475F-B5D0-DD9252A19687}" dt="2026-03-02T22:27:03.832" v="153" actId="478"/>
          <ac:spMkLst>
            <pc:docMk/>
            <pc:sldMk cId="2282670243" sldId="2147483647"/>
            <ac:spMk id="47" creationId="{5925A421-D24A-E531-2F83-273C8AE09A1D}"/>
          </ac:spMkLst>
        </pc:spChg>
        <pc:spChg chg="del">
          <ac:chgData name="Perez Garza Anahi" userId="3d96f3a1-74f1-4bed-b6de-0d6a02700cc5" providerId="ADAL" clId="{3CA915CE-B3AE-475F-B5D0-DD9252A19687}" dt="2026-03-02T22:27:03.832" v="153" actId="478"/>
          <ac:spMkLst>
            <pc:docMk/>
            <pc:sldMk cId="2282670243" sldId="2147483647"/>
            <ac:spMk id="50" creationId="{AFB35A9A-5BBF-5BA3-ECE2-DC21CAA9229C}"/>
          </ac:spMkLst>
        </pc:spChg>
        <pc:spChg chg="del">
          <ac:chgData name="Perez Garza Anahi" userId="3d96f3a1-74f1-4bed-b6de-0d6a02700cc5" providerId="ADAL" clId="{3CA915CE-B3AE-475F-B5D0-DD9252A19687}" dt="2026-03-02T22:27:03.832" v="153" actId="478"/>
          <ac:spMkLst>
            <pc:docMk/>
            <pc:sldMk cId="2282670243" sldId="2147483647"/>
            <ac:spMk id="54" creationId="{DB08CFDE-0371-88C6-5813-6DE0BE95CA9B}"/>
          </ac:spMkLst>
        </pc:spChg>
        <pc:spChg chg="mod">
          <ac:chgData name="Perez Garza Anahi" userId="3d96f3a1-74f1-4bed-b6de-0d6a02700cc5" providerId="ADAL" clId="{3CA915CE-B3AE-475F-B5D0-DD9252A19687}" dt="2026-03-02T23:51:58.106" v="315" actId="1076"/>
          <ac:spMkLst>
            <pc:docMk/>
            <pc:sldMk cId="2282670243" sldId="2147483647"/>
            <ac:spMk id="55" creationId="{C58B1E33-997B-D4A2-7C11-ED3E58DB5534}"/>
          </ac:spMkLst>
        </pc:spChg>
        <pc:spChg chg="del">
          <ac:chgData name="Perez Garza Anahi" userId="3d96f3a1-74f1-4bed-b6de-0d6a02700cc5" providerId="ADAL" clId="{3CA915CE-B3AE-475F-B5D0-DD9252A19687}" dt="2026-03-02T22:29:43.351" v="171" actId="478"/>
          <ac:spMkLst>
            <pc:docMk/>
            <pc:sldMk cId="2282670243" sldId="2147483647"/>
            <ac:spMk id="56" creationId="{52DE576C-C9BD-FD5E-D5F1-5C6670FA8D5D}"/>
          </ac:spMkLst>
        </pc:spChg>
        <pc:spChg chg="del">
          <ac:chgData name="Perez Garza Anahi" userId="3d96f3a1-74f1-4bed-b6de-0d6a02700cc5" providerId="ADAL" clId="{3CA915CE-B3AE-475F-B5D0-DD9252A19687}" dt="2026-03-02T22:27:00.556" v="152" actId="478"/>
          <ac:spMkLst>
            <pc:docMk/>
            <pc:sldMk cId="2282670243" sldId="2147483647"/>
            <ac:spMk id="57" creationId="{D70224B8-23D6-5BD2-0B6C-E121837D8C34}"/>
          </ac:spMkLst>
        </pc:spChg>
        <pc:spChg chg="del mod">
          <ac:chgData name="Perez Garza Anahi" userId="3d96f3a1-74f1-4bed-b6de-0d6a02700cc5" providerId="ADAL" clId="{3CA915CE-B3AE-475F-B5D0-DD9252A19687}" dt="2026-03-02T22:29:38.666" v="167" actId="478"/>
          <ac:spMkLst>
            <pc:docMk/>
            <pc:sldMk cId="2282670243" sldId="2147483647"/>
            <ac:spMk id="58" creationId="{B214776B-322E-374F-A44D-93AE35DC7414}"/>
          </ac:spMkLst>
        </pc:spChg>
        <pc:spChg chg="add del mod">
          <ac:chgData name="Perez Garza Anahi" userId="3d96f3a1-74f1-4bed-b6de-0d6a02700cc5" providerId="ADAL" clId="{3CA915CE-B3AE-475F-B5D0-DD9252A19687}" dt="2026-03-02T23:52:05.681" v="317" actId="1076"/>
          <ac:spMkLst>
            <pc:docMk/>
            <pc:sldMk cId="2282670243" sldId="2147483647"/>
            <ac:spMk id="59" creationId="{F53AB2C2-D4BF-ADBB-C1E1-5FAF5E1A581F}"/>
          </ac:spMkLst>
        </pc:spChg>
        <pc:spChg chg="del">
          <ac:chgData name="Perez Garza Anahi" userId="3d96f3a1-74f1-4bed-b6de-0d6a02700cc5" providerId="ADAL" clId="{3CA915CE-B3AE-475F-B5D0-DD9252A19687}" dt="2026-03-02T22:29:49.904" v="174" actId="478"/>
          <ac:spMkLst>
            <pc:docMk/>
            <pc:sldMk cId="2282670243" sldId="2147483647"/>
            <ac:spMk id="60" creationId="{C8412626-F557-5B36-273B-C334D821440A}"/>
          </ac:spMkLst>
        </pc:spChg>
        <pc:spChg chg="mod">
          <ac:chgData name="Perez Garza Anahi" userId="3d96f3a1-74f1-4bed-b6de-0d6a02700cc5" providerId="ADAL" clId="{3CA915CE-B3AE-475F-B5D0-DD9252A19687}" dt="2026-03-02T22:26:57.841" v="151" actId="20577"/>
          <ac:spMkLst>
            <pc:docMk/>
            <pc:sldMk cId="2282670243" sldId="2147483647"/>
            <ac:spMk id="206" creationId="{167A64BB-1818-37AB-F05C-5AC75C78ED19}"/>
          </ac:spMkLst>
        </pc:spChg>
        <pc:cxnChg chg="add del mod">
          <ac:chgData name="Perez Garza Anahi" userId="3d96f3a1-74f1-4bed-b6de-0d6a02700cc5" providerId="ADAL" clId="{3CA915CE-B3AE-475F-B5D0-DD9252A19687}" dt="2026-03-02T23:51:53.658" v="314" actId="478"/>
          <ac:cxnSpMkLst>
            <pc:docMk/>
            <pc:sldMk cId="2282670243" sldId="2147483647"/>
            <ac:cxnSpMk id="8" creationId="{2673B2C3-82C0-C2D9-1D11-B59B61AC8ADA}"/>
          </ac:cxnSpMkLst>
        </pc:cxnChg>
        <pc:cxnChg chg="add del mod">
          <ac:chgData name="Perez Garza Anahi" userId="3d96f3a1-74f1-4bed-b6de-0d6a02700cc5" providerId="ADAL" clId="{3CA915CE-B3AE-475F-B5D0-DD9252A19687}" dt="2026-03-02T22:29:48.891" v="173" actId="478"/>
          <ac:cxnSpMkLst>
            <pc:docMk/>
            <pc:sldMk cId="2282670243" sldId="2147483647"/>
            <ac:cxnSpMk id="12" creationId="{003D1DE0-57B7-7F6F-D6D9-C34B87BF454E}"/>
          </ac:cxnSpMkLst>
        </pc:cxnChg>
        <pc:cxnChg chg="add del mod">
          <ac:chgData name="Perez Garza Anahi" userId="3d96f3a1-74f1-4bed-b6de-0d6a02700cc5" providerId="ADAL" clId="{3CA915CE-B3AE-475F-B5D0-DD9252A19687}" dt="2026-03-02T22:29:59.407" v="179" actId="478"/>
          <ac:cxnSpMkLst>
            <pc:docMk/>
            <pc:sldMk cId="2282670243" sldId="2147483647"/>
            <ac:cxnSpMk id="14" creationId="{D3C9E979-4245-892F-0C78-BF0B49FB9638}"/>
          </ac:cxnSpMkLst>
        </pc:cxnChg>
        <pc:cxnChg chg="add mod">
          <ac:chgData name="Perez Garza Anahi" userId="3d96f3a1-74f1-4bed-b6de-0d6a02700cc5" providerId="ADAL" clId="{3CA915CE-B3AE-475F-B5D0-DD9252A19687}" dt="2026-03-04T18:00:26.431" v="2230" actId="1076"/>
          <ac:cxnSpMkLst>
            <pc:docMk/>
            <pc:sldMk cId="2282670243" sldId="2147483647"/>
            <ac:cxnSpMk id="16" creationId="{E5BAFC40-F59E-3E92-5EFD-06A53DABA599}"/>
          </ac:cxnSpMkLst>
        </pc:cxnChg>
        <pc:cxnChg chg="add mod">
          <ac:chgData name="Perez Garza Anahi" userId="3d96f3a1-74f1-4bed-b6de-0d6a02700cc5" providerId="ADAL" clId="{3CA915CE-B3AE-475F-B5D0-DD9252A19687}" dt="2026-03-04T18:00:26.431" v="2230" actId="1076"/>
          <ac:cxnSpMkLst>
            <pc:docMk/>
            <pc:sldMk cId="2282670243" sldId="2147483647"/>
            <ac:cxnSpMk id="17" creationId="{5EA4428D-0D25-7EE2-2CF0-C992434E838A}"/>
          </ac:cxnSpMkLst>
        </pc:cxnChg>
        <pc:cxnChg chg="add mod">
          <ac:chgData name="Perez Garza Anahi" userId="3d96f3a1-74f1-4bed-b6de-0d6a02700cc5" providerId="ADAL" clId="{3CA915CE-B3AE-475F-B5D0-DD9252A19687}" dt="2026-03-04T18:00:26.431" v="2230" actId="1076"/>
          <ac:cxnSpMkLst>
            <pc:docMk/>
            <pc:sldMk cId="2282670243" sldId="2147483647"/>
            <ac:cxnSpMk id="18" creationId="{BE0DC494-37E3-45E1-DB43-ECDE4C91CC82}"/>
          </ac:cxnSpMkLst>
        </pc:cxnChg>
        <pc:cxnChg chg="add mod">
          <ac:chgData name="Perez Garza Anahi" userId="3d96f3a1-74f1-4bed-b6de-0d6a02700cc5" providerId="ADAL" clId="{3CA915CE-B3AE-475F-B5D0-DD9252A19687}" dt="2026-03-04T18:00:26.431" v="2230" actId="1076"/>
          <ac:cxnSpMkLst>
            <pc:docMk/>
            <pc:sldMk cId="2282670243" sldId="2147483647"/>
            <ac:cxnSpMk id="19" creationId="{7361C06A-E1C4-0E56-5A5A-CF312ABEF589}"/>
          </ac:cxnSpMkLst>
        </pc:cxnChg>
        <pc:cxnChg chg="add mod">
          <ac:chgData name="Perez Garza Anahi" userId="3d96f3a1-74f1-4bed-b6de-0d6a02700cc5" providerId="ADAL" clId="{3CA915CE-B3AE-475F-B5D0-DD9252A19687}" dt="2026-03-04T18:00:26.431" v="2230" actId="1076"/>
          <ac:cxnSpMkLst>
            <pc:docMk/>
            <pc:sldMk cId="2282670243" sldId="2147483647"/>
            <ac:cxnSpMk id="20" creationId="{3E1ED492-53D6-48DE-D60E-0759B033DE48}"/>
          </ac:cxnSpMkLst>
        </pc:cxnChg>
        <pc:cxnChg chg="del mod">
          <ac:chgData name="Perez Garza Anahi" userId="3d96f3a1-74f1-4bed-b6de-0d6a02700cc5" providerId="ADAL" clId="{3CA915CE-B3AE-475F-B5D0-DD9252A19687}" dt="2026-03-02T22:27:03.832" v="153" actId="478"/>
          <ac:cxnSpMkLst>
            <pc:docMk/>
            <pc:sldMk cId="2282670243" sldId="2147483647"/>
            <ac:cxnSpMk id="40" creationId="{B57BF92B-AA7D-2EC1-975F-941841E4BAC5}"/>
          </ac:cxnSpMkLst>
        </pc:cxnChg>
        <pc:cxnChg chg="del mod">
          <ac:chgData name="Perez Garza Anahi" userId="3d96f3a1-74f1-4bed-b6de-0d6a02700cc5" providerId="ADAL" clId="{3CA915CE-B3AE-475F-B5D0-DD9252A19687}" dt="2026-03-02T22:27:03.832" v="153" actId="478"/>
          <ac:cxnSpMkLst>
            <pc:docMk/>
            <pc:sldMk cId="2282670243" sldId="2147483647"/>
            <ac:cxnSpMk id="41" creationId="{0A97459F-0759-1680-F02D-870B08377094}"/>
          </ac:cxnSpMkLst>
        </pc:cxnChg>
        <pc:cxnChg chg="del mod">
          <ac:chgData name="Perez Garza Anahi" userId="3d96f3a1-74f1-4bed-b6de-0d6a02700cc5" providerId="ADAL" clId="{3CA915CE-B3AE-475F-B5D0-DD9252A19687}" dt="2026-03-02T22:27:03.832" v="153" actId="478"/>
          <ac:cxnSpMkLst>
            <pc:docMk/>
            <pc:sldMk cId="2282670243" sldId="2147483647"/>
            <ac:cxnSpMk id="42" creationId="{A5877C80-C168-6AD4-EBEA-B77C556DD196}"/>
          </ac:cxnSpMkLst>
        </pc:cxnChg>
        <pc:cxnChg chg="del mod">
          <ac:chgData name="Perez Garza Anahi" userId="3d96f3a1-74f1-4bed-b6de-0d6a02700cc5" providerId="ADAL" clId="{3CA915CE-B3AE-475F-B5D0-DD9252A19687}" dt="2026-03-02T22:27:03.832" v="153" actId="478"/>
          <ac:cxnSpMkLst>
            <pc:docMk/>
            <pc:sldMk cId="2282670243" sldId="2147483647"/>
            <ac:cxnSpMk id="43" creationId="{2B0B5056-26B9-0B58-9E45-D286C93D7A10}"/>
          </ac:cxnSpMkLst>
        </pc:cxnChg>
        <pc:cxnChg chg="del mod">
          <ac:chgData name="Perez Garza Anahi" userId="3d96f3a1-74f1-4bed-b6de-0d6a02700cc5" providerId="ADAL" clId="{3CA915CE-B3AE-475F-B5D0-DD9252A19687}" dt="2026-03-02T22:27:03.832" v="153" actId="478"/>
          <ac:cxnSpMkLst>
            <pc:docMk/>
            <pc:sldMk cId="2282670243" sldId="2147483647"/>
            <ac:cxnSpMk id="45" creationId="{87DC32F3-D1AD-6416-99E1-6BFD32C486D6}"/>
          </ac:cxnSpMkLst>
        </pc:cxnChg>
        <pc:cxnChg chg="del mod">
          <ac:chgData name="Perez Garza Anahi" userId="3d96f3a1-74f1-4bed-b6de-0d6a02700cc5" providerId="ADAL" clId="{3CA915CE-B3AE-475F-B5D0-DD9252A19687}" dt="2026-03-02T22:27:03.832" v="153" actId="478"/>
          <ac:cxnSpMkLst>
            <pc:docMk/>
            <pc:sldMk cId="2282670243" sldId="2147483647"/>
            <ac:cxnSpMk id="48" creationId="{B704D5DA-2BCC-A2F7-EDBC-BAB77E9B35BA}"/>
          </ac:cxnSpMkLst>
        </pc:cxnChg>
        <pc:cxnChg chg="del mod">
          <ac:chgData name="Perez Garza Anahi" userId="3d96f3a1-74f1-4bed-b6de-0d6a02700cc5" providerId="ADAL" clId="{3CA915CE-B3AE-475F-B5D0-DD9252A19687}" dt="2026-03-02T22:27:03.832" v="153" actId="478"/>
          <ac:cxnSpMkLst>
            <pc:docMk/>
            <pc:sldMk cId="2282670243" sldId="2147483647"/>
            <ac:cxnSpMk id="49" creationId="{AC35647D-6CA5-B864-F3EB-FA5660D1F40F}"/>
          </ac:cxnSpMkLst>
        </pc:cxnChg>
        <pc:cxnChg chg="del mod">
          <ac:chgData name="Perez Garza Anahi" userId="3d96f3a1-74f1-4bed-b6de-0d6a02700cc5" providerId="ADAL" clId="{3CA915CE-B3AE-475F-B5D0-DD9252A19687}" dt="2026-03-02T22:27:03.832" v="153" actId="478"/>
          <ac:cxnSpMkLst>
            <pc:docMk/>
            <pc:sldMk cId="2282670243" sldId="2147483647"/>
            <ac:cxnSpMk id="51" creationId="{016C49D6-78CB-8C86-F40F-6A94AEC381D9}"/>
          </ac:cxnSpMkLst>
        </pc:cxnChg>
        <pc:cxnChg chg="del mod">
          <ac:chgData name="Perez Garza Anahi" userId="3d96f3a1-74f1-4bed-b6de-0d6a02700cc5" providerId="ADAL" clId="{3CA915CE-B3AE-475F-B5D0-DD9252A19687}" dt="2026-03-02T22:27:03.832" v="153" actId="478"/>
          <ac:cxnSpMkLst>
            <pc:docMk/>
            <pc:sldMk cId="2282670243" sldId="2147483647"/>
            <ac:cxnSpMk id="52" creationId="{E85349DF-1D86-BA24-0173-389327ACC21E}"/>
          </ac:cxnSpMkLst>
        </pc:cxnChg>
      </pc:sldChg>
    </pc:docChg>
  </pc:docChgLst>
  <pc:docChgLst>
    <pc:chgData name="Perez Garza Anahi" userId="3d96f3a1-74f1-4bed-b6de-0d6a02700cc5" providerId="ADAL" clId="{4B0AD328-AC90-4AA0-8235-78385F1747A0}"/>
    <pc:docChg chg="undo custSel addSld delSld modSld modSection">
      <pc:chgData name="Perez Garza Anahi" userId="3d96f3a1-74f1-4bed-b6de-0d6a02700cc5" providerId="ADAL" clId="{4B0AD328-AC90-4AA0-8235-78385F1747A0}" dt="2026-02-25T18:00:58.960" v="2306" actId="20577"/>
      <pc:docMkLst>
        <pc:docMk/>
      </pc:docMkLst>
      <pc:sldChg chg="addSp delSp modSp add mod setBg">
        <pc:chgData name="Perez Garza Anahi" userId="3d96f3a1-74f1-4bed-b6de-0d6a02700cc5" providerId="ADAL" clId="{4B0AD328-AC90-4AA0-8235-78385F1747A0}" dt="2026-02-25T16:47:11.734" v="1251" actId="1076"/>
        <pc:sldMkLst>
          <pc:docMk/>
          <pc:sldMk cId="1894943609" sldId="256"/>
        </pc:sldMkLst>
        <pc:spChg chg="mod">
          <ac:chgData name="Perez Garza Anahi" userId="3d96f3a1-74f1-4bed-b6de-0d6a02700cc5" providerId="ADAL" clId="{4B0AD328-AC90-4AA0-8235-78385F1747A0}" dt="2026-02-25T16:47:11.734" v="1251" actId="1076"/>
          <ac:spMkLst>
            <pc:docMk/>
            <pc:sldMk cId="1894943609" sldId="256"/>
            <ac:spMk id="3" creationId="{8B80DD89-91A3-35BF-46F8-436A28D7C493}"/>
          </ac:spMkLst>
        </pc:spChg>
        <pc:spChg chg="del">
          <ac:chgData name="Perez Garza Anahi" userId="3d96f3a1-74f1-4bed-b6de-0d6a02700cc5" providerId="ADAL" clId="{4B0AD328-AC90-4AA0-8235-78385F1747A0}" dt="2026-02-25T05:04:48.724" v="709" actId="478"/>
          <ac:spMkLst>
            <pc:docMk/>
            <pc:sldMk cId="1894943609" sldId="256"/>
            <ac:spMk id="5" creationId="{CECF3C7D-9F9C-75E8-5E40-7414BCE30AD9}"/>
          </ac:spMkLst>
        </pc:spChg>
        <pc:spChg chg="add mod">
          <ac:chgData name="Perez Garza Anahi" userId="3d96f3a1-74f1-4bed-b6de-0d6a02700cc5" providerId="ADAL" clId="{4B0AD328-AC90-4AA0-8235-78385F1747A0}" dt="2026-02-25T05:09:32.057" v="725"/>
          <ac:spMkLst>
            <pc:docMk/>
            <pc:sldMk cId="1894943609" sldId="256"/>
            <ac:spMk id="6" creationId="{953D2BA3-D595-B771-7535-5B1FE517ED16}"/>
          </ac:spMkLst>
        </pc:spChg>
        <pc:spChg chg="del">
          <ac:chgData name="Perez Garza Anahi" userId="3d96f3a1-74f1-4bed-b6de-0d6a02700cc5" providerId="ADAL" clId="{4B0AD328-AC90-4AA0-8235-78385F1747A0}" dt="2026-02-25T05:04:48.724" v="709" actId="478"/>
          <ac:spMkLst>
            <pc:docMk/>
            <pc:sldMk cId="1894943609" sldId="256"/>
            <ac:spMk id="7" creationId="{6F5DADD0-1B05-51B3-3CA2-5D066DF0CF9A}"/>
          </ac:spMkLst>
        </pc:spChg>
        <pc:spChg chg="mod">
          <ac:chgData name="Perez Garza Anahi" userId="3d96f3a1-74f1-4bed-b6de-0d6a02700cc5" providerId="ADAL" clId="{4B0AD328-AC90-4AA0-8235-78385F1747A0}" dt="2026-02-25T05:11:19.994" v="844" actId="20577"/>
          <ac:spMkLst>
            <pc:docMk/>
            <pc:sldMk cId="1894943609" sldId="256"/>
            <ac:spMk id="8" creationId="{35769B02-838B-10EC-DB8D-8A4ED180CC34}"/>
          </ac:spMkLst>
        </pc:spChg>
        <pc:spChg chg="del">
          <ac:chgData name="Perez Garza Anahi" userId="3d96f3a1-74f1-4bed-b6de-0d6a02700cc5" providerId="ADAL" clId="{4B0AD328-AC90-4AA0-8235-78385F1747A0}" dt="2026-02-25T05:04:48.724" v="709" actId="478"/>
          <ac:spMkLst>
            <pc:docMk/>
            <pc:sldMk cId="1894943609" sldId="256"/>
            <ac:spMk id="9" creationId="{BA6BA345-8F51-06D9-8C78-EA32498ED483}"/>
          </ac:spMkLst>
        </pc:spChg>
        <pc:spChg chg="del">
          <ac:chgData name="Perez Garza Anahi" userId="3d96f3a1-74f1-4bed-b6de-0d6a02700cc5" providerId="ADAL" clId="{4B0AD328-AC90-4AA0-8235-78385F1747A0}" dt="2026-02-25T05:04:48.724" v="709" actId="478"/>
          <ac:spMkLst>
            <pc:docMk/>
            <pc:sldMk cId="1894943609" sldId="256"/>
            <ac:spMk id="10" creationId="{1A8C5DBC-DB50-9649-10E4-2111B3E8CE0A}"/>
          </ac:spMkLst>
        </pc:spChg>
        <pc:spChg chg="del">
          <ac:chgData name="Perez Garza Anahi" userId="3d96f3a1-74f1-4bed-b6de-0d6a02700cc5" providerId="ADAL" clId="{4B0AD328-AC90-4AA0-8235-78385F1747A0}" dt="2026-02-25T05:04:48.724" v="709" actId="478"/>
          <ac:spMkLst>
            <pc:docMk/>
            <pc:sldMk cId="1894943609" sldId="256"/>
            <ac:spMk id="11" creationId="{5EFEE4DD-31C5-7022-5306-BF095519AA19}"/>
          </ac:spMkLst>
        </pc:spChg>
        <pc:spChg chg="add del mod">
          <ac:chgData name="Perez Garza Anahi" userId="3d96f3a1-74f1-4bed-b6de-0d6a02700cc5" providerId="ADAL" clId="{4B0AD328-AC90-4AA0-8235-78385F1747A0}" dt="2026-02-25T05:09:44.368" v="728" actId="478"/>
          <ac:spMkLst>
            <pc:docMk/>
            <pc:sldMk cId="1894943609" sldId="256"/>
            <ac:spMk id="12" creationId="{893E9803-56E9-7A13-FE51-DC164D31B9C0}"/>
          </ac:spMkLst>
        </pc:spChg>
        <pc:spChg chg="add mod">
          <ac:chgData name="Perez Garza Anahi" userId="3d96f3a1-74f1-4bed-b6de-0d6a02700cc5" providerId="ADAL" clId="{4B0AD328-AC90-4AA0-8235-78385F1747A0}" dt="2026-02-25T05:11:10.708" v="826" actId="1076"/>
          <ac:spMkLst>
            <pc:docMk/>
            <pc:sldMk cId="1894943609" sldId="256"/>
            <ac:spMk id="13" creationId="{93544BCD-5775-6182-A1E1-752EA438DE8C}"/>
          </ac:spMkLst>
        </pc:spChg>
        <pc:spChg chg="del">
          <ac:chgData name="Perez Garza Anahi" userId="3d96f3a1-74f1-4bed-b6de-0d6a02700cc5" providerId="ADAL" clId="{4B0AD328-AC90-4AA0-8235-78385F1747A0}" dt="2026-02-25T05:04:48.724" v="709" actId="478"/>
          <ac:spMkLst>
            <pc:docMk/>
            <pc:sldMk cId="1894943609" sldId="256"/>
            <ac:spMk id="15" creationId="{469B5A46-52EC-2F24-D6F9-D4FE3DDFED43}"/>
          </ac:spMkLst>
        </pc:spChg>
        <pc:spChg chg="del">
          <ac:chgData name="Perez Garza Anahi" userId="3d96f3a1-74f1-4bed-b6de-0d6a02700cc5" providerId="ADAL" clId="{4B0AD328-AC90-4AA0-8235-78385F1747A0}" dt="2026-02-25T05:04:48.724" v="709" actId="478"/>
          <ac:spMkLst>
            <pc:docMk/>
            <pc:sldMk cId="1894943609" sldId="256"/>
            <ac:spMk id="16" creationId="{E56DB0F4-F54B-DF39-E43F-BF3E44DF62C3}"/>
          </ac:spMkLst>
        </pc:spChg>
        <pc:spChg chg="del">
          <ac:chgData name="Perez Garza Anahi" userId="3d96f3a1-74f1-4bed-b6de-0d6a02700cc5" providerId="ADAL" clId="{4B0AD328-AC90-4AA0-8235-78385F1747A0}" dt="2026-02-25T05:04:48.724" v="709" actId="478"/>
          <ac:spMkLst>
            <pc:docMk/>
            <pc:sldMk cId="1894943609" sldId="256"/>
            <ac:spMk id="24" creationId="{30C542EF-81FF-8D4A-E88C-70C85511A91A}"/>
          </ac:spMkLst>
        </pc:spChg>
        <pc:spChg chg="del">
          <ac:chgData name="Perez Garza Anahi" userId="3d96f3a1-74f1-4bed-b6de-0d6a02700cc5" providerId="ADAL" clId="{4B0AD328-AC90-4AA0-8235-78385F1747A0}" dt="2026-02-25T05:04:48.724" v="709" actId="478"/>
          <ac:spMkLst>
            <pc:docMk/>
            <pc:sldMk cId="1894943609" sldId="256"/>
            <ac:spMk id="25" creationId="{1A8952F6-2F5B-8239-E882-6ED79848E8A2}"/>
          </ac:spMkLst>
        </pc:spChg>
        <pc:spChg chg="del">
          <ac:chgData name="Perez Garza Anahi" userId="3d96f3a1-74f1-4bed-b6de-0d6a02700cc5" providerId="ADAL" clId="{4B0AD328-AC90-4AA0-8235-78385F1747A0}" dt="2026-02-25T05:04:48.724" v="709" actId="478"/>
          <ac:spMkLst>
            <pc:docMk/>
            <pc:sldMk cId="1894943609" sldId="256"/>
            <ac:spMk id="26" creationId="{7BBFC8E0-35FB-B5A4-F0B4-168B43A815EE}"/>
          </ac:spMkLst>
        </pc:spChg>
        <pc:spChg chg="del">
          <ac:chgData name="Perez Garza Anahi" userId="3d96f3a1-74f1-4bed-b6de-0d6a02700cc5" providerId="ADAL" clId="{4B0AD328-AC90-4AA0-8235-78385F1747A0}" dt="2026-02-25T05:04:48.724" v="709" actId="478"/>
          <ac:spMkLst>
            <pc:docMk/>
            <pc:sldMk cId="1894943609" sldId="256"/>
            <ac:spMk id="27" creationId="{06879978-8430-034C-C550-3A606B237594}"/>
          </ac:spMkLst>
        </pc:spChg>
        <pc:spChg chg="del">
          <ac:chgData name="Perez Garza Anahi" userId="3d96f3a1-74f1-4bed-b6de-0d6a02700cc5" providerId="ADAL" clId="{4B0AD328-AC90-4AA0-8235-78385F1747A0}" dt="2026-02-25T05:04:48.724" v="709" actId="478"/>
          <ac:spMkLst>
            <pc:docMk/>
            <pc:sldMk cId="1894943609" sldId="256"/>
            <ac:spMk id="28" creationId="{9690A9AE-2B8D-37E7-C767-097881075089}"/>
          </ac:spMkLst>
        </pc:spChg>
        <pc:spChg chg="del">
          <ac:chgData name="Perez Garza Anahi" userId="3d96f3a1-74f1-4bed-b6de-0d6a02700cc5" providerId="ADAL" clId="{4B0AD328-AC90-4AA0-8235-78385F1747A0}" dt="2026-02-25T05:04:48.724" v="709" actId="478"/>
          <ac:spMkLst>
            <pc:docMk/>
            <pc:sldMk cId="1894943609" sldId="256"/>
            <ac:spMk id="29" creationId="{B3D3B606-C3BB-D04B-D3D2-98061EEACD16}"/>
          </ac:spMkLst>
        </pc:spChg>
        <pc:spChg chg="del">
          <ac:chgData name="Perez Garza Anahi" userId="3d96f3a1-74f1-4bed-b6de-0d6a02700cc5" providerId="ADAL" clId="{4B0AD328-AC90-4AA0-8235-78385F1747A0}" dt="2026-02-25T05:04:48.724" v="709" actId="478"/>
          <ac:spMkLst>
            <pc:docMk/>
            <pc:sldMk cId="1894943609" sldId="256"/>
            <ac:spMk id="30" creationId="{CE645B8E-233E-8121-1523-D16F498EE32E}"/>
          </ac:spMkLst>
        </pc:spChg>
        <pc:spChg chg="del">
          <ac:chgData name="Perez Garza Anahi" userId="3d96f3a1-74f1-4bed-b6de-0d6a02700cc5" providerId="ADAL" clId="{4B0AD328-AC90-4AA0-8235-78385F1747A0}" dt="2026-02-25T05:04:48.724" v="709" actId="478"/>
          <ac:spMkLst>
            <pc:docMk/>
            <pc:sldMk cId="1894943609" sldId="256"/>
            <ac:spMk id="31" creationId="{293DAA71-D951-5914-3576-1662F6F8D1A5}"/>
          </ac:spMkLst>
        </pc:spChg>
        <pc:spChg chg="del">
          <ac:chgData name="Perez Garza Anahi" userId="3d96f3a1-74f1-4bed-b6de-0d6a02700cc5" providerId="ADAL" clId="{4B0AD328-AC90-4AA0-8235-78385F1747A0}" dt="2026-02-25T05:04:48.724" v="709" actId="478"/>
          <ac:spMkLst>
            <pc:docMk/>
            <pc:sldMk cId="1894943609" sldId="256"/>
            <ac:spMk id="32" creationId="{42788C3E-D93E-F83F-E668-407404095D83}"/>
          </ac:spMkLst>
        </pc:spChg>
        <pc:spChg chg="del">
          <ac:chgData name="Perez Garza Anahi" userId="3d96f3a1-74f1-4bed-b6de-0d6a02700cc5" providerId="ADAL" clId="{4B0AD328-AC90-4AA0-8235-78385F1747A0}" dt="2026-02-25T05:04:48.724" v="709" actId="478"/>
          <ac:spMkLst>
            <pc:docMk/>
            <pc:sldMk cId="1894943609" sldId="256"/>
            <ac:spMk id="33" creationId="{4DCCC991-E4C3-6D82-7168-6FD63133D816}"/>
          </ac:spMkLst>
        </pc:spChg>
        <pc:spChg chg="del">
          <ac:chgData name="Perez Garza Anahi" userId="3d96f3a1-74f1-4bed-b6de-0d6a02700cc5" providerId="ADAL" clId="{4B0AD328-AC90-4AA0-8235-78385F1747A0}" dt="2026-02-25T05:04:48.724" v="709" actId="478"/>
          <ac:spMkLst>
            <pc:docMk/>
            <pc:sldMk cId="1894943609" sldId="256"/>
            <ac:spMk id="34" creationId="{B9DB0C9F-61C6-F4E4-746F-C58E15200BF0}"/>
          </ac:spMkLst>
        </pc:spChg>
        <pc:spChg chg="del">
          <ac:chgData name="Perez Garza Anahi" userId="3d96f3a1-74f1-4bed-b6de-0d6a02700cc5" providerId="ADAL" clId="{4B0AD328-AC90-4AA0-8235-78385F1747A0}" dt="2026-02-25T05:04:48.724" v="709" actId="478"/>
          <ac:spMkLst>
            <pc:docMk/>
            <pc:sldMk cId="1894943609" sldId="256"/>
            <ac:spMk id="35" creationId="{5C225143-E6F9-47ED-285E-753917605E9C}"/>
          </ac:spMkLst>
        </pc:spChg>
        <pc:spChg chg="del">
          <ac:chgData name="Perez Garza Anahi" userId="3d96f3a1-74f1-4bed-b6de-0d6a02700cc5" providerId="ADAL" clId="{4B0AD328-AC90-4AA0-8235-78385F1747A0}" dt="2026-02-25T05:04:48.724" v="709" actId="478"/>
          <ac:spMkLst>
            <pc:docMk/>
            <pc:sldMk cId="1894943609" sldId="256"/>
            <ac:spMk id="36" creationId="{B66860F7-8486-22FF-8CBE-550E4C9DE66D}"/>
          </ac:spMkLst>
        </pc:spChg>
        <pc:spChg chg="del">
          <ac:chgData name="Perez Garza Anahi" userId="3d96f3a1-74f1-4bed-b6de-0d6a02700cc5" providerId="ADAL" clId="{4B0AD328-AC90-4AA0-8235-78385F1747A0}" dt="2026-02-25T05:04:48.724" v="709" actId="478"/>
          <ac:spMkLst>
            <pc:docMk/>
            <pc:sldMk cId="1894943609" sldId="256"/>
            <ac:spMk id="37" creationId="{809380C1-E508-3C19-4039-9751EF57AFEB}"/>
          </ac:spMkLst>
        </pc:spChg>
        <pc:spChg chg="del">
          <ac:chgData name="Perez Garza Anahi" userId="3d96f3a1-74f1-4bed-b6de-0d6a02700cc5" providerId="ADAL" clId="{4B0AD328-AC90-4AA0-8235-78385F1747A0}" dt="2026-02-25T05:04:48.724" v="709" actId="478"/>
          <ac:spMkLst>
            <pc:docMk/>
            <pc:sldMk cId="1894943609" sldId="256"/>
            <ac:spMk id="38" creationId="{018ABA6C-C0A2-3B4F-4F46-77BF84063435}"/>
          </ac:spMkLst>
        </pc:spChg>
        <pc:graphicFrameChg chg="add mod">
          <ac:chgData name="Perez Garza Anahi" userId="3d96f3a1-74f1-4bed-b6de-0d6a02700cc5" providerId="ADAL" clId="{4B0AD328-AC90-4AA0-8235-78385F1747A0}" dt="2026-02-25T05:07:08.961" v="710"/>
          <ac:graphicFrameMkLst>
            <pc:docMk/>
            <pc:sldMk cId="1894943609" sldId="256"/>
            <ac:graphicFrameMk id="2" creationId="{A3F064EB-7D63-6CF8-563B-B5F03EA58610}"/>
          </ac:graphicFrameMkLst>
        </pc:graphicFrameChg>
        <pc:graphicFrameChg chg="add mod modGraphic">
          <ac:chgData name="Perez Garza Anahi" userId="3d96f3a1-74f1-4bed-b6de-0d6a02700cc5" providerId="ADAL" clId="{4B0AD328-AC90-4AA0-8235-78385F1747A0}" dt="2026-02-25T14:44:04.557" v="1249" actId="20577"/>
          <ac:graphicFrameMkLst>
            <pc:docMk/>
            <pc:sldMk cId="1894943609" sldId="256"/>
            <ac:graphicFrameMk id="4" creationId="{9977EE78-43D1-CBA5-F066-3FC5CF994962}"/>
          </ac:graphicFrameMkLst>
        </pc:graphicFrameChg>
      </pc:sldChg>
      <pc:sldChg chg="del">
        <pc:chgData name="Perez Garza Anahi" userId="3d96f3a1-74f1-4bed-b6de-0d6a02700cc5" providerId="ADAL" clId="{4B0AD328-AC90-4AA0-8235-78385F1747A0}" dt="2026-02-24T21:47:53.273" v="86" actId="47"/>
        <pc:sldMkLst>
          <pc:docMk/>
          <pc:sldMk cId="456374482" sldId="258"/>
        </pc:sldMkLst>
      </pc:sldChg>
      <pc:sldChg chg="del">
        <pc:chgData name="Perez Garza Anahi" userId="3d96f3a1-74f1-4bed-b6de-0d6a02700cc5" providerId="ADAL" clId="{4B0AD328-AC90-4AA0-8235-78385F1747A0}" dt="2026-02-24T21:45:23.711" v="36" actId="47"/>
        <pc:sldMkLst>
          <pc:docMk/>
          <pc:sldMk cId="1530523345" sldId="270"/>
        </pc:sldMkLst>
      </pc:sldChg>
      <pc:sldChg chg="modSp mod">
        <pc:chgData name="Perez Garza Anahi" userId="3d96f3a1-74f1-4bed-b6de-0d6a02700cc5" providerId="ADAL" clId="{4B0AD328-AC90-4AA0-8235-78385F1747A0}" dt="2026-02-24T21:43:43.289" v="20" actId="13926"/>
        <pc:sldMkLst>
          <pc:docMk/>
          <pc:sldMk cId="3748555724" sldId="2147482941"/>
        </pc:sldMkLst>
        <pc:spChg chg="mod">
          <ac:chgData name="Perez Garza Anahi" userId="3d96f3a1-74f1-4bed-b6de-0d6a02700cc5" providerId="ADAL" clId="{4B0AD328-AC90-4AA0-8235-78385F1747A0}" dt="2026-02-24T21:43:43.289" v="20" actId="13926"/>
          <ac:spMkLst>
            <pc:docMk/>
            <pc:sldMk cId="3748555724" sldId="2147482941"/>
            <ac:spMk id="4" creationId="{BCC94514-1502-7445-9201-7BD20CD9B125}"/>
          </ac:spMkLst>
        </pc:spChg>
      </pc:sldChg>
      <pc:sldChg chg="addSp delSp modSp mod">
        <pc:chgData name="Perez Garza Anahi" userId="3d96f3a1-74f1-4bed-b6de-0d6a02700cc5" providerId="ADAL" clId="{4B0AD328-AC90-4AA0-8235-78385F1747A0}" dt="2026-02-24T21:48:22.141" v="93" actId="1076"/>
        <pc:sldMkLst>
          <pc:docMk/>
          <pc:sldMk cId="1984715688" sldId="2147482943"/>
        </pc:sldMkLst>
        <pc:graphicFrameChg chg="del">
          <ac:chgData name="Perez Garza Anahi" userId="3d96f3a1-74f1-4bed-b6de-0d6a02700cc5" providerId="ADAL" clId="{4B0AD328-AC90-4AA0-8235-78385F1747A0}" dt="2026-02-24T21:48:04.998" v="87" actId="478"/>
          <ac:graphicFrameMkLst>
            <pc:docMk/>
            <pc:sldMk cId="1984715688" sldId="2147482943"/>
            <ac:graphicFrameMk id="3" creationId="{FAD28124-1A68-0DBE-3B0C-D189AAB7C944}"/>
          </ac:graphicFrameMkLst>
        </pc:graphicFrameChg>
        <pc:graphicFrameChg chg="del">
          <ac:chgData name="Perez Garza Anahi" userId="3d96f3a1-74f1-4bed-b6de-0d6a02700cc5" providerId="ADAL" clId="{4B0AD328-AC90-4AA0-8235-78385F1747A0}" dt="2026-02-24T21:48:06.207" v="88" actId="478"/>
          <ac:graphicFrameMkLst>
            <pc:docMk/>
            <pc:sldMk cId="1984715688" sldId="2147482943"/>
            <ac:graphicFrameMk id="8" creationId="{14ED546A-B7CE-8140-623E-18969345E889}"/>
          </ac:graphicFrameMkLst>
        </pc:graphicFrameChg>
        <pc:graphicFrameChg chg="add mod modGraphic">
          <ac:chgData name="Perez Garza Anahi" userId="3d96f3a1-74f1-4bed-b6de-0d6a02700cc5" providerId="ADAL" clId="{4B0AD328-AC90-4AA0-8235-78385F1747A0}" dt="2026-02-24T21:48:14.293" v="90"/>
          <ac:graphicFrameMkLst>
            <pc:docMk/>
            <pc:sldMk cId="1984715688" sldId="2147482943"/>
            <ac:graphicFrameMk id="15" creationId="{AA32ACD3-E55F-D4CB-E937-005F440AE3CA}"/>
          </ac:graphicFrameMkLst>
        </pc:graphicFrameChg>
        <pc:graphicFrameChg chg="add mod modGraphic">
          <ac:chgData name="Perez Garza Anahi" userId="3d96f3a1-74f1-4bed-b6de-0d6a02700cc5" providerId="ADAL" clId="{4B0AD328-AC90-4AA0-8235-78385F1747A0}" dt="2026-02-24T21:48:22.141" v="93" actId="1076"/>
          <ac:graphicFrameMkLst>
            <pc:docMk/>
            <pc:sldMk cId="1984715688" sldId="2147482943"/>
            <ac:graphicFrameMk id="17" creationId="{EE3AB628-FE34-F168-5189-AF2DE401B5E6}"/>
          </ac:graphicFrameMkLst>
        </pc:graphicFrameChg>
      </pc:sldChg>
      <pc:sldChg chg="modSp mod modNotesTx">
        <pc:chgData name="Perez Garza Anahi" userId="3d96f3a1-74f1-4bed-b6de-0d6a02700cc5" providerId="ADAL" clId="{4B0AD328-AC90-4AA0-8235-78385F1747A0}" dt="2026-02-25T18:00:58.960" v="2306" actId="20577"/>
        <pc:sldMkLst>
          <pc:docMk/>
          <pc:sldMk cId="946345740" sldId="2147482944"/>
        </pc:sldMkLst>
        <pc:spChg chg="mod">
          <ac:chgData name="Perez Garza Anahi" userId="3d96f3a1-74f1-4bed-b6de-0d6a02700cc5" providerId="ADAL" clId="{4B0AD328-AC90-4AA0-8235-78385F1747A0}" dt="2026-02-25T16:46:42.530" v="1250" actId="1076"/>
          <ac:spMkLst>
            <pc:docMk/>
            <pc:sldMk cId="946345740" sldId="2147482944"/>
            <ac:spMk id="2" creationId="{5C7FE4F8-1D50-3B4B-8AAC-2417CBBCFEA9}"/>
          </ac:spMkLst>
        </pc:spChg>
        <pc:spChg chg="mod">
          <ac:chgData name="Perez Garza Anahi" userId="3d96f3a1-74f1-4bed-b6de-0d6a02700cc5" providerId="ADAL" clId="{4B0AD328-AC90-4AA0-8235-78385F1747A0}" dt="2026-02-25T16:46:42.530" v="1250" actId="1076"/>
          <ac:spMkLst>
            <pc:docMk/>
            <pc:sldMk cId="946345740" sldId="2147482944"/>
            <ac:spMk id="7" creationId="{9D12D446-A1FE-2D55-8ED8-9BF6AB433C6D}"/>
          </ac:spMkLst>
        </pc:spChg>
        <pc:spChg chg="mod">
          <ac:chgData name="Perez Garza Anahi" userId="3d96f3a1-74f1-4bed-b6de-0d6a02700cc5" providerId="ADAL" clId="{4B0AD328-AC90-4AA0-8235-78385F1747A0}" dt="2026-02-25T16:46:42.530" v="1250" actId="1076"/>
          <ac:spMkLst>
            <pc:docMk/>
            <pc:sldMk cId="946345740" sldId="2147482944"/>
            <ac:spMk id="9" creationId="{01FD7DEA-CCB0-3F0F-FCE1-E42492D493A9}"/>
          </ac:spMkLst>
        </pc:spChg>
        <pc:spChg chg="mod">
          <ac:chgData name="Perez Garza Anahi" userId="3d96f3a1-74f1-4bed-b6de-0d6a02700cc5" providerId="ADAL" clId="{4B0AD328-AC90-4AA0-8235-78385F1747A0}" dt="2026-02-25T16:46:42.530" v="1250" actId="1076"/>
          <ac:spMkLst>
            <pc:docMk/>
            <pc:sldMk cId="946345740" sldId="2147482944"/>
            <ac:spMk id="11" creationId="{68E8AB1C-0912-901D-0DF3-E8CB08F3F881}"/>
          </ac:spMkLst>
        </pc:spChg>
        <pc:spChg chg="mod">
          <ac:chgData name="Perez Garza Anahi" userId="3d96f3a1-74f1-4bed-b6de-0d6a02700cc5" providerId="ADAL" clId="{4B0AD328-AC90-4AA0-8235-78385F1747A0}" dt="2026-02-25T16:46:42.530" v="1250" actId="1076"/>
          <ac:spMkLst>
            <pc:docMk/>
            <pc:sldMk cId="946345740" sldId="2147482944"/>
            <ac:spMk id="12" creationId="{00BAA50C-D38E-8DF6-685A-DAFAE69206BE}"/>
          </ac:spMkLst>
        </pc:spChg>
        <pc:spChg chg="mod">
          <ac:chgData name="Perez Garza Anahi" userId="3d96f3a1-74f1-4bed-b6de-0d6a02700cc5" providerId="ADAL" clId="{4B0AD328-AC90-4AA0-8235-78385F1747A0}" dt="2026-02-25T16:46:42.530" v="1250" actId="1076"/>
          <ac:spMkLst>
            <pc:docMk/>
            <pc:sldMk cId="946345740" sldId="2147482944"/>
            <ac:spMk id="13" creationId="{42D0F290-D177-ABE8-7B9A-391D7C05E93A}"/>
          </ac:spMkLst>
        </pc:spChg>
        <pc:spChg chg="mod">
          <ac:chgData name="Perez Garza Anahi" userId="3d96f3a1-74f1-4bed-b6de-0d6a02700cc5" providerId="ADAL" clId="{4B0AD328-AC90-4AA0-8235-78385F1747A0}" dt="2026-02-25T16:46:42.530" v="1250" actId="1076"/>
          <ac:spMkLst>
            <pc:docMk/>
            <pc:sldMk cId="946345740" sldId="2147482944"/>
            <ac:spMk id="14" creationId="{BC6835E8-F0BE-E0DA-D1F3-BF15948CC999}"/>
          </ac:spMkLst>
        </pc:spChg>
        <pc:spChg chg="mod">
          <ac:chgData name="Perez Garza Anahi" userId="3d96f3a1-74f1-4bed-b6de-0d6a02700cc5" providerId="ADAL" clId="{4B0AD328-AC90-4AA0-8235-78385F1747A0}" dt="2026-02-25T17:58:42.243" v="2190" actId="207"/>
          <ac:spMkLst>
            <pc:docMk/>
            <pc:sldMk cId="946345740" sldId="2147482944"/>
            <ac:spMk id="15" creationId="{31B8A6E4-AF49-5BBB-2D6D-34655455BB58}"/>
          </ac:spMkLst>
        </pc:spChg>
        <pc:spChg chg="mod">
          <ac:chgData name="Perez Garza Anahi" userId="3d96f3a1-74f1-4bed-b6de-0d6a02700cc5" providerId="ADAL" clId="{4B0AD328-AC90-4AA0-8235-78385F1747A0}" dt="2026-02-25T16:46:42.530" v="1250" actId="1076"/>
          <ac:spMkLst>
            <pc:docMk/>
            <pc:sldMk cId="946345740" sldId="2147482944"/>
            <ac:spMk id="18" creationId="{EE4B3D03-78D4-E434-A214-B4F4ED3147E3}"/>
          </ac:spMkLst>
        </pc:spChg>
        <pc:spChg chg="mod">
          <ac:chgData name="Perez Garza Anahi" userId="3d96f3a1-74f1-4bed-b6de-0d6a02700cc5" providerId="ADAL" clId="{4B0AD328-AC90-4AA0-8235-78385F1747A0}" dt="2026-02-25T16:46:42.530" v="1250" actId="1076"/>
          <ac:spMkLst>
            <pc:docMk/>
            <pc:sldMk cId="946345740" sldId="2147482944"/>
            <ac:spMk id="19" creationId="{9F4BED0D-E57D-53BA-5559-732695A6AE78}"/>
          </ac:spMkLst>
        </pc:spChg>
        <pc:spChg chg="mod">
          <ac:chgData name="Perez Garza Anahi" userId="3d96f3a1-74f1-4bed-b6de-0d6a02700cc5" providerId="ADAL" clId="{4B0AD328-AC90-4AA0-8235-78385F1747A0}" dt="2026-02-25T16:46:42.530" v="1250" actId="1076"/>
          <ac:spMkLst>
            <pc:docMk/>
            <pc:sldMk cId="946345740" sldId="2147482944"/>
            <ac:spMk id="21" creationId="{7401378D-D1E9-5ABF-82D0-A09EADCF9921}"/>
          </ac:spMkLst>
        </pc:spChg>
        <pc:spChg chg="mod">
          <ac:chgData name="Perez Garza Anahi" userId="3d96f3a1-74f1-4bed-b6de-0d6a02700cc5" providerId="ADAL" clId="{4B0AD328-AC90-4AA0-8235-78385F1747A0}" dt="2026-02-25T16:46:42.530" v="1250" actId="1076"/>
          <ac:spMkLst>
            <pc:docMk/>
            <pc:sldMk cId="946345740" sldId="2147482944"/>
            <ac:spMk id="27" creationId="{CB426A0A-057F-CD5D-5ECB-DE46EE96DBDE}"/>
          </ac:spMkLst>
        </pc:spChg>
        <pc:spChg chg="mod">
          <ac:chgData name="Perez Garza Anahi" userId="3d96f3a1-74f1-4bed-b6de-0d6a02700cc5" providerId="ADAL" clId="{4B0AD328-AC90-4AA0-8235-78385F1747A0}" dt="2026-02-25T16:46:42.530" v="1250" actId="1076"/>
          <ac:spMkLst>
            <pc:docMk/>
            <pc:sldMk cId="946345740" sldId="2147482944"/>
            <ac:spMk id="28" creationId="{F56E75B3-107F-CB1B-7F16-52AB46B217A0}"/>
          </ac:spMkLst>
        </pc:spChg>
        <pc:spChg chg="mod">
          <ac:chgData name="Perez Garza Anahi" userId="3d96f3a1-74f1-4bed-b6de-0d6a02700cc5" providerId="ADAL" clId="{4B0AD328-AC90-4AA0-8235-78385F1747A0}" dt="2026-02-25T16:46:42.530" v="1250" actId="1076"/>
          <ac:spMkLst>
            <pc:docMk/>
            <pc:sldMk cId="946345740" sldId="2147482944"/>
            <ac:spMk id="29" creationId="{00A9E07E-BC25-19F0-7E29-6EA050AE4FD2}"/>
          </ac:spMkLst>
        </pc:spChg>
        <pc:spChg chg="mod">
          <ac:chgData name="Perez Garza Anahi" userId="3d96f3a1-74f1-4bed-b6de-0d6a02700cc5" providerId="ADAL" clId="{4B0AD328-AC90-4AA0-8235-78385F1747A0}" dt="2026-02-25T16:46:42.530" v="1250" actId="1076"/>
          <ac:spMkLst>
            <pc:docMk/>
            <pc:sldMk cId="946345740" sldId="2147482944"/>
            <ac:spMk id="30" creationId="{0F3CD23E-008B-96BB-6553-057E3D828213}"/>
          </ac:spMkLst>
        </pc:spChg>
        <pc:spChg chg="mod">
          <ac:chgData name="Perez Garza Anahi" userId="3d96f3a1-74f1-4bed-b6de-0d6a02700cc5" providerId="ADAL" clId="{4B0AD328-AC90-4AA0-8235-78385F1747A0}" dt="2026-02-25T17:59:02.187" v="2191" actId="207"/>
          <ac:spMkLst>
            <pc:docMk/>
            <pc:sldMk cId="946345740" sldId="2147482944"/>
            <ac:spMk id="31" creationId="{D4C25EC9-011F-3816-1A58-2C6E58DB342E}"/>
          </ac:spMkLst>
        </pc:spChg>
        <pc:spChg chg="mod">
          <ac:chgData name="Perez Garza Anahi" userId="3d96f3a1-74f1-4bed-b6de-0d6a02700cc5" providerId="ADAL" clId="{4B0AD328-AC90-4AA0-8235-78385F1747A0}" dt="2026-02-25T16:46:42.530" v="1250" actId="1076"/>
          <ac:spMkLst>
            <pc:docMk/>
            <pc:sldMk cId="946345740" sldId="2147482944"/>
            <ac:spMk id="32" creationId="{C58A2AF4-113F-A799-EFE4-1A902C2B0763}"/>
          </ac:spMkLst>
        </pc:spChg>
        <pc:spChg chg="mod">
          <ac:chgData name="Perez Garza Anahi" userId="3d96f3a1-74f1-4bed-b6de-0d6a02700cc5" providerId="ADAL" clId="{4B0AD328-AC90-4AA0-8235-78385F1747A0}" dt="2026-02-25T16:46:42.530" v="1250" actId="1076"/>
          <ac:spMkLst>
            <pc:docMk/>
            <pc:sldMk cId="946345740" sldId="2147482944"/>
            <ac:spMk id="33" creationId="{F2DA68DD-9EF6-F60A-7687-BB917FC39F87}"/>
          </ac:spMkLst>
        </pc:spChg>
        <pc:spChg chg="mod">
          <ac:chgData name="Perez Garza Anahi" userId="3d96f3a1-74f1-4bed-b6de-0d6a02700cc5" providerId="ADAL" clId="{4B0AD328-AC90-4AA0-8235-78385F1747A0}" dt="2026-02-25T16:46:42.530" v="1250" actId="1076"/>
          <ac:spMkLst>
            <pc:docMk/>
            <pc:sldMk cId="946345740" sldId="2147482944"/>
            <ac:spMk id="34" creationId="{53142616-0094-6DC4-48F1-FA37A2A17640}"/>
          </ac:spMkLst>
        </pc:spChg>
        <pc:spChg chg="mod">
          <ac:chgData name="Perez Garza Anahi" userId="3d96f3a1-74f1-4bed-b6de-0d6a02700cc5" providerId="ADAL" clId="{4B0AD328-AC90-4AA0-8235-78385F1747A0}" dt="2026-02-25T16:46:42.530" v="1250" actId="1076"/>
          <ac:spMkLst>
            <pc:docMk/>
            <pc:sldMk cId="946345740" sldId="2147482944"/>
            <ac:spMk id="35" creationId="{46D49AC2-BD04-6DBE-818D-697878E1DF70}"/>
          </ac:spMkLst>
        </pc:spChg>
        <pc:spChg chg="mod">
          <ac:chgData name="Perez Garza Anahi" userId="3d96f3a1-74f1-4bed-b6de-0d6a02700cc5" providerId="ADAL" clId="{4B0AD328-AC90-4AA0-8235-78385F1747A0}" dt="2026-02-25T17:59:35.817" v="2192" actId="207"/>
          <ac:spMkLst>
            <pc:docMk/>
            <pc:sldMk cId="946345740" sldId="2147482944"/>
            <ac:spMk id="36" creationId="{10011520-7618-A3C8-798B-5836617AD8CC}"/>
          </ac:spMkLst>
        </pc:spChg>
        <pc:spChg chg="mod">
          <ac:chgData name="Perez Garza Anahi" userId="3d96f3a1-74f1-4bed-b6de-0d6a02700cc5" providerId="ADAL" clId="{4B0AD328-AC90-4AA0-8235-78385F1747A0}" dt="2026-02-25T16:46:42.530" v="1250" actId="1076"/>
          <ac:spMkLst>
            <pc:docMk/>
            <pc:sldMk cId="946345740" sldId="2147482944"/>
            <ac:spMk id="37" creationId="{F94D6656-5C4D-D893-4041-37DA27F2EA55}"/>
          </ac:spMkLst>
        </pc:spChg>
        <pc:spChg chg="mod">
          <ac:chgData name="Perez Garza Anahi" userId="3d96f3a1-74f1-4bed-b6de-0d6a02700cc5" providerId="ADAL" clId="{4B0AD328-AC90-4AA0-8235-78385F1747A0}" dt="2026-02-25T16:46:42.530" v="1250" actId="1076"/>
          <ac:spMkLst>
            <pc:docMk/>
            <pc:sldMk cId="946345740" sldId="2147482944"/>
            <ac:spMk id="38" creationId="{A9162D19-B604-E685-83B3-82B7DEDE0227}"/>
          </ac:spMkLst>
        </pc:spChg>
        <pc:spChg chg="mod">
          <ac:chgData name="Perez Garza Anahi" userId="3d96f3a1-74f1-4bed-b6de-0d6a02700cc5" providerId="ADAL" clId="{4B0AD328-AC90-4AA0-8235-78385F1747A0}" dt="2026-02-25T16:46:42.530" v="1250" actId="1076"/>
          <ac:spMkLst>
            <pc:docMk/>
            <pc:sldMk cId="946345740" sldId="2147482944"/>
            <ac:spMk id="39" creationId="{2184184E-6F5C-5679-F5E2-F9BE720EDCF6}"/>
          </ac:spMkLst>
        </pc:spChg>
        <pc:spChg chg="mod">
          <ac:chgData name="Perez Garza Anahi" userId="3d96f3a1-74f1-4bed-b6de-0d6a02700cc5" providerId="ADAL" clId="{4B0AD328-AC90-4AA0-8235-78385F1747A0}" dt="2026-02-25T18:00:11.168" v="2193" actId="207"/>
          <ac:spMkLst>
            <pc:docMk/>
            <pc:sldMk cId="946345740" sldId="2147482944"/>
            <ac:spMk id="40" creationId="{2C91F9A0-9AF9-626F-9293-CE0E105B592B}"/>
          </ac:spMkLst>
        </pc:spChg>
        <pc:spChg chg="mod">
          <ac:chgData name="Perez Garza Anahi" userId="3d96f3a1-74f1-4bed-b6de-0d6a02700cc5" providerId="ADAL" clId="{4B0AD328-AC90-4AA0-8235-78385F1747A0}" dt="2026-02-25T16:46:42.530" v="1250" actId="1076"/>
          <ac:spMkLst>
            <pc:docMk/>
            <pc:sldMk cId="946345740" sldId="2147482944"/>
            <ac:spMk id="41" creationId="{F2DFFA15-F145-F25C-0AEC-D3991E68F61F}"/>
          </ac:spMkLst>
        </pc:spChg>
      </pc:sldChg>
      <pc:sldChg chg="addSp delSp modSp mod modShow">
        <pc:chgData name="Perez Garza Anahi" userId="3d96f3a1-74f1-4bed-b6de-0d6a02700cc5" providerId="ADAL" clId="{4B0AD328-AC90-4AA0-8235-78385F1747A0}" dt="2026-02-25T05:11:31.992" v="867" actId="20577"/>
        <pc:sldMkLst>
          <pc:docMk/>
          <pc:sldMk cId="2944001035" sldId="2147482945"/>
        </pc:sldMkLst>
        <pc:spChg chg="del">
          <ac:chgData name="Perez Garza Anahi" userId="3d96f3a1-74f1-4bed-b6de-0d6a02700cc5" providerId="ADAL" clId="{4B0AD328-AC90-4AA0-8235-78385F1747A0}" dt="2026-02-24T21:46:50.859" v="75" actId="478"/>
          <ac:spMkLst>
            <pc:docMk/>
            <pc:sldMk cId="2944001035" sldId="2147482945"/>
            <ac:spMk id="2" creationId="{95537519-FC68-3EE9-AA6E-7347B173A5F9}"/>
          </ac:spMkLst>
        </pc:spChg>
        <pc:spChg chg="del">
          <ac:chgData name="Perez Garza Anahi" userId="3d96f3a1-74f1-4bed-b6de-0d6a02700cc5" providerId="ADAL" clId="{4B0AD328-AC90-4AA0-8235-78385F1747A0}" dt="2026-02-24T21:46:50.859" v="75" actId="478"/>
          <ac:spMkLst>
            <pc:docMk/>
            <pc:sldMk cId="2944001035" sldId="2147482945"/>
            <ac:spMk id="4" creationId="{FDF7BD93-7152-5D76-C4BB-ADC289E2F8EA}"/>
          </ac:spMkLst>
        </pc:spChg>
        <pc:spChg chg="mod">
          <ac:chgData name="Perez Garza Anahi" userId="3d96f3a1-74f1-4bed-b6de-0d6a02700cc5" providerId="ADAL" clId="{4B0AD328-AC90-4AA0-8235-78385F1747A0}" dt="2026-02-24T21:47:45.537" v="84" actId="1076"/>
          <ac:spMkLst>
            <pc:docMk/>
            <pc:sldMk cId="2944001035" sldId="2147482945"/>
            <ac:spMk id="5" creationId="{CECF3C7D-9F9C-75E8-5E40-7414BCE30AD9}"/>
          </ac:spMkLst>
        </pc:spChg>
        <pc:spChg chg="del">
          <ac:chgData name="Perez Garza Anahi" userId="3d96f3a1-74f1-4bed-b6de-0d6a02700cc5" providerId="ADAL" clId="{4B0AD328-AC90-4AA0-8235-78385F1747A0}" dt="2026-02-24T21:46:50.859" v="75" actId="478"/>
          <ac:spMkLst>
            <pc:docMk/>
            <pc:sldMk cId="2944001035" sldId="2147482945"/>
            <ac:spMk id="6" creationId="{95AE0D19-6275-945D-FCC2-FC25B0BF8A0B}"/>
          </ac:spMkLst>
        </pc:spChg>
        <pc:spChg chg="mod">
          <ac:chgData name="Perez Garza Anahi" userId="3d96f3a1-74f1-4bed-b6de-0d6a02700cc5" providerId="ADAL" clId="{4B0AD328-AC90-4AA0-8235-78385F1747A0}" dt="2026-02-24T21:47:45.537" v="84" actId="1076"/>
          <ac:spMkLst>
            <pc:docMk/>
            <pc:sldMk cId="2944001035" sldId="2147482945"/>
            <ac:spMk id="7" creationId="{6F5DADD0-1B05-51B3-3CA2-5D066DF0CF9A}"/>
          </ac:spMkLst>
        </pc:spChg>
        <pc:spChg chg="mod">
          <ac:chgData name="Perez Garza Anahi" userId="3d96f3a1-74f1-4bed-b6de-0d6a02700cc5" providerId="ADAL" clId="{4B0AD328-AC90-4AA0-8235-78385F1747A0}" dt="2026-02-25T05:11:31.992" v="867" actId="20577"/>
          <ac:spMkLst>
            <pc:docMk/>
            <pc:sldMk cId="2944001035" sldId="2147482945"/>
            <ac:spMk id="8" creationId="{35769B02-838B-10EC-DB8D-8A4ED180CC34}"/>
          </ac:spMkLst>
        </pc:spChg>
        <pc:spChg chg="add mod">
          <ac:chgData name="Perez Garza Anahi" userId="3d96f3a1-74f1-4bed-b6de-0d6a02700cc5" providerId="ADAL" clId="{4B0AD328-AC90-4AA0-8235-78385F1747A0}" dt="2026-02-24T21:47:45.537" v="84" actId="1076"/>
          <ac:spMkLst>
            <pc:docMk/>
            <pc:sldMk cId="2944001035" sldId="2147482945"/>
            <ac:spMk id="9" creationId="{BA6BA345-8F51-06D9-8C78-EA32498ED483}"/>
          </ac:spMkLst>
        </pc:spChg>
        <pc:spChg chg="mod">
          <ac:chgData name="Perez Garza Anahi" userId="3d96f3a1-74f1-4bed-b6de-0d6a02700cc5" providerId="ADAL" clId="{4B0AD328-AC90-4AA0-8235-78385F1747A0}" dt="2026-02-24T21:47:45.537" v="84" actId="1076"/>
          <ac:spMkLst>
            <pc:docMk/>
            <pc:sldMk cId="2944001035" sldId="2147482945"/>
            <ac:spMk id="10" creationId="{1A8C5DBC-DB50-9649-10E4-2111B3E8CE0A}"/>
          </ac:spMkLst>
        </pc:spChg>
        <pc:spChg chg="mod">
          <ac:chgData name="Perez Garza Anahi" userId="3d96f3a1-74f1-4bed-b6de-0d6a02700cc5" providerId="ADAL" clId="{4B0AD328-AC90-4AA0-8235-78385F1747A0}" dt="2026-02-24T21:47:45.537" v="84" actId="1076"/>
          <ac:spMkLst>
            <pc:docMk/>
            <pc:sldMk cId="2944001035" sldId="2147482945"/>
            <ac:spMk id="11" creationId="{5EFEE4DD-31C5-7022-5306-BF095519AA19}"/>
          </ac:spMkLst>
        </pc:spChg>
        <pc:spChg chg="del">
          <ac:chgData name="Perez Garza Anahi" userId="3d96f3a1-74f1-4bed-b6de-0d6a02700cc5" providerId="ADAL" clId="{4B0AD328-AC90-4AA0-8235-78385F1747A0}" dt="2026-02-24T21:46:50.859" v="75" actId="478"/>
          <ac:spMkLst>
            <pc:docMk/>
            <pc:sldMk cId="2944001035" sldId="2147482945"/>
            <ac:spMk id="12" creationId="{1F512CCB-1B7F-51AF-359E-0F1F7BCDB0E9}"/>
          </ac:spMkLst>
        </pc:spChg>
        <pc:spChg chg="add del">
          <ac:chgData name="Perez Garza Anahi" userId="3d96f3a1-74f1-4bed-b6de-0d6a02700cc5" providerId="ADAL" clId="{4B0AD328-AC90-4AA0-8235-78385F1747A0}" dt="2026-02-25T05:02:32.251" v="707" actId="22"/>
          <ac:spMkLst>
            <pc:docMk/>
            <pc:sldMk cId="2944001035" sldId="2147482945"/>
            <ac:spMk id="12" creationId="{A9827F9D-0313-A658-D52C-325F8567D2E1}"/>
          </ac:spMkLst>
        </pc:spChg>
        <pc:spChg chg="del">
          <ac:chgData name="Perez Garza Anahi" userId="3d96f3a1-74f1-4bed-b6de-0d6a02700cc5" providerId="ADAL" clId="{4B0AD328-AC90-4AA0-8235-78385F1747A0}" dt="2026-02-24T21:46:50.859" v="75" actId="478"/>
          <ac:spMkLst>
            <pc:docMk/>
            <pc:sldMk cId="2944001035" sldId="2147482945"/>
            <ac:spMk id="13" creationId="{EA7DC22D-BA2A-5432-3ED2-74FE3E4BEF0A}"/>
          </ac:spMkLst>
        </pc:spChg>
        <pc:spChg chg="del">
          <ac:chgData name="Perez Garza Anahi" userId="3d96f3a1-74f1-4bed-b6de-0d6a02700cc5" providerId="ADAL" clId="{4B0AD328-AC90-4AA0-8235-78385F1747A0}" dt="2026-02-24T21:46:50.859" v="75" actId="478"/>
          <ac:spMkLst>
            <pc:docMk/>
            <pc:sldMk cId="2944001035" sldId="2147482945"/>
            <ac:spMk id="14" creationId="{14B87331-BA78-592E-5E35-056340EF3FB5}"/>
          </ac:spMkLst>
        </pc:spChg>
        <pc:spChg chg="add mod">
          <ac:chgData name="Perez Garza Anahi" userId="3d96f3a1-74f1-4bed-b6de-0d6a02700cc5" providerId="ADAL" clId="{4B0AD328-AC90-4AA0-8235-78385F1747A0}" dt="2026-02-24T21:47:45.537" v="84" actId="1076"/>
          <ac:spMkLst>
            <pc:docMk/>
            <pc:sldMk cId="2944001035" sldId="2147482945"/>
            <ac:spMk id="15" creationId="{469B5A46-52EC-2F24-D6F9-D4FE3DDFED43}"/>
          </ac:spMkLst>
        </pc:spChg>
        <pc:spChg chg="mod">
          <ac:chgData name="Perez Garza Anahi" userId="3d96f3a1-74f1-4bed-b6de-0d6a02700cc5" providerId="ADAL" clId="{4B0AD328-AC90-4AA0-8235-78385F1747A0}" dt="2026-02-24T21:47:45.537" v="84" actId="1076"/>
          <ac:spMkLst>
            <pc:docMk/>
            <pc:sldMk cId="2944001035" sldId="2147482945"/>
            <ac:spMk id="16" creationId="{E56DB0F4-F54B-DF39-E43F-BF3E44DF62C3}"/>
          </ac:spMkLst>
        </pc:spChg>
        <pc:spChg chg="del">
          <ac:chgData name="Perez Garza Anahi" userId="3d96f3a1-74f1-4bed-b6de-0d6a02700cc5" providerId="ADAL" clId="{4B0AD328-AC90-4AA0-8235-78385F1747A0}" dt="2026-02-24T21:47:13.116" v="80" actId="478"/>
          <ac:spMkLst>
            <pc:docMk/>
            <pc:sldMk cId="2944001035" sldId="2147482945"/>
            <ac:spMk id="17" creationId="{5CC0F0DE-AFA5-A6C3-F19D-088D02D8A134}"/>
          </ac:spMkLst>
        </pc:spChg>
        <pc:spChg chg="del">
          <ac:chgData name="Perez Garza Anahi" userId="3d96f3a1-74f1-4bed-b6de-0d6a02700cc5" providerId="ADAL" clId="{4B0AD328-AC90-4AA0-8235-78385F1747A0}" dt="2026-02-24T21:47:11.458" v="79" actId="478"/>
          <ac:spMkLst>
            <pc:docMk/>
            <pc:sldMk cId="2944001035" sldId="2147482945"/>
            <ac:spMk id="18" creationId="{4A55959C-76D7-F282-E4EB-8710A3C0B335}"/>
          </ac:spMkLst>
        </pc:spChg>
        <pc:spChg chg="del">
          <ac:chgData name="Perez Garza Anahi" userId="3d96f3a1-74f1-4bed-b6de-0d6a02700cc5" providerId="ADAL" clId="{4B0AD328-AC90-4AA0-8235-78385F1747A0}" dt="2026-02-24T21:47:11.458" v="79" actId="478"/>
          <ac:spMkLst>
            <pc:docMk/>
            <pc:sldMk cId="2944001035" sldId="2147482945"/>
            <ac:spMk id="19" creationId="{213819E4-F31F-AF16-15AD-4E04A1DB035D}"/>
          </ac:spMkLst>
        </pc:spChg>
        <pc:spChg chg="del">
          <ac:chgData name="Perez Garza Anahi" userId="3d96f3a1-74f1-4bed-b6de-0d6a02700cc5" providerId="ADAL" clId="{4B0AD328-AC90-4AA0-8235-78385F1747A0}" dt="2026-02-24T21:47:11.458" v="79" actId="478"/>
          <ac:spMkLst>
            <pc:docMk/>
            <pc:sldMk cId="2944001035" sldId="2147482945"/>
            <ac:spMk id="20" creationId="{7AA2A9CB-7090-ACB9-4A82-F9D2119C47A2}"/>
          </ac:spMkLst>
        </pc:spChg>
        <pc:spChg chg="del">
          <ac:chgData name="Perez Garza Anahi" userId="3d96f3a1-74f1-4bed-b6de-0d6a02700cc5" providerId="ADAL" clId="{4B0AD328-AC90-4AA0-8235-78385F1747A0}" dt="2026-02-24T21:47:11.458" v="79" actId="478"/>
          <ac:spMkLst>
            <pc:docMk/>
            <pc:sldMk cId="2944001035" sldId="2147482945"/>
            <ac:spMk id="21" creationId="{CE1D01FD-584F-0E3B-7A3D-DC5F5668C290}"/>
          </ac:spMkLst>
        </pc:spChg>
        <pc:spChg chg="del">
          <ac:chgData name="Perez Garza Anahi" userId="3d96f3a1-74f1-4bed-b6de-0d6a02700cc5" providerId="ADAL" clId="{4B0AD328-AC90-4AA0-8235-78385F1747A0}" dt="2026-02-24T21:47:11.458" v="79" actId="478"/>
          <ac:spMkLst>
            <pc:docMk/>
            <pc:sldMk cId="2944001035" sldId="2147482945"/>
            <ac:spMk id="22" creationId="{918B9043-5A2A-40A0-B544-35C4CEC6B9A9}"/>
          </ac:spMkLst>
        </pc:spChg>
        <pc:spChg chg="del">
          <ac:chgData name="Perez Garza Anahi" userId="3d96f3a1-74f1-4bed-b6de-0d6a02700cc5" providerId="ADAL" clId="{4B0AD328-AC90-4AA0-8235-78385F1747A0}" dt="2026-02-24T21:47:47.790" v="85" actId="478"/>
          <ac:spMkLst>
            <pc:docMk/>
            <pc:sldMk cId="2944001035" sldId="2147482945"/>
            <ac:spMk id="23" creationId="{BA7F6532-A7BD-E20F-DDEA-9BE761F99408}"/>
          </ac:spMkLst>
        </pc:spChg>
        <pc:spChg chg="mod">
          <ac:chgData name="Perez Garza Anahi" userId="3d96f3a1-74f1-4bed-b6de-0d6a02700cc5" providerId="ADAL" clId="{4B0AD328-AC90-4AA0-8235-78385F1747A0}" dt="2026-02-25T05:01:54.360" v="702" actId="1076"/>
          <ac:spMkLst>
            <pc:docMk/>
            <pc:sldMk cId="2944001035" sldId="2147482945"/>
            <ac:spMk id="24" creationId="{30C542EF-81FF-8D4A-E88C-70C85511A91A}"/>
          </ac:spMkLst>
        </pc:spChg>
        <pc:spChg chg="mod">
          <ac:chgData name="Perez Garza Anahi" userId="3d96f3a1-74f1-4bed-b6de-0d6a02700cc5" providerId="ADAL" clId="{4B0AD328-AC90-4AA0-8235-78385F1747A0}" dt="2026-02-24T21:47:45.537" v="84" actId="1076"/>
          <ac:spMkLst>
            <pc:docMk/>
            <pc:sldMk cId="2944001035" sldId="2147482945"/>
            <ac:spMk id="25" creationId="{1A8952F6-2F5B-8239-E882-6ED79848E8A2}"/>
          </ac:spMkLst>
        </pc:spChg>
        <pc:spChg chg="mod">
          <ac:chgData name="Perez Garza Anahi" userId="3d96f3a1-74f1-4bed-b6de-0d6a02700cc5" providerId="ADAL" clId="{4B0AD328-AC90-4AA0-8235-78385F1747A0}" dt="2026-02-24T21:47:45.537" v="84" actId="1076"/>
          <ac:spMkLst>
            <pc:docMk/>
            <pc:sldMk cId="2944001035" sldId="2147482945"/>
            <ac:spMk id="26" creationId="{7BBFC8E0-35FB-B5A4-F0B4-168B43A815EE}"/>
          </ac:spMkLst>
        </pc:spChg>
        <pc:spChg chg="mod">
          <ac:chgData name="Perez Garza Anahi" userId="3d96f3a1-74f1-4bed-b6de-0d6a02700cc5" providerId="ADAL" clId="{4B0AD328-AC90-4AA0-8235-78385F1747A0}" dt="2026-02-25T05:01:54.360" v="702" actId="1076"/>
          <ac:spMkLst>
            <pc:docMk/>
            <pc:sldMk cId="2944001035" sldId="2147482945"/>
            <ac:spMk id="27" creationId="{06879978-8430-034C-C550-3A606B237594}"/>
          </ac:spMkLst>
        </pc:spChg>
        <pc:spChg chg="mod">
          <ac:chgData name="Perez Garza Anahi" userId="3d96f3a1-74f1-4bed-b6de-0d6a02700cc5" providerId="ADAL" clId="{4B0AD328-AC90-4AA0-8235-78385F1747A0}" dt="2026-02-24T21:47:45.537" v="84" actId="1076"/>
          <ac:spMkLst>
            <pc:docMk/>
            <pc:sldMk cId="2944001035" sldId="2147482945"/>
            <ac:spMk id="28" creationId="{9690A9AE-2B8D-37E7-C767-097881075089}"/>
          </ac:spMkLst>
        </pc:spChg>
        <pc:spChg chg="mod">
          <ac:chgData name="Perez Garza Anahi" userId="3d96f3a1-74f1-4bed-b6de-0d6a02700cc5" providerId="ADAL" clId="{4B0AD328-AC90-4AA0-8235-78385F1747A0}" dt="2026-02-24T21:47:45.537" v="84" actId="1076"/>
          <ac:spMkLst>
            <pc:docMk/>
            <pc:sldMk cId="2944001035" sldId="2147482945"/>
            <ac:spMk id="29" creationId="{B3D3B606-C3BB-D04B-D3D2-98061EEACD16}"/>
          </ac:spMkLst>
        </pc:spChg>
        <pc:spChg chg="mod">
          <ac:chgData name="Perez Garza Anahi" userId="3d96f3a1-74f1-4bed-b6de-0d6a02700cc5" providerId="ADAL" clId="{4B0AD328-AC90-4AA0-8235-78385F1747A0}" dt="2026-02-25T05:01:54.360" v="702" actId="1076"/>
          <ac:spMkLst>
            <pc:docMk/>
            <pc:sldMk cId="2944001035" sldId="2147482945"/>
            <ac:spMk id="30" creationId="{CE645B8E-233E-8121-1523-D16F498EE32E}"/>
          </ac:spMkLst>
        </pc:spChg>
        <pc:spChg chg="mod">
          <ac:chgData name="Perez Garza Anahi" userId="3d96f3a1-74f1-4bed-b6de-0d6a02700cc5" providerId="ADAL" clId="{4B0AD328-AC90-4AA0-8235-78385F1747A0}" dt="2026-02-24T21:47:45.537" v="84" actId="1076"/>
          <ac:spMkLst>
            <pc:docMk/>
            <pc:sldMk cId="2944001035" sldId="2147482945"/>
            <ac:spMk id="31" creationId="{293DAA71-D951-5914-3576-1662F6F8D1A5}"/>
          </ac:spMkLst>
        </pc:spChg>
        <pc:spChg chg="mod">
          <ac:chgData name="Perez Garza Anahi" userId="3d96f3a1-74f1-4bed-b6de-0d6a02700cc5" providerId="ADAL" clId="{4B0AD328-AC90-4AA0-8235-78385F1747A0}" dt="2026-02-24T21:47:45.537" v="84" actId="1076"/>
          <ac:spMkLst>
            <pc:docMk/>
            <pc:sldMk cId="2944001035" sldId="2147482945"/>
            <ac:spMk id="32" creationId="{42788C3E-D93E-F83F-E668-407404095D83}"/>
          </ac:spMkLst>
        </pc:spChg>
        <pc:spChg chg="mod">
          <ac:chgData name="Perez Garza Anahi" userId="3d96f3a1-74f1-4bed-b6de-0d6a02700cc5" providerId="ADAL" clId="{4B0AD328-AC90-4AA0-8235-78385F1747A0}" dt="2026-02-25T05:01:54.360" v="702" actId="1076"/>
          <ac:spMkLst>
            <pc:docMk/>
            <pc:sldMk cId="2944001035" sldId="2147482945"/>
            <ac:spMk id="33" creationId="{4DCCC991-E4C3-6D82-7168-6FD63133D816}"/>
          </ac:spMkLst>
        </pc:spChg>
        <pc:spChg chg="mod">
          <ac:chgData name="Perez Garza Anahi" userId="3d96f3a1-74f1-4bed-b6de-0d6a02700cc5" providerId="ADAL" clId="{4B0AD328-AC90-4AA0-8235-78385F1747A0}" dt="2026-02-24T21:47:45.537" v="84" actId="1076"/>
          <ac:spMkLst>
            <pc:docMk/>
            <pc:sldMk cId="2944001035" sldId="2147482945"/>
            <ac:spMk id="34" creationId="{B9DB0C9F-61C6-F4E4-746F-C58E15200BF0}"/>
          </ac:spMkLst>
        </pc:spChg>
        <pc:spChg chg="mod">
          <ac:chgData name="Perez Garza Anahi" userId="3d96f3a1-74f1-4bed-b6de-0d6a02700cc5" providerId="ADAL" clId="{4B0AD328-AC90-4AA0-8235-78385F1747A0}" dt="2026-02-24T21:47:45.537" v="84" actId="1076"/>
          <ac:spMkLst>
            <pc:docMk/>
            <pc:sldMk cId="2944001035" sldId="2147482945"/>
            <ac:spMk id="35" creationId="{5C225143-E6F9-47ED-285E-753917605E9C}"/>
          </ac:spMkLst>
        </pc:spChg>
        <pc:spChg chg="mod">
          <ac:chgData name="Perez Garza Anahi" userId="3d96f3a1-74f1-4bed-b6de-0d6a02700cc5" providerId="ADAL" clId="{4B0AD328-AC90-4AA0-8235-78385F1747A0}" dt="2026-02-25T05:01:54.360" v="702" actId="1076"/>
          <ac:spMkLst>
            <pc:docMk/>
            <pc:sldMk cId="2944001035" sldId="2147482945"/>
            <ac:spMk id="36" creationId="{B66860F7-8486-22FF-8CBE-550E4C9DE66D}"/>
          </ac:spMkLst>
        </pc:spChg>
        <pc:spChg chg="add mod">
          <ac:chgData name="Perez Garza Anahi" userId="3d96f3a1-74f1-4bed-b6de-0d6a02700cc5" providerId="ADAL" clId="{4B0AD328-AC90-4AA0-8235-78385F1747A0}" dt="2026-02-24T21:47:45.537" v="84" actId="1076"/>
          <ac:spMkLst>
            <pc:docMk/>
            <pc:sldMk cId="2944001035" sldId="2147482945"/>
            <ac:spMk id="37" creationId="{809380C1-E508-3C19-4039-9751EF57AFEB}"/>
          </ac:spMkLst>
        </pc:spChg>
        <pc:spChg chg="add mod">
          <ac:chgData name="Perez Garza Anahi" userId="3d96f3a1-74f1-4bed-b6de-0d6a02700cc5" providerId="ADAL" clId="{4B0AD328-AC90-4AA0-8235-78385F1747A0}" dt="2026-02-24T21:47:45.537" v="84" actId="1076"/>
          <ac:spMkLst>
            <pc:docMk/>
            <pc:sldMk cId="2944001035" sldId="2147482945"/>
            <ac:spMk id="38" creationId="{018ABA6C-C0A2-3B4F-4F46-77BF84063435}"/>
          </ac:spMkLst>
        </pc:spChg>
        <pc:graphicFrameChg chg="add mod">
          <ac:chgData name="Perez Garza Anahi" userId="3d96f3a1-74f1-4bed-b6de-0d6a02700cc5" providerId="ADAL" clId="{4B0AD328-AC90-4AA0-8235-78385F1747A0}" dt="2026-02-25T05:02:23.376" v="703"/>
          <ac:graphicFrameMkLst>
            <pc:docMk/>
            <pc:sldMk cId="2944001035" sldId="2147482945"/>
            <ac:graphicFrameMk id="2" creationId="{51E40487-A9E6-9EFC-D4E0-88C168292A60}"/>
          </ac:graphicFrameMkLst>
        </pc:graphicFrameChg>
        <pc:graphicFrameChg chg="add mod">
          <ac:chgData name="Perez Garza Anahi" userId="3d96f3a1-74f1-4bed-b6de-0d6a02700cc5" providerId="ADAL" clId="{4B0AD328-AC90-4AA0-8235-78385F1747A0}" dt="2026-02-25T05:02:28.022" v="704"/>
          <ac:graphicFrameMkLst>
            <pc:docMk/>
            <pc:sldMk cId="2944001035" sldId="2147482945"/>
            <ac:graphicFrameMk id="4" creationId="{415BBF01-C8AE-4796-AE60-E90957DA641A}"/>
          </ac:graphicFrameMkLst>
        </pc:graphicFrameChg>
      </pc:sldChg>
      <pc:sldChg chg="del">
        <pc:chgData name="Perez Garza Anahi" userId="3d96f3a1-74f1-4bed-b6de-0d6a02700cc5" providerId="ADAL" clId="{4B0AD328-AC90-4AA0-8235-78385F1747A0}" dt="2026-02-24T21:45:22.139" v="35" actId="47"/>
        <pc:sldMkLst>
          <pc:docMk/>
          <pc:sldMk cId="679105534" sldId="2147482948"/>
        </pc:sldMkLst>
      </pc:sldChg>
      <pc:sldChg chg="modSp mod">
        <pc:chgData name="Perez Garza Anahi" userId="3d96f3a1-74f1-4bed-b6de-0d6a02700cc5" providerId="ADAL" clId="{4B0AD328-AC90-4AA0-8235-78385F1747A0}" dt="2026-02-25T05:21:29.540" v="1241" actId="20577"/>
        <pc:sldMkLst>
          <pc:docMk/>
          <pc:sldMk cId="4059062230" sldId="2147482950"/>
        </pc:sldMkLst>
        <pc:spChg chg="mod">
          <ac:chgData name="Perez Garza Anahi" userId="3d96f3a1-74f1-4bed-b6de-0d6a02700cc5" providerId="ADAL" clId="{4B0AD328-AC90-4AA0-8235-78385F1747A0}" dt="2026-02-25T05:21:29.540" v="1241" actId="20577"/>
          <ac:spMkLst>
            <pc:docMk/>
            <pc:sldMk cId="4059062230" sldId="2147482950"/>
            <ac:spMk id="3" creationId="{6537DE6F-1964-E3F7-C046-CE9D29BB7EDE}"/>
          </ac:spMkLst>
        </pc:spChg>
      </pc:sldChg>
      <pc:sldChg chg="addSp modSp mod">
        <pc:chgData name="Perez Garza Anahi" userId="3d96f3a1-74f1-4bed-b6de-0d6a02700cc5" providerId="ADAL" clId="{4B0AD328-AC90-4AA0-8235-78385F1747A0}" dt="2026-02-25T17:53:29.677" v="2067" actId="20577"/>
        <pc:sldMkLst>
          <pc:docMk/>
          <pc:sldMk cId="376322309" sldId="2147482955"/>
        </pc:sldMkLst>
        <pc:spChg chg="add mod">
          <ac:chgData name="Perez Garza Anahi" userId="3d96f3a1-74f1-4bed-b6de-0d6a02700cc5" providerId="ADAL" clId="{4B0AD328-AC90-4AA0-8235-78385F1747A0}" dt="2026-02-25T17:39:36.499" v="1597" actId="1076"/>
          <ac:spMkLst>
            <pc:docMk/>
            <pc:sldMk cId="376322309" sldId="2147482955"/>
            <ac:spMk id="2" creationId="{C27BAC4B-896B-8F9A-87DD-0E111285B61D}"/>
          </ac:spMkLst>
        </pc:spChg>
        <pc:spChg chg="mod">
          <ac:chgData name="Perez Garza Anahi" userId="3d96f3a1-74f1-4bed-b6de-0d6a02700cc5" providerId="ADAL" clId="{4B0AD328-AC90-4AA0-8235-78385F1747A0}" dt="2026-02-24T21:48:44.221" v="115" actId="20577"/>
          <ac:spMkLst>
            <pc:docMk/>
            <pc:sldMk cId="376322309" sldId="2147482955"/>
            <ac:spMk id="4" creationId="{AED201DD-66CC-23E3-BDD9-16094502AFFB}"/>
          </ac:spMkLst>
        </pc:spChg>
        <pc:spChg chg="mod">
          <ac:chgData name="Perez Garza Anahi" userId="3d96f3a1-74f1-4bed-b6de-0d6a02700cc5" providerId="ADAL" clId="{4B0AD328-AC90-4AA0-8235-78385F1747A0}" dt="2026-02-25T17:53:29.677" v="2067" actId="20577"/>
          <ac:spMkLst>
            <pc:docMk/>
            <pc:sldMk cId="376322309" sldId="2147482955"/>
            <ac:spMk id="17" creationId="{F1D06FE5-7F07-2D04-69DE-261CC6B68038}"/>
          </ac:spMkLst>
        </pc:spChg>
      </pc:sldChg>
      <pc:sldChg chg="modSp mod">
        <pc:chgData name="Perez Garza Anahi" userId="3d96f3a1-74f1-4bed-b6de-0d6a02700cc5" providerId="ADAL" clId="{4B0AD328-AC90-4AA0-8235-78385F1747A0}" dt="2026-02-24T21:48:51.299" v="116"/>
        <pc:sldMkLst>
          <pc:docMk/>
          <pc:sldMk cId="296960731" sldId="2147482956"/>
        </pc:sldMkLst>
        <pc:spChg chg="mod">
          <ac:chgData name="Perez Garza Anahi" userId="3d96f3a1-74f1-4bed-b6de-0d6a02700cc5" providerId="ADAL" clId="{4B0AD328-AC90-4AA0-8235-78385F1747A0}" dt="2026-02-24T21:48:51.299" v="116"/>
          <ac:spMkLst>
            <pc:docMk/>
            <pc:sldMk cId="296960731" sldId="2147482956"/>
            <ac:spMk id="4" creationId="{AED201DD-66CC-23E3-BDD9-16094502AFFB}"/>
          </ac:spMkLst>
        </pc:spChg>
        <pc:spChg chg="mod">
          <ac:chgData name="Perez Garza Anahi" userId="3d96f3a1-74f1-4bed-b6de-0d6a02700cc5" providerId="ADAL" clId="{4B0AD328-AC90-4AA0-8235-78385F1747A0}" dt="2026-02-24T21:45:18.771" v="34"/>
          <ac:spMkLst>
            <pc:docMk/>
            <pc:sldMk cId="296960731" sldId="2147482956"/>
            <ac:spMk id="17" creationId="{F1D06FE5-7F07-2D04-69DE-261CC6B68038}"/>
          </ac:spMkLst>
        </pc:spChg>
      </pc:sldChg>
      <pc:sldChg chg="addSp delSp modSp add mod">
        <pc:chgData name="Perez Garza Anahi" userId="3d96f3a1-74f1-4bed-b6de-0d6a02700cc5" providerId="ADAL" clId="{4B0AD328-AC90-4AA0-8235-78385F1747A0}" dt="2026-02-25T05:20:37.408" v="1193" actId="14100"/>
        <pc:sldMkLst>
          <pc:docMk/>
          <pc:sldMk cId="2282670243" sldId="2147483647"/>
        </pc:sldMkLst>
        <pc:spChg chg="add mod">
          <ac:chgData name="Perez Garza Anahi" userId="3d96f3a1-74f1-4bed-b6de-0d6a02700cc5" providerId="ADAL" clId="{4B0AD328-AC90-4AA0-8235-78385F1747A0}" dt="2026-02-25T05:20:37.408" v="1193" actId="14100"/>
          <ac:spMkLst>
            <pc:docMk/>
            <pc:sldMk cId="2282670243" sldId="2147483647"/>
            <ac:spMk id="2" creationId="{D6D73888-BA12-B225-80DF-0F6B50D9285F}"/>
          </ac:spMkLst>
        </pc:spChg>
        <pc:spChg chg="add mod">
          <ac:chgData name="Perez Garza Anahi" userId="3d96f3a1-74f1-4bed-b6de-0d6a02700cc5" providerId="ADAL" clId="{4B0AD328-AC90-4AA0-8235-78385F1747A0}" dt="2026-02-25T05:20:37.408" v="1193" actId="14100"/>
          <ac:spMkLst>
            <pc:docMk/>
            <pc:sldMk cId="2282670243" sldId="2147483647"/>
            <ac:spMk id="4" creationId="{CE8B5A9F-B840-44D9-E0B0-5109685B164D}"/>
          </ac:spMkLst>
        </pc:spChg>
        <pc:spChg chg="add mod">
          <ac:chgData name="Perez Garza Anahi" userId="3d96f3a1-74f1-4bed-b6de-0d6a02700cc5" providerId="ADAL" clId="{4B0AD328-AC90-4AA0-8235-78385F1747A0}" dt="2026-02-25T05:20:37.408" v="1193" actId="14100"/>
          <ac:spMkLst>
            <pc:docMk/>
            <pc:sldMk cId="2282670243" sldId="2147483647"/>
            <ac:spMk id="5" creationId="{3D0876E9-EE9C-17CE-A204-D047C37CE2BB}"/>
          </ac:spMkLst>
        </pc:spChg>
        <pc:spChg chg="add mod">
          <ac:chgData name="Perez Garza Anahi" userId="3d96f3a1-74f1-4bed-b6de-0d6a02700cc5" providerId="ADAL" clId="{4B0AD328-AC90-4AA0-8235-78385F1747A0}" dt="2026-02-25T05:20:37.408" v="1193" actId="14100"/>
          <ac:spMkLst>
            <pc:docMk/>
            <pc:sldMk cId="2282670243" sldId="2147483647"/>
            <ac:spMk id="7" creationId="{643E9F93-3EAA-9E7A-8424-149F71F554D7}"/>
          </ac:spMkLst>
        </pc:spChg>
        <pc:spChg chg="mod">
          <ac:chgData name="Perez Garza Anahi" userId="3d96f3a1-74f1-4bed-b6de-0d6a02700cc5" providerId="ADAL" clId="{4B0AD328-AC90-4AA0-8235-78385F1747A0}" dt="2026-02-25T05:19:58.005" v="1121" actId="1076"/>
          <ac:spMkLst>
            <pc:docMk/>
            <pc:sldMk cId="2282670243" sldId="2147483647"/>
            <ac:spMk id="57" creationId="{D70224B8-23D6-5BD2-0B6C-E121837D8C34}"/>
          </ac:spMkLst>
        </pc:spChg>
        <pc:spChg chg="mod">
          <ac:chgData name="Perez Garza Anahi" userId="3d96f3a1-74f1-4bed-b6de-0d6a02700cc5" providerId="ADAL" clId="{4B0AD328-AC90-4AA0-8235-78385F1747A0}" dt="2026-02-25T05:20:02.638" v="1122" actId="1076"/>
          <ac:spMkLst>
            <pc:docMk/>
            <pc:sldMk cId="2282670243" sldId="2147483647"/>
            <ac:spMk id="82" creationId="{99B32F23-A28C-7A2A-7AF2-9A9DFC4C9982}"/>
          </ac:spMkLst>
        </pc:spChg>
        <pc:spChg chg="del">
          <ac:chgData name="Perez Garza Anahi" userId="3d96f3a1-74f1-4bed-b6de-0d6a02700cc5" providerId="ADAL" clId="{4B0AD328-AC90-4AA0-8235-78385F1747A0}" dt="2026-02-24T21:45:48.853" v="38" actId="478"/>
          <ac:spMkLst>
            <pc:docMk/>
            <pc:sldMk cId="2282670243" sldId="2147483647"/>
            <ac:spMk id="84" creationId="{6C986092-84E9-8A11-7D03-E8731F71663F}"/>
          </ac:spMkLst>
        </pc:spChg>
        <pc:spChg chg="del">
          <ac:chgData name="Perez Garza Anahi" userId="3d96f3a1-74f1-4bed-b6de-0d6a02700cc5" providerId="ADAL" clId="{4B0AD328-AC90-4AA0-8235-78385F1747A0}" dt="2026-02-24T21:45:48.853" v="38" actId="478"/>
          <ac:spMkLst>
            <pc:docMk/>
            <pc:sldMk cId="2282670243" sldId="2147483647"/>
            <ac:spMk id="86" creationId="{382859A5-FE4A-3322-B953-920E7E28FA64}"/>
          </ac:spMkLst>
        </pc:spChg>
        <pc:spChg chg="mod">
          <ac:chgData name="Perez Garza Anahi" userId="3d96f3a1-74f1-4bed-b6de-0d6a02700cc5" providerId="ADAL" clId="{4B0AD328-AC90-4AA0-8235-78385F1747A0}" dt="2026-02-25T05:20:02.638" v="1122" actId="1076"/>
          <ac:spMkLst>
            <pc:docMk/>
            <pc:sldMk cId="2282670243" sldId="2147483647"/>
            <ac:spMk id="88" creationId="{BB9BDB68-E85D-8AC8-E493-4469F9F07EE5}"/>
          </ac:spMkLst>
        </pc:spChg>
        <pc:spChg chg="del">
          <ac:chgData name="Perez Garza Anahi" userId="3d96f3a1-74f1-4bed-b6de-0d6a02700cc5" providerId="ADAL" clId="{4B0AD328-AC90-4AA0-8235-78385F1747A0}" dt="2026-02-24T21:45:48.853" v="38" actId="478"/>
          <ac:spMkLst>
            <pc:docMk/>
            <pc:sldMk cId="2282670243" sldId="2147483647"/>
            <ac:spMk id="91" creationId="{177872D3-49A4-EA83-89D5-CC4C57ED3BED}"/>
          </ac:spMkLst>
        </pc:spChg>
        <pc:spChg chg="del">
          <ac:chgData name="Perez Garza Anahi" userId="3d96f3a1-74f1-4bed-b6de-0d6a02700cc5" providerId="ADAL" clId="{4B0AD328-AC90-4AA0-8235-78385F1747A0}" dt="2026-02-24T21:45:48.853" v="38" actId="478"/>
          <ac:spMkLst>
            <pc:docMk/>
            <pc:sldMk cId="2282670243" sldId="2147483647"/>
            <ac:spMk id="92" creationId="{DD1694C4-5E26-F5CE-3F76-5E11F9B004D5}"/>
          </ac:spMkLst>
        </pc:spChg>
        <pc:spChg chg="del">
          <ac:chgData name="Perez Garza Anahi" userId="3d96f3a1-74f1-4bed-b6de-0d6a02700cc5" providerId="ADAL" clId="{4B0AD328-AC90-4AA0-8235-78385F1747A0}" dt="2026-02-24T21:45:48.853" v="38" actId="478"/>
          <ac:spMkLst>
            <pc:docMk/>
            <pc:sldMk cId="2282670243" sldId="2147483647"/>
            <ac:spMk id="93" creationId="{AD96441D-E062-3975-392D-9F803D8B5B36}"/>
          </ac:spMkLst>
        </pc:spChg>
        <pc:spChg chg="del">
          <ac:chgData name="Perez Garza Anahi" userId="3d96f3a1-74f1-4bed-b6de-0d6a02700cc5" providerId="ADAL" clId="{4B0AD328-AC90-4AA0-8235-78385F1747A0}" dt="2026-02-24T21:45:48.853" v="38" actId="478"/>
          <ac:spMkLst>
            <pc:docMk/>
            <pc:sldMk cId="2282670243" sldId="2147483647"/>
            <ac:spMk id="94" creationId="{C486F90F-EC4D-5140-96BF-98EB757E53EA}"/>
          </ac:spMkLst>
        </pc:spChg>
        <pc:spChg chg="mod">
          <ac:chgData name="Perez Garza Anahi" userId="3d96f3a1-74f1-4bed-b6de-0d6a02700cc5" providerId="ADAL" clId="{4B0AD328-AC90-4AA0-8235-78385F1747A0}" dt="2026-02-25T05:20:02.638" v="1122" actId="1076"/>
          <ac:spMkLst>
            <pc:docMk/>
            <pc:sldMk cId="2282670243" sldId="2147483647"/>
            <ac:spMk id="100" creationId="{F9F1B8E2-E872-3472-6AA5-05BD127D1F6B}"/>
          </ac:spMkLst>
        </pc:spChg>
        <pc:spChg chg="del">
          <ac:chgData name="Perez Garza Anahi" userId="3d96f3a1-74f1-4bed-b6de-0d6a02700cc5" providerId="ADAL" clId="{4B0AD328-AC90-4AA0-8235-78385F1747A0}" dt="2026-02-24T21:45:48.853" v="38" actId="478"/>
          <ac:spMkLst>
            <pc:docMk/>
            <pc:sldMk cId="2282670243" sldId="2147483647"/>
            <ac:spMk id="102" creationId="{CA4FD1D2-E46F-57D1-B961-4A204CEBAC07}"/>
          </ac:spMkLst>
        </pc:spChg>
        <pc:spChg chg="del">
          <ac:chgData name="Perez Garza Anahi" userId="3d96f3a1-74f1-4bed-b6de-0d6a02700cc5" providerId="ADAL" clId="{4B0AD328-AC90-4AA0-8235-78385F1747A0}" dt="2026-02-24T21:45:48.853" v="38" actId="478"/>
          <ac:spMkLst>
            <pc:docMk/>
            <pc:sldMk cId="2282670243" sldId="2147483647"/>
            <ac:spMk id="103" creationId="{63502E19-969B-9CC8-85A9-D3730A9709BE}"/>
          </ac:spMkLst>
        </pc:spChg>
        <pc:spChg chg="mod">
          <ac:chgData name="Perez Garza Anahi" userId="3d96f3a1-74f1-4bed-b6de-0d6a02700cc5" providerId="ADAL" clId="{4B0AD328-AC90-4AA0-8235-78385F1747A0}" dt="2026-02-25T05:20:02.638" v="1122" actId="1076"/>
          <ac:spMkLst>
            <pc:docMk/>
            <pc:sldMk cId="2282670243" sldId="2147483647"/>
            <ac:spMk id="106" creationId="{72DC4F0F-F8C8-B38A-EFAF-1B853C1C2082}"/>
          </ac:spMkLst>
        </pc:spChg>
        <pc:spChg chg="del">
          <ac:chgData name="Perez Garza Anahi" userId="3d96f3a1-74f1-4bed-b6de-0d6a02700cc5" providerId="ADAL" clId="{4B0AD328-AC90-4AA0-8235-78385F1747A0}" dt="2026-02-24T21:45:48.853" v="38" actId="478"/>
          <ac:spMkLst>
            <pc:docMk/>
            <pc:sldMk cId="2282670243" sldId="2147483647"/>
            <ac:spMk id="107" creationId="{5F085DBE-1062-D189-03DC-62BCD7552042}"/>
          </ac:spMkLst>
        </pc:spChg>
        <pc:spChg chg="del">
          <ac:chgData name="Perez Garza Anahi" userId="3d96f3a1-74f1-4bed-b6de-0d6a02700cc5" providerId="ADAL" clId="{4B0AD328-AC90-4AA0-8235-78385F1747A0}" dt="2026-02-24T21:45:48.853" v="38" actId="478"/>
          <ac:spMkLst>
            <pc:docMk/>
            <pc:sldMk cId="2282670243" sldId="2147483647"/>
            <ac:spMk id="108" creationId="{BC1E75BF-A5E8-E225-ABCC-8690513AA3D4}"/>
          </ac:spMkLst>
        </pc:spChg>
        <pc:spChg chg="del">
          <ac:chgData name="Perez Garza Anahi" userId="3d96f3a1-74f1-4bed-b6de-0d6a02700cc5" providerId="ADAL" clId="{4B0AD328-AC90-4AA0-8235-78385F1747A0}" dt="2026-02-24T21:45:48.853" v="38" actId="478"/>
          <ac:spMkLst>
            <pc:docMk/>
            <pc:sldMk cId="2282670243" sldId="2147483647"/>
            <ac:spMk id="109" creationId="{2E8C04ED-F22D-DDF5-F8FC-7FE785BB48AF}"/>
          </ac:spMkLst>
        </pc:spChg>
        <pc:spChg chg="del">
          <ac:chgData name="Perez Garza Anahi" userId="3d96f3a1-74f1-4bed-b6de-0d6a02700cc5" providerId="ADAL" clId="{4B0AD328-AC90-4AA0-8235-78385F1747A0}" dt="2026-02-24T21:45:48.853" v="38" actId="478"/>
          <ac:spMkLst>
            <pc:docMk/>
            <pc:sldMk cId="2282670243" sldId="2147483647"/>
            <ac:spMk id="110" creationId="{DD60565F-0D8F-17AB-2BA3-22D3A2575F02}"/>
          </ac:spMkLst>
        </pc:spChg>
        <pc:spChg chg="mod">
          <ac:chgData name="Perez Garza Anahi" userId="3d96f3a1-74f1-4bed-b6de-0d6a02700cc5" providerId="ADAL" clId="{4B0AD328-AC90-4AA0-8235-78385F1747A0}" dt="2026-02-25T05:20:02.638" v="1122" actId="1076"/>
          <ac:spMkLst>
            <pc:docMk/>
            <pc:sldMk cId="2282670243" sldId="2147483647"/>
            <ac:spMk id="164" creationId="{94BBD4BA-0B87-4C89-E7DD-12E9F0F224E2}"/>
          </ac:spMkLst>
        </pc:spChg>
        <pc:spChg chg="mod">
          <ac:chgData name="Perez Garza Anahi" userId="3d96f3a1-74f1-4bed-b6de-0d6a02700cc5" providerId="ADAL" clId="{4B0AD328-AC90-4AA0-8235-78385F1747A0}" dt="2026-02-25T05:20:02.638" v="1122" actId="1076"/>
          <ac:spMkLst>
            <pc:docMk/>
            <pc:sldMk cId="2282670243" sldId="2147483647"/>
            <ac:spMk id="173" creationId="{3F6746B2-8CDF-BE92-4F76-0C0957F68BCD}"/>
          </ac:spMkLst>
        </pc:spChg>
        <pc:spChg chg="mod">
          <ac:chgData name="Perez Garza Anahi" userId="3d96f3a1-74f1-4bed-b6de-0d6a02700cc5" providerId="ADAL" clId="{4B0AD328-AC90-4AA0-8235-78385F1747A0}" dt="2026-02-24T21:46:32.804" v="74" actId="1076"/>
          <ac:spMkLst>
            <pc:docMk/>
            <pc:sldMk cId="2282670243" sldId="2147483647"/>
            <ac:spMk id="206" creationId="{167A64BB-1818-37AB-F05C-5AC75C78ED19}"/>
          </ac:spMkLst>
        </pc:spChg>
        <pc:cxnChg chg="mod">
          <ac:chgData name="Perez Garza Anahi" userId="3d96f3a1-74f1-4bed-b6de-0d6a02700cc5" providerId="ADAL" clId="{4B0AD328-AC90-4AA0-8235-78385F1747A0}" dt="2026-02-25T05:20:02.638" v="1122" actId="1076"/>
          <ac:cxnSpMkLst>
            <pc:docMk/>
            <pc:sldMk cId="2282670243" sldId="2147483647"/>
            <ac:cxnSpMk id="3" creationId="{AC91FB03-FD1F-E6B1-1F6D-A4C86F2D05DB}"/>
          </ac:cxnSpMkLst>
        </pc:cxnChg>
        <pc:cxnChg chg="mod">
          <ac:chgData name="Perez Garza Anahi" userId="3d96f3a1-74f1-4bed-b6de-0d6a02700cc5" providerId="ADAL" clId="{4B0AD328-AC90-4AA0-8235-78385F1747A0}" dt="2026-02-25T05:20:02.638" v="1122" actId="1076"/>
          <ac:cxnSpMkLst>
            <pc:docMk/>
            <pc:sldMk cId="2282670243" sldId="2147483647"/>
            <ac:cxnSpMk id="14" creationId="{C0DAD0F2-4099-6FB7-B70C-C695BCBB2F52}"/>
          </ac:cxnSpMkLst>
        </pc:cxnChg>
        <pc:cxnChg chg="mod">
          <ac:chgData name="Perez Garza Anahi" userId="3d96f3a1-74f1-4bed-b6de-0d6a02700cc5" providerId="ADAL" clId="{4B0AD328-AC90-4AA0-8235-78385F1747A0}" dt="2026-02-25T05:20:02.638" v="1122" actId="1076"/>
          <ac:cxnSpMkLst>
            <pc:docMk/>
            <pc:sldMk cId="2282670243" sldId="2147483647"/>
            <ac:cxnSpMk id="38" creationId="{C8046C63-7BDB-545A-8ED8-4B473267DC48}"/>
          </ac:cxnSpMkLst>
        </pc:cxnChg>
        <pc:cxnChg chg="mod">
          <ac:chgData name="Perez Garza Anahi" userId="3d96f3a1-74f1-4bed-b6de-0d6a02700cc5" providerId="ADAL" clId="{4B0AD328-AC90-4AA0-8235-78385F1747A0}" dt="2026-02-25T05:20:02.638" v="1122" actId="1076"/>
          <ac:cxnSpMkLst>
            <pc:docMk/>
            <pc:sldMk cId="2282670243" sldId="2147483647"/>
            <ac:cxnSpMk id="46" creationId="{547021AF-2778-A329-E711-D2CC4EA3AEA2}"/>
          </ac:cxnSpMkLst>
        </pc:cxnChg>
        <pc:cxnChg chg="mod">
          <ac:chgData name="Perez Garza Anahi" userId="3d96f3a1-74f1-4bed-b6de-0d6a02700cc5" providerId="ADAL" clId="{4B0AD328-AC90-4AA0-8235-78385F1747A0}" dt="2026-02-25T05:20:02.638" v="1122" actId="1076"/>
          <ac:cxnSpMkLst>
            <pc:docMk/>
            <pc:sldMk cId="2282670243" sldId="2147483647"/>
            <ac:cxnSpMk id="85" creationId="{D9BE6DF5-88FE-CF4D-D0FB-90D249A35128}"/>
          </ac:cxnSpMkLst>
        </pc:cxnChg>
        <pc:cxnChg chg="mod">
          <ac:chgData name="Perez Garza Anahi" userId="3d96f3a1-74f1-4bed-b6de-0d6a02700cc5" providerId="ADAL" clId="{4B0AD328-AC90-4AA0-8235-78385F1747A0}" dt="2026-02-25T05:20:02.638" v="1122" actId="1076"/>
          <ac:cxnSpMkLst>
            <pc:docMk/>
            <pc:sldMk cId="2282670243" sldId="2147483647"/>
            <ac:cxnSpMk id="87" creationId="{F2C41756-0D7C-BF1F-8E1B-9929C384A615}"/>
          </ac:cxnSpMkLst>
        </pc:cxnChg>
        <pc:cxnChg chg="del mod">
          <ac:chgData name="Perez Garza Anahi" userId="3d96f3a1-74f1-4bed-b6de-0d6a02700cc5" providerId="ADAL" clId="{4B0AD328-AC90-4AA0-8235-78385F1747A0}" dt="2026-02-24T21:45:48.853" v="38" actId="478"/>
          <ac:cxnSpMkLst>
            <pc:docMk/>
            <pc:sldMk cId="2282670243" sldId="2147483647"/>
            <ac:cxnSpMk id="89" creationId="{79846B11-86AA-B9A3-3176-C8D6BACFB8C8}"/>
          </ac:cxnSpMkLst>
        </pc:cxnChg>
        <pc:cxnChg chg="del mod">
          <ac:chgData name="Perez Garza Anahi" userId="3d96f3a1-74f1-4bed-b6de-0d6a02700cc5" providerId="ADAL" clId="{4B0AD328-AC90-4AA0-8235-78385F1747A0}" dt="2026-02-24T21:45:48.853" v="38" actId="478"/>
          <ac:cxnSpMkLst>
            <pc:docMk/>
            <pc:sldMk cId="2282670243" sldId="2147483647"/>
            <ac:cxnSpMk id="90" creationId="{210FAE5B-05C8-DD9A-DC6D-42032FE390F8}"/>
          </ac:cxnSpMkLst>
        </pc:cxnChg>
        <pc:cxnChg chg="del mod">
          <ac:chgData name="Perez Garza Anahi" userId="3d96f3a1-74f1-4bed-b6de-0d6a02700cc5" providerId="ADAL" clId="{4B0AD328-AC90-4AA0-8235-78385F1747A0}" dt="2026-02-24T21:45:48.853" v="38" actId="478"/>
          <ac:cxnSpMkLst>
            <pc:docMk/>
            <pc:sldMk cId="2282670243" sldId="2147483647"/>
            <ac:cxnSpMk id="95" creationId="{C430436B-80B4-01CA-6914-CA14DD7E9956}"/>
          </ac:cxnSpMkLst>
        </pc:cxnChg>
        <pc:cxnChg chg="del mod">
          <ac:chgData name="Perez Garza Anahi" userId="3d96f3a1-74f1-4bed-b6de-0d6a02700cc5" providerId="ADAL" clId="{4B0AD328-AC90-4AA0-8235-78385F1747A0}" dt="2026-02-24T21:45:48.853" v="38" actId="478"/>
          <ac:cxnSpMkLst>
            <pc:docMk/>
            <pc:sldMk cId="2282670243" sldId="2147483647"/>
            <ac:cxnSpMk id="96" creationId="{9FB3B2A5-F385-117F-E61B-D346385A4CF8}"/>
          </ac:cxnSpMkLst>
        </pc:cxnChg>
        <pc:cxnChg chg="del mod">
          <ac:chgData name="Perez Garza Anahi" userId="3d96f3a1-74f1-4bed-b6de-0d6a02700cc5" providerId="ADAL" clId="{4B0AD328-AC90-4AA0-8235-78385F1747A0}" dt="2026-02-24T21:45:48.853" v="38" actId="478"/>
          <ac:cxnSpMkLst>
            <pc:docMk/>
            <pc:sldMk cId="2282670243" sldId="2147483647"/>
            <ac:cxnSpMk id="97" creationId="{112D3B26-7E11-5F71-8C47-91CA57580A25}"/>
          </ac:cxnSpMkLst>
        </pc:cxnChg>
        <pc:cxnChg chg="del mod">
          <ac:chgData name="Perez Garza Anahi" userId="3d96f3a1-74f1-4bed-b6de-0d6a02700cc5" providerId="ADAL" clId="{4B0AD328-AC90-4AA0-8235-78385F1747A0}" dt="2026-02-24T21:45:48.853" v="38" actId="478"/>
          <ac:cxnSpMkLst>
            <pc:docMk/>
            <pc:sldMk cId="2282670243" sldId="2147483647"/>
            <ac:cxnSpMk id="98" creationId="{1CE62618-CDD7-EB31-2F2A-0BE784E57951}"/>
          </ac:cxnSpMkLst>
        </pc:cxnChg>
        <pc:cxnChg chg="del mod">
          <ac:chgData name="Perez Garza Anahi" userId="3d96f3a1-74f1-4bed-b6de-0d6a02700cc5" providerId="ADAL" clId="{4B0AD328-AC90-4AA0-8235-78385F1747A0}" dt="2026-02-24T21:45:48.853" v="38" actId="478"/>
          <ac:cxnSpMkLst>
            <pc:docMk/>
            <pc:sldMk cId="2282670243" sldId="2147483647"/>
            <ac:cxnSpMk id="104" creationId="{5A69471D-E803-4ACB-4FEB-96451AD4BDE7}"/>
          </ac:cxnSpMkLst>
        </pc:cxnChg>
        <pc:cxnChg chg="del mod">
          <ac:chgData name="Perez Garza Anahi" userId="3d96f3a1-74f1-4bed-b6de-0d6a02700cc5" providerId="ADAL" clId="{4B0AD328-AC90-4AA0-8235-78385F1747A0}" dt="2026-02-24T21:45:48.853" v="38" actId="478"/>
          <ac:cxnSpMkLst>
            <pc:docMk/>
            <pc:sldMk cId="2282670243" sldId="2147483647"/>
            <ac:cxnSpMk id="105" creationId="{7E800FAB-C2AA-D83C-F4B7-54BE3857FF42}"/>
          </ac:cxnSpMkLst>
        </pc:cxnChg>
        <pc:cxnChg chg="del mod">
          <ac:chgData name="Perez Garza Anahi" userId="3d96f3a1-74f1-4bed-b6de-0d6a02700cc5" providerId="ADAL" clId="{4B0AD328-AC90-4AA0-8235-78385F1747A0}" dt="2026-02-24T21:45:48.853" v="38" actId="478"/>
          <ac:cxnSpMkLst>
            <pc:docMk/>
            <pc:sldMk cId="2282670243" sldId="2147483647"/>
            <ac:cxnSpMk id="111" creationId="{126D2DAD-393C-F302-76F9-FAB1402D4091}"/>
          </ac:cxnSpMkLst>
        </pc:cxnChg>
        <pc:cxnChg chg="del mod">
          <ac:chgData name="Perez Garza Anahi" userId="3d96f3a1-74f1-4bed-b6de-0d6a02700cc5" providerId="ADAL" clId="{4B0AD328-AC90-4AA0-8235-78385F1747A0}" dt="2026-02-24T21:45:48.853" v="38" actId="478"/>
          <ac:cxnSpMkLst>
            <pc:docMk/>
            <pc:sldMk cId="2282670243" sldId="2147483647"/>
            <ac:cxnSpMk id="112" creationId="{B26F3493-8D75-5C6F-D06B-2F817F028622}"/>
          </ac:cxnSpMkLst>
        </pc:cxnChg>
        <pc:cxnChg chg="del mod">
          <ac:chgData name="Perez Garza Anahi" userId="3d96f3a1-74f1-4bed-b6de-0d6a02700cc5" providerId="ADAL" clId="{4B0AD328-AC90-4AA0-8235-78385F1747A0}" dt="2026-02-24T21:45:48.853" v="38" actId="478"/>
          <ac:cxnSpMkLst>
            <pc:docMk/>
            <pc:sldMk cId="2282670243" sldId="2147483647"/>
            <ac:cxnSpMk id="113" creationId="{971FC8C8-1CE8-9652-006A-467AC63FEDDA}"/>
          </ac:cxnSpMkLst>
        </pc:cxnChg>
        <pc:cxnChg chg="del mod">
          <ac:chgData name="Perez Garza Anahi" userId="3d96f3a1-74f1-4bed-b6de-0d6a02700cc5" providerId="ADAL" clId="{4B0AD328-AC90-4AA0-8235-78385F1747A0}" dt="2026-02-24T21:45:48.853" v="38" actId="478"/>
          <ac:cxnSpMkLst>
            <pc:docMk/>
            <pc:sldMk cId="2282670243" sldId="2147483647"/>
            <ac:cxnSpMk id="114" creationId="{927603FE-9B61-1A37-FCC8-20FFBE7CD48B}"/>
          </ac:cxnSpMkLst>
        </pc:cxnChg>
      </pc:sldChg>
      <pc:sldMasterChg chg="delSldLayout">
        <pc:chgData name="Perez Garza Anahi" userId="3d96f3a1-74f1-4bed-b6de-0d6a02700cc5" providerId="ADAL" clId="{4B0AD328-AC90-4AA0-8235-78385F1747A0}" dt="2026-02-24T21:45:23.711" v="36" actId="47"/>
        <pc:sldMasterMkLst>
          <pc:docMk/>
          <pc:sldMasterMk cId="3614363576" sldId="2147483661"/>
        </pc:sldMasterMkLst>
        <pc:sldLayoutChg chg="del">
          <pc:chgData name="Perez Garza Anahi" userId="3d96f3a1-74f1-4bed-b6de-0d6a02700cc5" providerId="ADAL" clId="{4B0AD328-AC90-4AA0-8235-78385F1747A0}" dt="2026-02-24T21:45:23.711" v="36" actId="47"/>
          <pc:sldLayoutMkLst>
            <pc:docMk/>
            <pc:sldMasterMk cId="3614363576" sldId="2147483661"/>
            <pc:sldLayoutMk cId="1563716312" sldId="2147483666"/>
          </pc:sldLayoutMkLst>
        </pc:sldLayoutChg>
      </pc:sldMasterChg>
    </pc:docChg>
  </pc:docChgLst>
  <pc:docChgLst>
    <pc:chgData name="Perez Garza Anahi" userId="3d96f3a1-74f1-4bed-b6de-0d6a02700cc5" providerId="ADAL" clId="{A9C68045-448D-4140-A1E5-8B555432F043}"/>
    <pc:docChg chg="custSel modSld">
      <pc:chgData name="Perez Garza Anahi" userId="3d96f3a1-74f1-4bed-b6de-0d6a02700cc5" providerId="ADAL" clId="{A9C68045-448D-4140-A1E5-8B555432F043}" dt="2026-02-24T04:26:34.121" v="458" actId="1076"/>
      <pc:docMkLst>
        <pc:docMk/>
      </pc:docMkLst>
      <pc:sldChg chg="addSp modSp mod">
        <pc:chgData name="Perez Garza Anahi" userId="3d96f3a1-74f1-4bed-b6de-0d6a02700cc5" providerId="ADAL" clId="{A9C68045-448D-4140-A1E5-8B555432F043}" dt="2026-02-24T04:26:34.121" v="458" actId="1076"/>
        <pc:sldMkLst>
          <pc:docMk/>
          <pc:sldMk cId="1984715688" sldId="2147482943"/>
        </pc:sldMkLst>
        <pc:spChg chg="add mod ord">
          <ac:chgData name="Perez Garza Anahi" userId="3d96f3a1-74f1-4bed-b6de-0d6a02700cc5" providerId="ADAL" clId="{A9C68045-448D-4140-A1E5-8B555432F043}" dt="2026-02-24T04:26:12.090" v="452" actId="14100"/>
          <ac:spMkLst>
            <pc:docMk/>
            <pc:sldMk cId="1984715688" sldId="2147482943"/>
            <ac:spMk id="4" creationId="{F273D5BA-85D3-C47A-239B-E8DD6B484D22}"/>
          </ac:spMkLst>
        </pc:spChg>
        <pc:spChg chg="add mod ord">
          <ac:chgData name="Perez Garza Anahi" userId="3d96f3a1-74f1-4bed-b6de-0d6a02700cc5" providerId="ADAL" clId="{A9C68045-448D-4140-A1E5-8B555432F043}" dt="2026-02-24T04:26:30.850" v="456" actId="14100"/>
          <ac:spMkLst>
            <pc:docMk/>
            <pc:sldMk cId="1984715688" sldId="2147482943"/>
            <ac:spMk id="9" creationId="{19184C03-AC28-9BA4-B756-2CD86384DEE3}"/>
          </ac:spMkLst>
        </pc:spChg>
        <pc:spChg chg="add mod ord">
          <ac:chgData name="Perez Garza Anahi" userId="3d96f3a1-74f1-4bed-b6de-0d6a02700cc5" providerId="ADAL" clId="{A9C68045-448D-4140-A1E5-8B555432F043}" dt="2026-02-24T04:26:27.310" v="455" actId="14100"/>
          <ac:spMkLst>
            <pc:docMk/>
            <pc:sldMk cId="1984715688" sldId="2147482943"/>
            <ac:spMk id="11" creationId="{CA259E49-32B0-B943-01D4-022070342295}"/>
          </ac:spMkLst>
        </pc:spChg>
        <pc:spChg chg="mod">
          <ac:chgData name="Perez Garza Anahi" userId="3d96f3a1-74f1-4bed-b6de-0d6a02700cc5" providerId="ADAL" clId="{A9C68045-448D-4140-A1E5-8B555432F043}" dt="2026-02-24T04:25:56.113" v="451" actId="1076"/>
          <ac:spMkLst>
            <pc:docMk/>
            <pc:sldMk cId="1984715688" sldId="2147482943"/>
            <ac:spMk id="12" creationId="{88CF2FDA-BB4C-E55C-115D-BB25F24378F9}"/>
          </ac:spMkLst>
        </pc:spChg>
        <pc:spChg chg="mod">
          <ac:chgData name="Perez Garza Anahi" userId="3d96f3a1-74f1-4bed-b6de-0d6a02700cc5" providerId="ADAL" clId="{A9C68045-448D-4140-A1E5-8B555432F043}" dt="2026-02-24T04:26:34.121" v="458" actId="1076"/>
          <ac:spMkLst>
            <pc:docMk/>
            <pc:sldMk cId="1984715688" sldId="2147482943"/>
            <ac:spMk id="13" creationId="{D704E574-6CAC-27B5-5470-87C0E60750C1}"/>
          </ac:spMkLst>
        </pc:spChg>
        <pc:spChg chg="mod">
          <ac:chgData name="Perez Garza Anahi" userId="3d96f3a1-74f1-4bed-b6de-0d6a02700cc5" providerId="ADAL" clId="{A9C68045-448D-4140-A1E5-8B555432F043}" dt="2026-02-24T04:25:56.113" v="451" actId="1076"/>
          <ac:spMkLst>
            <pc:docMk/>
            <pc:sldMk cId="1984715688" sldId="2147482943"/>
            <ac:spMk id="14" creationId="{B2F380EB-E5B9-5B50-6CCA-5A3D9908E7A6}"/>
          </ac:spMkLst>
        </pc:spChg>
        <pc:spChg chg="mod">
          <ac:chgData name="Perez Garza Anahi" userId="3d96f3a1-74f1-4bed-b6de-0d6a02700cc5" providerId="ADAL" clId="{A9C68045-448D-4140-A1E5-8B555432F043}" dt="2026-02-24T04:21:25.872" v="215" actId="1076"/>
          <ac:spMkLst>
            <pc:docMk/>
            <pc:sldMk cId="1984715688" sldId="2147482943"/>
            <ac:spMk id="70" creationId="{87FDD6D4-CE7A-2B79-5038-EC744418E164}"/>
          </ac:spMkLst>
        </pc:spChg>
        <pc:graphicFrameChg chg="mod">
          <ac:chgData name="Perez Garza Anahi" userId="3d96f3a1-74f1-4bed-b6de-0d6a02700cc5" providerId="ADAL" clId="{A9C68045-448D-4140-A1E5-8B555432F043}" dt="2026-02-24T04:26:32.052" v="457" actId="1076"/>
          <ac:graphicFrameMkLst>
            <pc:docMk/>
            <pc:sldMk cId="1984715688" sldId="2147482943"/>
            <ac:graphicFrameMk id="3" creationId="{FAD28124-1A68-0DBE-3B0C-D189AAB7C944}"/>
          </ac:graphicFrameMkLst>
        </pc:graphicFrameChg>
        <pc:graphicFrameChg chg="add mod modGraphic">
          <ac:chgData name="Perez Garza Anahi" userId="3d96f3a1-74f1-4bed-b6de-0d6a02700cc5" providerId="ADAL" clId="{A9C68045-448D-4140-A1E5-8B555432F043}" dt="2026-02-24T04:25:56.113" v="451" actId="1076"/>
          <ac:graphicFrameMkLst>
            <pc:docMk/>
            <pc:sldMk cId="1984715688" sldId="2147482943"/>
            <ac:graphicFrameMk id="7" creationId="{62BF6BAF-EEBF-CC3A-B4D8-E1076F2D929E}"/>
          </ac:graphicFrameMkLst>
        </pc:graphicFrameChg>
        <pc:graphicFrameChg chg="mod">
          <ac:chgData name="Perez Garza Anahi" userId="3d96f3a1-74f1-4bed-b6de-0d6a02700cc5" providerId="ADAL" clId="{A9C68045-448D-4140-A1E5-8B555432F043}" dt="2026-02-24T04:25:56.113" v="451" actId="1076"/>
          <ac:graphicFrameMkLst>
            <pc:docMk/>
            <pc:sldMk cId="1984715688" sldId="2147482943"/>
            <ac:graphicFrameMk id="8" creationId="{14ED546A-B7CE-8140-623E-18969345E889}"/>
          </ac:graphicFrameMkLst>
        </pc:graphicFrameChg>
        <pc:graphicFrameChg chg="mod">
          <ac:chgData name="Perez Garza Anahi" userId="3d96f3a1-74f1-4bed-b6de-0d6a02700cc5" providerId="ADAL" clId="{A9C68045-448D-4140-A1E5-8B555432F043}" dt="2026-02-24T04:25:56.113" v="451" actId="1076"/>
          <ac:graphicFrameMkLst>
            <pc:docMk/>
            <pc:sldMk cId="1984715688" sldId="2147482943"/>
            <ac:graphicFrameMk id="10" creationId="{431F8BB0-150E-39B7-BBF1-B78511638F7A}"/>
          </ac:graphicFrameMkLst>
        </pc:graphicFrameChg>
      </pc:sldChg>
      <pc:sldChg chg="modSp mod">
        <pc:chgData name="Perez Garza Anahi" userId="3d96f3a1-74f1-4bed-b6de-0d6a02700cc5" providerId="ADAL" clId="{A9C68045-448D-4140-A1E5-8B555432F043}" dt="2026-02-24T04:24:07.732" v="430" actId="20577"/>
        <pc:sldMkLst>
          <pc:docMk/>
          <pc:sldMk cId="946345740" sldId="2147482944"/>
        </pc:sldMkLst>
        <pc:spChg chg="mod">
          <ac:chgData name="Perez Garza Anahi" userId="3d96f3a1-74f1-4bed-b6de-0d6a02700cc5" providerId="ADAL" clId="{A9C68045-448D-4140-A1E5-8B555432F043}" dt="2026-02-24T04:23:16.445" v="233" actId="20577"/>
          <ac:spMkLst>
            <pc:docMk/>
            <pc:sldMk cId="946345740" sldId="2147482944"/>
            <ac:spMk id="2" creationId="{5C7FE4F8-1D50-3B4B-8AAC-2417CBBCFEA9}"/>
          </ac:spMkLst>
        </pc:spChg>
        <pc:spChg chg="mod">
          <ac:chgData name="Perez Garza Anahi" userId="3d96f3a1-74f1-4bed-b6de-0d6a02700cc5" providerId="ADAL" clId="{A9C68045-448D-4140-A1E5-8B555432F043}" dt="2026-02-24T04:23:37.449" v="314" actId="20577"/>
          <ac:spMkLst>
            <pc:docMk/>
            <pc:sldMk cId="946345740" sldId="2147482944"/>
            <ac:spMk id="7" creationId="{9D12D446-A1FE-2D55-8ED8-9BF6AB433C6D}"/>
          </ac:spMkLst>
        </pc:spChg>
        <pc:spChg chg="mod">
          <ac:chgData name="Perez Garza Anahi" userId="3d96f3a1-74f1-4bed-b6de-0d6a02700cc5" providerId="ADAL" clId="{A9C68045-448D-4140-A1E5-8B555432F043}" dt="2026-02-24T04:24:07.732" v="430" actId="20577"/>
          <ac:spMkLst>
            <pc:docMk/>
            <pc:sldMk cId="946345740" sldId="2147482944"/>
            <ac:spMk id="9" creationId="{01FD7DEA-CCB0-3F0F-FCE1-E42492D493A9}"/>
          </ac:spMkLst>
        </pc:spChg>
        <pc:spChg chg="mod">
          <ac:chgData name="Perez Garza Anahi" userId="3d96f3a1-74f1-4bed-b6de-0d6a02700cc5" providerId="ADAL" clId="{A9C68045-448D-4140-A1E5-8B555432F043}" dt="2026-02-24T04:23:22.127" v="245" actId="20577"/>
          <ac:spMkLst>
            <pc:docMk/>
            <pc:sldMk cId="946345740" sldId="2147482944"/>
            <ac:spMk id="20" creationId="{A1ABDE23-FC17-AD90-BC9E-AF97FB35EE52}"/>
          </ac:spMkLst>
        </pc:spChg>
        <pc:spChg chg="mod">
          <ac:chgData name="Perez Garza Anahi" userId="3d96f3a1-74f1-4bed-b6de-0d6a02700cc5" providerId="ADAL" clId="{A9C68045-448D-4140-A1E5-8B555432F043}" dt="2026-02-24T04:23:08.381" v="225" actId="207"/>
          <ac:spMkLst>
            <pc:docMk/>
            <pc:sldMk cId="946345740" sldId="2147482944"/>
            <ac:spMk id="21" creationId="{7401378D-D1E9-5ABF-82D0-A09EADCF9921}"/>
          </ac:spMkLst>
        </pc:spChg>
        <pc:spChg chg="mod">
          <ac:chgData name="Perez Garza Anahi" userId="3d96f3a1-74f1-4bed-b6de-0d6a02700cc5" providerId="ADAL" clId="{A9C68045-448D-4140-A1E5-8B555432F043}" dt="2026-02-24T04:21:11.287" v="214" actId="1076"/>
          <ac:spMkLst>
            <pc:docMk/>
            <pc:sldMk cId="946345740" sldId="2147482944"/>
            <ac:spMk id="27" creationId="{CB426A0A-057F-CD5D-5ECB-DE46EE96DBDE}"/>
          </ac:spMkLst>
        </pc:spChg>
        <pc:spChg chg="mod">
          <ac:chgData name="Perez Garza Anahi" userId="3d96f3a1-74f1-4bed-b6de-0d6a02700cc5" providerId="ADAL" clId="{A9C68045-448D-4140-A1E5-8B555432F043}" dt="2026-02-24T04:21:11.287" v="214" actId="1076"/>
          <ac:spMkLst>
            <pc:docMk/>
            <pc:sldMk cId="946345740" sldId="2147482944"/>
            <ac:spMk id="28" creationId="{F56E75B3-107F-CB1B-7F16-52AB46B217A0}"/>
          </ac:spMkLst>
        </pc:spChg>
        <pc:spChg chg="mod">
          <ac:chgData name="Perez Garza Anahi" userId="3d96f3a1-74f1-4bed-b6de-0d6a02700cc5" providerId="ADAL" clId="{A9C68045-448D-4140-A1E5-8B555432F043}" dt="2026-02-24T04:21:11.287" v="214" actId="1076"/>
          <ac:spMkLst>
            <pc:docMk/>
            <pc:sldMk cId="946345740" sldId="2147482944"/>
            <ac:spMk id="29" creationId="{00A9E07E-BC25-19F0-7E29-6EA050AE4FD2}"/>
          </ac:spMkLst>
        </pc:spChg>
        <pc:spChg chg="mod">
          <ac:chgData name="Perez Garza Anahi" userId="3d96f3a1-74f1-4bed-b6de-0d6a02700cc5" providerId="ADAL" clId="{A9C68045-448D-4140-A1E5-8B555432F043}" dt="2026-02-24T04:21:11.287" v="214" actId="1076"/>
          <ac:spMkLst>
            <pc:docMk/>
            <pc:sldMk cId="946345740" sldId="2147482944"/>
            <ac:spMk id="30" creationId="{0F3CD23E-008B-96BB-6553-057E3D828213}"/>
          </ac:spMkLst>
        </pc:spChg>
        <pc:spChg chg="mod">
          <ac:chgData name="Perez Garza Anahi" userId="3d96f3a1-74f1-4bed-b6de-0d6a02700cc5" providerId="ADAL" clId="{A9C68045-448D-4140-A1E5-8B555432F043}" dt="2026-02-24T04:21:11.287" v="214" actId="1076"/>
          <ac:spMkLst>
            <pc:docMk/>
            <pc:sldMk cId="946345740" sldId="2147482944"/>
            <ac:spMk id="31" creationId="{D4C25EC9-011F-3816-1A58-2C6E58DB342E}"/>
          </ac:spMkLst>
        </pc:spChg>
        <pc:spChg chg="mod">
          <ac:chgData name="Perez Garza Anahi" userId="3d96f3a1-74f1-4bed-b6de-0d6a02700cc5" providerId="ADAL" clId="{A9C68045-448D-4140-A1E5-8B555432F043}" dt="2026-02-24T04:21:11.287" v="214" actId="1076"/>
          <ac:spMkLst>
            <pc:docMk/>
            <pc:sldMk cId="946345740" sldId="2147482944"/>
            <ac:spMk id="32" creationId="{C58A2AF4-113F-A799-EFE4-1A902C2B0763}"/>
          </ac:spMkLst>
        </pc:spChg>
        <pc:spChg chg="mod">
          <ac:chgData name="Perez Garza Anahi" userId="3d96f3a1-74f1-4bed-b6de-0d6a02700cc5" providerId="ADAL" clId="{A9C68045-448D-4140-A1E5-8B555432F043}" dt="2026-02-24T04:21:11.287" v="214" actId="1076"/>
          <ac:spMkLst>
            <pc:docMk/>
            <pc:sldMk cId="946345740" sldId="2147482944"/>
            <ac:spMk id="33" creationId="{F2DA68DD-9EF6-F60A-7687-BB917FC39F87}"/>
          </ac:spMkLst>
        </pc:spChg>
        <pc:spChg chg="mod">
          <ac:chgData name="Perez Garza Anahi" userId="3d96f3a1-74f1-4bed-b6de-0d6a02700cc5" providerId="ADAL" clId="{A9C68045-448D-4140-A1E5-8B555432F043}" dt="2026-02-24T04:21:11.287" v="214" actId="1076"/>
          <ac:spMkLst>
            <pc:docMk/>
            <pc:sldMk cId="946345740" sldId="2147482944"/>
            <ac:spMk id="34" creationId="{53142616-0094-6DC4-48F1-FA37A2A17640}"/>
          </ac:spMkLst>
        </pc:spChg>
        <pc:spChg chg="mod">
          <ac:chgData name="Perez Garza Anahi" userId="3d96f3a1-74f1-4bed-b6de-0d6a02700cc5" providerId="ADAL" clId="{A9C68045-448D-4140-A1E5-8B555432F043}" dt="2026-02-24T04:21:11.287" v="214" actId="1076"/>
          <ac:spMkLst>
            <pc:docMk/>
            <pc:sldMk cId="946345740" sldId="2147482944"/>
            <ac:spMk id="35" creationId="{46D49AC2-BD04-6DBE-818D-697878E1DF70}"/>
          </ac:spMkLst>
        </pc:spChg>
        <pc:spChg chg="mod">
          <ac:chgData name="Perez Garza Anahi" userId="3d96f3a1-74f1-4bed-b6de-0d6a02700cc5" providerId="ADAL" clId="{A9C68045-448D-4140-A1E5-8B555432F043}" dt="2026-02-24T04:21:11.287" v="214" actId="1076"/>
          <ac:spMkLst>
            <pc:docMk/>
            <pc:sldMk cId="946345740" sldId="2147482944"/>
            <ac:spMk id="36" creationId="{10011520-7618-A3C8-798B-5836617AD8CC}"/>
          </ac:spMkLst>
        </pc:spChg>
        <pc:spChg chg="mod">
          <ac:chgData name="Perez Garza Anahi" userId="3d96f3a1-74f1-4bed-b6de-0d6a02700cc5" providerId="ADAL" clId="{A9C68045-448D-4140-A1E5-8B555432F043}" dt="2026-02-24T04:21:11.287" v="214" actId="1076"/>
          <ac:spMkLst>
            <pc:docMk/>
            <pc:sldMk cId="946345740" sldId="2147482944"/>
            <ac:spMk id="37" creationId="{F94D6656-5C4D-D893-4041-37DA27F2EA55}"/>
          </ac:spMkLst>
        </pc:spChg>
        <pc:spChg chg="mod">
          <ac:chgData name="Perez Garza Anahi" userId="3d96f3a1-74f1-4bed-b6de-0d6a02700cc5" providerId="ADAL" clId="{A9C68045-448D-4140-A1E5-8B555432F043}" dt="2026-02-24T04:21:11.287" v="214" actId="1076"/>
          <ac:spMkLst>
            <pc:docMk/>
            <pc:sldMk cId="946345740" sldId="2147482944"/>
            <ac:spMk id="38" creationId="{A9162D19-B604-E685-83B3-82B7DEDE0227}"/>
          </ac:spMkLst>
        </pc:spChg>
        <pc:spChg chg="mod">
          <ac:chgData name="Perez Garza Anahi" userId="3d96f3a1-74f1-4bed-b6de-0d6a02700cc5" providerId="ADAL" clId="{A9C68045-448D-4140-A1E5-8B555432F043}" dt="2026-02-24T04:21:11.287" v="214" actId="1076"/>
          <ac:spMkLst>
            <pc:docMk/>
            <pc:sldMk cId="946345740" sldId="2147482944"/>
            <ac:spMk id="39" creationId="{2184184E-6F5C-5679-F5E2-F9BE720EDCF6}"/>
          </ac:spMkLst>
        </pc:spChg>
        <pc:spChg chg="mod">
          <ac:chgData name="Perez Garza Anahi" userId="3d96f3a1-74f1-4bed-b6de-0d6a02700cc5" providerId="ADAL" clId="{A9C68045-448D-4140-A1E5-8B555432F043}" dt="2026-02-24T04:21:11.287" v="214" actId="1076"/>
          <ac:spMkLst>
            <pc:docMk/>
            <pc:sldMk cId="946345740" sldId="2147482944"/>
            <ac:spMk id="40" creationId="{2C91F9A0-9AF9-626F-9293-CE0E105B592B}"/>
          </ac:spMkLst>
        </pc:spChg>
        <pc:spChg chg="mod">
          <ac:chgData name="Perez Garza Anahi" userId="3d96f3a1-74f1-4bed-b6de-0d6a02700cc5" providerId="ADAL" clId="{A9C68045-448D-4140-A1E5-8B555432F043}" dt="2026-02-24T04:21:11.287" v="214" actId="1076"/>
          <ac:spMkLst>
            <pc:docMk/>
            <pc:sldMk cId="946345740" sldId="2147482944"/>
            <ac:spMk id="41" creationId="{F2DFFA15-F145-F25C-0AEC-D3991E68F61F}"/>
          </ac:spMkLst>
        </pc:spChg>
      </pc:sldChg>
      <pc:sldChg chg="addSp delSp modSp mod">
        <pc:chgData name="Perez Garza Anahi" userId="3d96f3a1-74f1-4bed-b6de-0d6a02700cc5" providerId="ADAL" clId="{A9C68045-448D-4140-A1E5-8B555432F043}" dt="2026-02-24T04:20:13.421" v="213" actId="20577"/>
        <pc:sldMkLst>
          <pc:docMk/>
          <pc:sldMk cId="2944001035" sldId="2147482945"/>
        </pc:sldMkLst>
        <pc:spChg chg="mod">
          <ac:chgData name="Perez Garza Anahi" userId="3d96f3a1-74f1-4bed-b6de-0d6a02700cc5" providerId="ADAL" clId="{A9C68045-448D-4140-A1E5-8B555432F043}" dt="2026-02-24T04:16:08.140" v="2" actId="1076"/>
          <ac:spMkLst>
            <pc:docMk/>
            <pc:sldMk cId="2944001035" sldId="2147482945"/>
            <ac:spMk id="2" creationId="{95537519-FC68-3EE9-AA6E-7347B173A5F9}"/>
          </ac:spMkLst>
        </pc:spChg>
        <pc:spChg chg="mod">
          <ac:chgData name="Perez Garza Anahi" userId="3d96f3a1-74f1-4bed-b6de-0d6a02700cc5" providerId="ADAL" clId="{A9C68045-448D-4140-A1E5-8B555432F043}" dt="2026-02-24T04:16:08.140" v="2" actId="1076"/>
          <ac:spMkLst>
            <pc:docMk/>
            <pc:sldMk cId="2944001035" sldId="2147482945"/>
            <ac:spMk id="4" creationId="{FDF7BD93-7152-5D76-C4BB-ADC289E2F8EA}"/>
          </ac:spMkLst>
        </pc:spChg>
        <pc:spChg chg="add mod">
          <ac:chgData name="Perez Garza Anahi" userId="3d96f3a1-74f1-4bed-b6de-0d6a02700cc5" providerId="ADAL" clId="{A9C68045-448D-4140-A1E5-8B555432F043}" dt="2026-02-24T04:20:13.421" v="213" actId="20577"/>
          <ac:spMkLst>
            <pc:docMk/>
            <pc:sldMk cId="2944001035" sldId="2147482945"/>
            <ac:spMk id="5" creationId="{CECF3C7D-9F9C-75E8-5E40-7414BCE30AD9}"/>
          </ac:spMkLst>
        </pc:spChg>
        <pc:spChg chg="mod">
          <ac:chgData name="Perez Garza Anahi" userId="3d96f3a1-74f1-4bed-b6de-0d6a02700cc5" providerId="ADAL" clId="{A9C68045-448D-4140-A1E5-8B555432F043}" dt="2026-02-24T04:16:08.140" v="2" actId="1076"/>
          <ac:spMkLst>
            <pc:docMk/>
            <pc:sldMk cId="2944001035" sldId="2147482945"/>
            <ac:spMk id="6" creationId="{95AE0D19-6275-945D-FCC2-FC25B0BF8A0B}"/>
          </ac:spMkLst>
        </pc:spChg>
        <pc:spChg chg="add mod">
          <ac:chgData name="Perez Garza Anahi" userId="3d96f3a1-74f1-4bed-b6de-0d6a02700cc5" providerId="ADAL" clId="{A9C68045-448D-4140-A1E5-8B555432F043}" dt="2026-02-24T04:16:31.928" v="19" actId="1076"/>
          <ac:spMkLst>
            <pc:docMk/>
            <pc:sldMk cId="2944001035" sldId="2147482945"/>
            <ac:spMk id="7" creationId="{6F5DADD0-1B05-51B3-3CA2-5D066DF0CF9A}"/>
          </ac:spMkLst>
        </pc:spChg>
        <pc:spChg chg="add mod">
          <ac:chgData name="Perez Garza Anahi" userId="3d96f3a1-74f1-4bed-b6de-0d6a02700cc5" providerId="ADAL" clId="{A9C68045-448D-4140-A1E5-8B555432F043}" dt="2026-02-24T04:16:49.189" v="62" actId="1076"/>
          <ac:spMkLst>
            <pc:docMk/>
            <pc:sldMk cId="2944001035" sldId="2147482945"/>
            <ac:spMk id="10" creationId="{1A8C5DBC-DB50-9649-10E4-2111B3E8CE0A}"/>
          </ac:spMkLst>
        </pc:spChg>
        <pc:spChg chg="add mod">
          <ac:chgData name="Perez Garza Anahi" userId="3d96f3a1-74f1-4bed-b6de-0d6a02700cc5" providerId="ADAL" clId="{A9C68045-448D-4140-A1E5-8B555432F043}" dt="2026-02-24T04:17:25.547" v="170" actId="20577"/>
          <ac:spMkLst>
            <pc:docMk/>
            <pc:sldMk cId="2944001035" sldId="2147482945"/>
            <ac:spMk id="11" creationId="{5EFEE4DD-31C5-7022-5306-BF095519AA19}"/>
          </ac:spMkLst>
        </pc:spChg>
        <pc:spChg chg="mod">
          <ac:chgData name="Perez Garza Anahi" userId="3d96f3a1-74f1-4bed-b6de-0d6a02700cc5" providerId="ADAL" clId="{A9C68045-448D-4140-A1E5-8B555432F043}" dt="2026-02-24T04:16:08.140" v="2" actId="1076"/>
          <ac:spMkLst>
            <pc:docMk/>
            <pc:sldMk cId="2944001035" sldId="2147482945"/>
            <ac:spMk id="12" creationId="{1F512CCB-1B7F-51AF-359E-0F1F7BCDB0E9}"/>
          </ac:spMkLst>
        </pc:spChg>
        <pc:spChg chg="mod">
          <ac:chgData name="Perez Garza Anahi" userId="3d96f3a1-74f1-4bed-b6de-0d6a02700cc5" providerId="ADAL" clId="{A9C68045-448D-4140-A1E5-8B555432F043}" dt="2026-02-24T04:16:08.140" v="2" actId="1076"/>
          <ac:spMkLst>
            <pc:docMk/>
            <pc:sldMk cId="2944001035" sldId="2147482945"/>
            <ac:spMk id="13" creationId="{EA7DC22D-BA2A-5432-3ED2-74FE3E4BEF0A}"/>
          </ac:spMkLst>
        </pc:spChg>
        <pc:spChg chg="mod">
          <ac:chgData name="Perez Garza Anahi" userId="3d96f3a1-74f1-4bed-b6de-0d6a02700cc5" providerId="ADAL" clId="{A9C68045-448D-4140-A1E5-8B555432F043}" dt="2026-02-24T04:16:08.140" v="2" actId="1076"/>
          <ac:spMkLst>
            <pc:docMk/>
            <pc:sldMk cId="2944001035" sldId="2147482945"/>
            <ac:spMk id="14" creationId="{14B87331-BA78-592E-5E35-056340EF3FB5}"/>
          </ac:spMkLst>
        </pc:spChg>
        <pc:spChg chg="add del mod">
          <ac:chgData name="Perez Garza Anahi" userId="3d96f3a1-74f1-4bed-b6de-0d6a02700cc5" providerId="ADAL" clId="{A9C68045-448D-4140-A1E5-8B555432F043}" dt="2026-02-24T04:17:34.921" v="173" actId="478"/>
          <ac:spMkLst>
            <pc:docMk/>
            <pc:sldMk cId="2944001035" sldId="2147482945"/>
            <ac:spMk id="15" creationId="{517AF243-3B76-4CD7-8B91-A2FA5E7F51AE}"/>
          </ac:spMkLst>
        </pc:spChg>
        <pc:spChg chg="add mod">
          <ac:chgData name="Perez Garza Anahi" userId="3d96f3a1-74f1-4bed-b6de-0d6a02700cc5" providerId="ADAL" clId="{A9C68045-448D-4140-A1E5-8B555432F043}" dt="2026-02-24T04:17:57.276" v="178" actId="208"/>
          <ac:spMkLst>
            <pc:docMk/>
            <pc:sldMk cId="2944001035" sldId="2147482945"/>
            <ac:spMk id="16" creationId="{E56DB0F4-F54B-DF39-E43F-BF3E44DF62C3}"/>
          </ac:spMkLst>
        </pc:spChg>
        <pc:spChg chg="mod">
          <ac:chgData name="Perez Garza Anahi" userId="3d96f3a1-74f1-4bed-b6de-0d6a02700cc5" providerId="ADAL" clId="{A9C68045-448D-4140-A1E5-8B555432F043}" dt="2026-02-24T04:19:40.974" v="193" actId="14100"/>
          <ac:spMkLst>
            <pc:docMk/>
            <pc:sldMk cId="2944001035" sldId="2147482945"/>
            <ac:spMk id="17" creationId="{5CC0F0DE-AFA5-A6C3-F19D-088D02D8A134}"/>
          </ac:spMkLst>
        </pc:spChg>
        <pc:spChg chg="mod">
          <ac:chgData name="Perez Garza Anahi" userId="3d96f3a1-74f1-4bed-b6de-0d6a02700cc5" providerId="ADAL" clId="{A9C68045-448D-4140-A1E5-8B555432F043}" dt="2026-02-24T04:19:40.974" v="193" actId="14100"/>
          <ac:spMkLst>
            <pc:docMk/>
            <pc:sldMk cId="2944001035" sldId="2147482945"/>
            <ac:spMk id="18" creationId="{4A55959C-76D7-F282-E4EB-8710A3C0B335}"/>
          </ac:spMkLst>
        </pc:spChg>
        <pc:spChg chg="mod">
          <ac:chgData name="Perez Garza Anahi" userId="3d96f3a1-74f1-4bed-b6de-0d6a02700cc5" providerId="ADAL" clId="{A9C68045-448D-4140-A1E5-8B555432F043}" dt="2026-02-24T04:19:40.974" v="193" actId="14100"/>
          <ac:spMkLst>
            <pc:docMk/>
            <pc:sldMk cId="2944001035" sldId="2147482945"/>
            <ac:spMk id="19" creationId="{213819E4-F31F-AF16-15AD-4E04A1DB035D}"/>
          </ac:spMkLst>
        </pc:spChg>
        <pc:spChg chg="mod">
          <ac:chgData name="Perez Garza Anahi" userId="3d96f3a1-74f1-4bed-b6de-0d6a02700cc5" providerId="ADAL" clId="{A9C68045-448D-4140-A1E5-8B555432F043}" dt="2026-02-24T04:19:40.974" v="193" actId="14100"/>
          <ac:spMkLst>
            <pc:docMk/>
            <pc:sldMk cId="2944001035" sldId="2147482945"/>
            <ac:spMk id="20" creationId="{7AA2A9CB-7090-ACB9-4A82-F9D2119C47A2}"/>
          </ac:spMkLst>
        </pc:spChg>
        <pc:spChg chg="mod">
          <ac:chgData name="Perez Garza Anahi" userId="3d96f3a1-74f1-4bed-b6de-0d6a02700cc5" providerId="ADAL" clId="{A9C68045-448D-4140-A1E5-8B555432F043}" dt="2026-02-24T04:19:40.974" v="193" actId="14100"/>
          <ac:spMkLst>
            <pc:docMk/>
            <pc:sldMk cId="2944001035" sldId="2147482945"/>
            <ac:spMk id="21" creationId="{CE1D01FD-584F-0E3B-7A3D-DC5F5668C290}"/>
          </ac:spMkLst>
        </pc:spChg>
        <pc:spChg chg="mod">
          <ac:chgData name="Perez Garza Anahi" userId="3d96f3a1-74f1-4bed-b6de-0d6a02700cc5" providerId="ADAL" clId="{A9C68045-448D-4140-A1E5-8B555432F043}" dt="2026-02-24T04:19:40.974" v="193" actId="14100"/>
          <ac:spMkLst>
            <pc:docMk/>
            <pc:sldMk cId="2944001035" sldId="2147482945"/>
            <ac:spMk id="22" creationId="{918B9043-5A2A-40A0-B544-35C4CEC6B9A9}"/>
          </ac:spMkLst>
        </pc:spChg>
        <pc:spChg chg="add mod">
          <ac:chgData name="Perez Garza Anahi" userId="3d96f3a1-74f1-4bed-b6de-0d6a02700cc5" providerId="ADAL" clId="{A9C68045-448D-4140-A1E5-8B555432F043}" dt="2026-02-24T04:19:02.113" v="184" actId="1076"/>
          <ac:spMkLst>
            <pc:docMk/>
            <pc:sldMk cId="2944001035" sldId="2147482945"/>
            <ac:spMk id="24" creationId="{30C542EF-81FF-8D4A-E88C-70C85511A91A}"/>
          </ac:spMkLst>
        </pc:spChg>
        <pc:spChg chg="add mod">
          <ac:chgData name="Perez Garza Anahi" userId="3d96f3a1-74f1-4bed-b6de-0d6a02700cc5" providerId="ADAL" clId="{A9C68045-448D-4140-A1E5-8B555432F043}" dt="2026-02-24T04:19:43.990" v="195" actId="20577"/>
          <ac:spMkLst>
            <pc:docMk/>
            <pc:sldMk cId="2944001035" sldId="2147482945"/>
            <ac:spMk id="25" creationId="{1A8952F6-2F5B-8239-E882-6ED79848E8A2}"/>
          </ac:spMkLst>
        </pc:spChg>
        <pc:spChg chg="add mod">
          <ac:chgData name="Perez Garza Anahi" userId="3d96f3a1-74f1-4bed-b6de-0d6a02700cc5" providerId="ADAL" clId="{A9C68045-448D-4140-A1E5-8B555432F043}" dt="2026-02-24T04:19:08.610" v="186" actId="1076"/>
          <ac:spMkLst>
            <pc:docMk/>
            <pc:sldMk cId="2944001035" sldId="2147482945"/>
            <ac:spMk id="26" creationId="{7BBFC8E0-35FB-B5A4-F0B4-168B43A815EE}"/>
          </ac:spMkLst>
        </pc:spChg>
        <pc:spChg chg="add mod">
          <ac:chgData name="Perez Garza Anahi" userId="3d96f3a1-74f1-4bed-b6de-0d6a02700cc5" providerId="ADAL" clId="{A9C68045-448D-4140-A1E5-8B555432F043}" dt="2026-02-24T04:19:08.610" v="186" actId="1076"/>
          <ac:spMkLst>
            <pc:docMk/>
            <pc:sldMk cId="2944001035" sldId="2147482945"/>
            <ac:spMk id="27" creationId="{06879978-8430-034C-C550-3A606B237594}"/>
          </ac:spMkLst>
        </pc:spChg>
        <pc:spChg chg="add mod">
          <ac:chgData name="Perez Garza Anahi" userId="3d96f3a1-74f1-4bed-b6de-0d6a02700cc5" providerId="ADAL" clId="{A9C68045-448D-4140-A1E5-8B555432F043}" dt="2026-02-24T04:19:46.329" v="197" actId="20577"/>
          <ac:spMkLst>
            <pc:docMk/>
            <pc:sldMk cId="2944001035" sldId="2147482945"/>
            <ac:spMk id="28" creationId="{9690A9AE-2B8D-37E7-C767-097881075089}"/>
          </ac:spMkLst>
        </pc:spChg>
        <pc:spChg chg="add mod">
          <ac:chgData name="Perez Garza Anahi" userId="3d96f3a1-74f1-4bed-b6de-0d6a02700cc5" providerId="ADAL" clId="{A9C68045-448D-4140-A1E5-8B555432F043}" dt="2026-02-24T04:19:14.972" v="188" actId="1076"/>
          <ac:spMkLst>
            <pc:docMk/>
            <pc:sldMk cId="2944001035" sldId="2147482945"/>
            <ac:spMk id="29" creationId="{B3D3B606-C3BB-D04B-D3D2-98061EEACD16}"/>
          </ac:spMkLst>
        </pc:spChg>
        <pc:spChg chg="add mod">
          <ac:chgData name="Perez Garza Anahi" userId="3d96f3a1-74f1-4bed-b6de-0d6a02700cc5" providerId="ADAL" clId="{A9C68045-448D-4140-A1E5-8B555432F043}" dt="2026-02-24T04:19:14.972" v="188" actId="1076"/>
          <ac:spMkLst>
            <pc:docMk/>
            <pc:sldMk cId="2944001035" sldId="2147482945"/>
            <ac:spMk id="30" creationId="{CE645B8E-233E-8121-1523-D16F498EE32E}"/>
          </ac:spMkLst>
        </pc:spChg>
        <pc:spChg chg="add mod">
          <ac:chgData name="Perez Garza Anahi" userId="3d96f3a1-74f1-4bed-b6de-0d6a02700cc5" providerId="ADAL" clId="{A9C68045-448D-4140-A1E5-8B555432F043}" dt="2026-02-24T04:19:48.699" v="199" actId="20577"/>
          <ac:spMkLst>
            <pc:docMk/>
            <pc:sldMk cId="2944001035" sldId="2147482945"/>
            <ac:spMk id="31" creationId="{293DAA71-D951-5914-3576-1662F6F8D1A5}"/>
          </ac:spMkLst>
        </pc:spChg>
        <pc:spChg chg="add mod">
          <ac:chgData name="Perez Garza Anahi" userId="3d96f3a1-74f1-4bed-b6de-0d6a02700cc5" providerId="ADAL" clId="{A9C68045-448D-4140-A1E5-8B555432F043}" dt="2026-02-24T04:19:21.949" v="190" actId="1076"/>
          <ac:spMkLst>
            <pc:docMk/>
            <pc:sldMk cId="2944001035" sldId="2147482945"/>
            <ac:spMk id="32" creationId="{42788C3E-D93E-F83F-E668-407404095D83}"/>
          </ac:spMkLst>
        </pc:spChg>
        <pc:spChg chg="add mod">
          <ac:chgData name="Perez Garza Anahi" userId="3d96f3a1-74f1-4bed-b6de-0d6a02700cc5" providerId="ADAL" clId="{A9C68045-448D-4140-A1E5-8B555432F043}" dt="2026-02-24T04:19:21.949" v="190" actId="1076"/>
          <ac:spMkLst>
            <pc:docMk/>
            <pc:sldMk cId="2944001035" sldId="2147482945"/>
            <ac:spMk id="33" creationId="{4DCCC991-E4C3-6D82-7168-6FD63133D816}"/>
          </ac:spMkLst>
        </pc:spChg>
        <pc:spChg chg="add mod">
          <ac:chgData name="Perez Garza Anahi" userId="3d96f3a1-74f1-4bed-b6de-0d6a02700cc5" providerId="ADAL" clId="{A9C68045-448D-4140-A1E5-8B555432F043}" dt="2026-02-24T04:19:51.758" v="201" actId="20577"/>
          <ac:spMkLst>
            <pc:docMk/>
            <pc:sldMk cId="2944001035" sldId="2147482945"/>
            <ac:spMk id="34" creationId="{B9DB0C9F-61C6-F4E4-746F-C58E15200BF0}"/>
          </ac:spMkLst>
        </pc:spChg>
        <pc:spChg chg="add mod">
          <ac:chgData name="Perez Garza Anahi" userId="3d96f3a1-74f1-4bed-b6de-0d6a02700cc5" providerId="ADAL" clId="{A9C68045-448D-4140-A1E5-8B555432F043}" dt="2026-02-24T04:19:30.408" v="192" actId="1076"/>
          <ac:spMkLst>
            <pc:docMk/>
            <pc:sldMk cId="2944001035" sldId="2147482945"/>
            <ac:spMk id="35" creationId="{5C225143-E6F9-47ED-285E-753917605E9C}"/>
          </ac:spMkLst>
        </pc:spChg>
        <pc:spChg chg="add mod">
          <ac:chgData name="Perez Garza Anahi" userId="3d96f3a1-74f1-4bed-b6de-0d6a02700cc5" providerId="ADAL" clId="{A9C68045-448D-4140-A1E5-8B555432F043}" dt="2026-02-24T04:19:30.408" v="192" actId="1076"/>
          <ac:spMkLst>
            <pc:docMk/>
            <pc:sldMk cId="2944001035" sldId="2147482945"/>
            <ac:spMk id="36" creationId="{B66860F7-8486-22FF-8CBE-550E4C9DE66D}"/>
          </ac:spMkLst>
        </pc:spChg>
      </pc:sldChg>
      <pc:sldChg chg="modSp mod">
        <pc:chgData name="Perez Garza Anahi" userId="3d96f3a1-74f1-4bed-b6de-0d6a02700cc5" providerId="ADAL" clId="{A9C68045-448D-4140-A1E5-8B555432F043}" dt="2026-02-24T04:14:55.933" v="1" actId="20577"/>
        <pc:sldMkLst>
          <pc:docMk/>
          <pc:sldMk cId="3920541010" sldId="2147482953"/>
        </pc:sldMkLst>
        <pc:spChg chg="mod">
          <ac:chgData name="Perez Garza Anahi" userId="3d96f3a1-74f1-4bed-b6de-0d6a02700cc5" providerId="ADAL" clId="{A9C68045-448D-4140-A1E5-8B555432F043}" dt="2026-02-24T04:14:55.933" v="1" actId="20577"/>
          <ac:spMkLst>
            <pc:docMk/>
            <pc:sldMk cId="3920541010" sldId="2147482953"/>
            <ac:spMk id="16" creationId="{CB01CA99-0760-1844-9A85-FD5467418E76}"/>
          </ac:spMkLst>
        </pc:spChg>
      </pc:sldChg>
    </pc:docChg>
  </pc:docChgLst>
  <pc:docChgLst>
    <pc:chgData name="Perez Garza Anahi" userId="S::anahi.perez@oxxo.com::3d96f3a1-74f1-4bed-b6de-0d6a02700cc5" providerId="AD" clId="Web-{4BA87361-3DB7-4973-B73B-5DF8EF263FF2}"/>
    <pc:docChg chg="modSld">
      <pc:chgData name="Perez Garza Anahi" userId="S::anahi.perez@oxxo.com::3d96f3a1-74f1-4bed-b6de-0d6a02700cc5" providerId="AD" clId="Web-{4BA87361-3DB7-4973-B73B-5DF8EF263FF2}" dt="2026-02-24T16:20:41.572" v="16" actId="20577"/>
      <pc:docMkLst>
        <pc:docMk/>
      </pc:docMkLst>
      <pc:sldChg chg="modSp">
        <pc:chgData name="Perez Garza Anahi" userId="S::anahi.perez@oxxo.com::3d96f3a1-74f1-4bed-b6de-0d6a02700cc5" providerId="AD" clId="Web-{4BA87361-3DB7-4973-B73B-5DF8EF263FF2}" dt="2026-02-24T16:20:41.572" v="16" actId="20577"/>
        <pc:sldMkLst>
          <pc:docMk/>
          <pc:sldMk cId="3748555724" sldId="2147482941"/>
        </pc:sldMkLst>
        <pc:spChg chg="mod">
          <ac:chgData name="Perez Garza Anahi" userId="S::anahi.perez@oxxo.com::3d96f3a1-74f1-4bed-b6de-0d6a02700cc5" providerId="AD" clId="Web-{4BA87361-3DB7-4973-B73B-5DF8EF263FF2}" dt="2026-02-24T16:20:41.572" v="16" actId="20577"/>
          <ac:spMkLst>
            <pc:docMk/>
            <pc:sldMk cId="3748555724" sldId="2147482941"/>
            <ac:spMk id="4" creationId="{BCC94514-1502-7445-9201-7BD20CD9B125}"/>
          </ac:spMkLst>
        </pc:spChg>
      </pc:sldChg>
    </pc:docChg>
  </pc:docChgLst>
  <pc:docChgLst>
    <pc:chgData name="Perez Garza Anahi" userId="3d96f3a1-74f1-4bed-b6de-0d6a02700cc5" providerId="ADAL" clId="{5EC01169-8596-4D67-9B2D-E1C297D0672A}"/>
    <pc:docChg chg="undo custSel addSld delSld modSld modSection">
      <pc:chgData name="Perez Garza Anahi" userId="3d96f3a1-74f1-4bed-b6de-0d6a02700cc5" providerId="ADAL" clId="{5EC01169-8596-4D67-9B2D-E1C297D0672A}" dt="2026-02-26T18:33:16.384" v="3395" actId="20577"/>
      <pc:docMkLst>
        <pc:docMk/>
      </pc:docMkLst>
      <pc:sldChg chg="addSp delSp modSp add del mod">
        <pc:chgData name="Perez Garza Anahi" userId="3d96f3a1-74f1-4bed-b6de-0d6a02700cc5" providerId="ADAL" clId="{5EC01169-8596-4D67-9B2D-E1C297D0672A}" dt="2026-02-26T17:33:48.791" v="334" actId="20577"/>
        <pc:sldMkLst>
          <pc:docMk/>
          <pc:sldMk cId="1894943609" sldId="256"/>
        </pc:sldMkLst>
        <pc:spChg chg="add del mod">
          <ac:chgData name="Perez Garza Anahi" userId="3d96f3a1-74f1-4bed-b6de-0d6a02700cc5" providerId="ADAL" clId="{5EC01169-8596-4D67-9B2D-E1C297D0672A}" dt="2026-02-26T17:33:39.352" v="318" actId="478"/>
          <ac:spMkLst>
            <pc:docMk/>
            <pc:sldMk cId="1894943609" sldId="256"/>
            <ac:spMk id="2" creationId="{3FF3C637-8214-7DCE-B90F-6C549EFDF0D3}"/>
          </ac:spMkLst>
        </pc:spChg>
        <pc:spChg chg="add del mod">
          <ac:chgData name="Perez Garza Anahi" userId="3d96f3a1-74f1-4bed-b6de-0d6a02700cc5" providerId="ADAL" clId="{5EC01169-8596-4D67-9B2D-E1C297D0672A}" dt="2026-02-26T17:33:39.352" v="318" actId="478"/>
          <ac:spMkLst>
            <pc:docMk/>
            <pc:sldMk cId="1894943609" sldId="256"/>
            <ac:spMk id="5" creationId="{E50FC2B8-91B8-F199-2835-CF8E70ABCF88}"/>
          </ac:spMkLst>
        </pc:spChg>
        <pc:spChg chg="add del mod">
          <ac:chgData name="Perez Garza Anahi" userId="3d96f3a1-74f1-4bed-b6de-0d6a02700cc5" providerId="ADAL" clId="{5EC01169-8596-4D67-9B2D-E1C297D0672A}" dt="2026-02-26T17:33:39.352" v="318" actId="478"/>
          <ac:spMkLst>
            <pc:docMk/>
            <pc:sldMk cId="1894943609" sldId="256"/>
            <ac:spMk id="6" creationId="{FED715E2-118A-C1F0-A5E8-038D85394417}"/>
          </ac:spMkLst>
        </pc:spChg>
        <pc:spChg chg="mod">
          <ac:chgData name="Perez Garza Anahi" userId="3d96f3a1-74f1-4bed-b6de-0d6a02700cc5" providerId="ADAL" clId="{5EC01169-8596-4D67-9B2D-E1C297D0672A}" dt="2026-02-26T17:33:48.791" v="334" actId="20577"/>
          <ac:spMkLst>
            <pc:docMk/>
            <pc:sldMk cId="1894943609" sldId="256"/>
            <ac:spMk id="8" creationId="{35769B02-838B-10EC-DB8D-8A4ED180CC34}"/>
          </ac:spMkLst>
        </pc:spChg>
        <pc:spChg chg="add del mod">
          <ac:chgData name="Perez Garza Anahi" userId="3d96f3a1-74f1-4bed-b6de-0d6a02700cc5" providerId="ADAL" clId="{5EC01169-8596-4D67-9B2D-E1C297D0672A}" dt="2026-02-26T17:33:39.352" v="318" actId="478"/>
          <ac:spMkLst>
            <pc:docMk/>
            <pc:sldMk cId="1894943609" sldId="256"/>
            <ac:spMk id="11" creationId="{DE8005FA-796D-B56F-BF7C-03FF74050B2F}"/>
          </ac:spMkLst>
        </pc:spChg>
        <pc:spChg chg="add del mod">
          <ac:chgData name="Perez Garza Anahi" userId="3d96f3a1-74f1-4bed-b6de-0d6a02700cc5" providerId="ADAL" clId="{5EC01169-8596-4D67-9B2D-E1C297D0672A}" dt="2026-02-26T17:33:39.352" v="318" actId="478"/>
          <ac:spMkLst>
            <pc:docMk/>
            <pc:sldMk cId="1894943609" sldId="256"/>
            <ac:spMk id="14" creationId="{C12914EA-00A7-4AB9-0197-9E5D336AE9C0}"/>
          </ac:spMkLst>
        </pc:spChg>
        <pc:spChg chg="add del mod">
          <ac:chgData name="Perez Garza Anahi" userId="3d96f3a1-74f1-4bed-b6de-0d6a02700cc5" providerId="ADAL" clId="{5EC01169-8596-4D67-9B2D-E1C297D0672A}" dt="2026-02-26T17:33:39.352" v="318" actId="478"/>
          <ac:spMkLst>
            <pc:docMk/>
            <pc:sldMk cId="1894943609" sldId="256"/>
            <ac:spMk id="17" creationId="{9AF4D2B8-A0B4-9F46-C40D-812AAC4F912D}"/>
          </ac:spMkLst>
        </pc:spChg>
        <pc:graphicFrameChg chg="mod modGraphic">
          <ac:chgData name="Perez Garza Anahi" userId="3d96f3a1-74f1-4bed-b6de-0d6a02700cc5" providerId="ADAL" clId="{5EC01169-8596-4D67-9B2D-E1C297D0672A}" dt="2026-02-26T17:33:36.628" v="317" actId="20577"/>
          <ac:graphicFrameMkLst>
            <pc:docMk/>
            <pc:sldMk cId="1894943609" sldId="256"/>
            <ac:graphicFrameMk id="4" creationId="{9977EE78-43D1-CBA5-F066-3FC5CF994962}"/>
          </ac:graphicFrameMkLst>
        </pc:graphicFrameChg>
        <pc:cxnChg chg="add del mod">
          <ac:chgData name="Perez Garza Anahi" userId="3d96f3a1-74f1-4bed-b6de-0d6a02700cc5" providerId="ADAL" clId="{5EC01169-8596-4D67-9B2D-E1C297D0672A}" dt="2026-02-26T17:33:43.958" v="324" actId="478"/>
          <ac:cxnSpMkLst>
            <pc:docMk/>
            <pc:sldMk cId="1894943609" sldId="256"/>
            <ac:cxnSpMk id="7" creationId="{51AA8B30-9930-0890-9C33-E52103E593FB}"/>
          </ac:cxnSpMkLst>
        </pc:cxnChg>
        <pc:cxnChg chg="add del mod">
          <ac:chgData name="Perez Garza Anahi" userId="3d96f3a1-74f1-4bed-b6de-0d6a02700cc5" providerId="ADAL" clId="{5EC01169-8596-4D67-9B2D-E1C297D0672A}" dt="2026-02-26T17:33:41.429" v="320" actId="478"/>
          <ac:cxnSpMkLst>
            <pc:docMk/>
            <pc:sldMk cId="1894943609" sldId="256"/>
            <ac:cxnSpMk id="9" creationId="{07DC8C6D-D378-2F8D-D704-EBEBA00F3DE2}"/>
          </ac:cxnSpMkLst>
        </pc:cxnChg>
        <pc:cxnChg chg="add del mod">
          <ac:chgData name="Perez Garza Anahi" userId="3d96f3a1-74f1-4bed-b6de-0d6a02700cc5" providerId="ADAL" clId="{5EC01169-8596-4D67-9B2D-E1C297D0672A}" dt="2026-02-26T17:33:40.882" v="319" actId="478"/>
          <ac:cxnSpMkLst>
            <pc:docMk/>
            <pc:sldMk cId="1894943609" sldId="256"/>
            <ac:cxnSpMk id="10" creationId="{45BC6A13-49F7-2A5D-DE03-4E73C2E2BC1B}"/>
          </ac:cxnSpMkLst>
        </pc:cxnChg>
        <pc:cxnChg chg="add del mod">
          <ac:chgData name="Perez Garza Anahi" userId="3d96f3a1-74f1-4bed-b6de-0d6a02700cc5" providerId="ADAL" clId="{5EC01169-8596-4D67-9B2D-E1C297D0672A}" dt="2026-02-26T17:33:43.120" v="323" actId="478"/>
          <ac:cxnSpMkLst>
            <pc:docMk/>
            <pc:sldMk cId="1894943609" sldId="256"/>
            <ac:cxnSpMk id="12" creationId="{D7DA2D86-B417-A984-C259-EA0F1FD18A4C}"/>
          </ac:cxnSpMkLst>
        </pc:cxnChg>
        <pc:cxnChg chg="add del mod">
          <ac:chgData name="Perez Garza Anahi" userId="3d96f3a1-74f1-4bed-b6de-0d6a02700cc5" providerId="ADAL" clId="{5EC01169-8596-4D67-9B2D-E1C297D0672A}" dt="2026-02-26T17:33:42.392" v="322" actId="478"/>
          <ac:cxnSpMkLst>
            <pc:docMk/>
            <pc:sldMk cId="1894943609" sldId="256"/>
            <ac:cxnSpMk id="15" creationId="{3D793F88-6648-0852-00B5-967B3D17892B}"/>
          </ac:cxnSpMkLst>
        </pc:cxnChg>
        <pc:cxnChg chg="add del mod">
          <ac:chgData name="Perez Garza Anahi" userId="3d96f3a1-74f1-4bed-b6de-0d6a02700cc5" providerId="ADAL" clId="{5EC01169-8596-4D67-9B2D-E1C297D0672A}" dt="2026-02-26T17:33:41.933" v="321" actId="478"/>
          <ac:cxnSpMkLst>
            <pc:docMk/>
            <pc:sldMk cId="1894943609" sldId="256"/>
            <ac:cxnSpMk id="16" creationId="{A1EC116B-F904-DB09-71F5-3BC240BE4CAA}"/>
          </ac:cxnSpMkLst>
        </pc:cxnChg>
      </pc:sldChg>
      <pc:sldChg chg="delSp modSp add mod">
        <pc:chgData name="Perez Garza Anahi" userId="3d96f3a1-74f1-4bed-b6de-0d6a02700cc5" providerId="ADAL" clId="{5EC01169-8596-4D67-9B2D-E1C297D0672A}" dt="2026-02-26T17:26:27.140" v="219" actId="20577"/>
        <pc:sldMkLst>
          <pc:docMk/>
          <pc:sldMk cId="3963206310" sldId="257"/>
        </pc:sldMkLst>
        <pc:spChg chg="mod">
          <ac:chgData name="Perez Garza Anahi" userId="3d96f3a1-74f1-4bed-b6de-0d6a02700cc5" providerId="ADAL" clId="{5EC01169-8596-4D67-9B2D-E1C297D0672A}" dt="2026-02-26T17:26:27.140" v="219" actId="20577"/>
          <ac:spMkLst>
            <pc:docMk/>
            <pc:sldMk cId="3963206310" sldId="257"/>
            <ac:spMk id="3" creationId="{8B80DD89-91A3-35BF-46F8-436A28D7C493}"/>
          </ac:spMkLst>
        </pc:spChg>
        <pc:spChg chg="mod">
          <ac:chgData name="Perez Garza Anahi" userId="3d96f3a1-74f1-4bed-b6de-0d6a02700cc5" providerId="ADAL" clId="{5EC01169-8596-4D67-9B2D-E1C297D0672A}" dt="2026-02-26T17:26:18.496" v="209" actId="20577"/>
          <ac:spMkLst>
            <pc:docMk/>
            <pc:sldMk cId="3963206310" sldId="257"/>
            <ac:spMk id="8" creationId="{35769B02-838B-10EC-DB8D-8A4ED180CC34}"/>
          </ac:spMkLst>
        </pc:spChg>
        <pc:spChg chg="del">
          <ac:chgData name="Perez Garza Anahi" userId="3d96f3a1-74f1-4bed-b6de-0d6a02700cc5" providerId="ADAL" clId="{5EC01169-8596-4D67-9B2D-E1C297D0672A}" dt="2026-02-26T17:26:23.198" v="211" actId="478"/>
          <ac:spMkLst>
            <pc:docMk/>
            <pc:sldMk cId="3963206310" sldId="257"/>
            <ac:spMk id="13" creationId="{93544BCD-5775-6182-A1E1-752EA438DE8C}"/>
          </ac:spMkLst>
        </pc:spChg>
        <pc:graphicFrameChg chg="del">
          <ac:chgData name="Perez Garza Anahi" userId="3d96f3a1-74f1-4bed-b6de-0d6a02700cc5" providerId="ADAL" clId="{5EC01169-8596-4D67-9B2D-E1C297D0672A}" dt="2026-02-26T17:26:21.276" v="210" actId="478"/>
          <ac:graphicFrameMkLst>
            <pc:docMk/>
            <pc:sldMk cId="3963206310" sldId="257"/>
            <ac:graphicFrameMk id="4" creationId="{9977EE78-43D1-CBA5-F066-3FC5CF994962}"/>
          </ac:graphicFrameMkLst>
        </pc:graphicFrameChg>
      </pc:sldChg>
      <pc:sldChg chg="modSp mod">
        <pc:chgData name="Perez Garza Anahi" userId="3d96f3a1-74f1-4bed-b6de-0d6a02700cc5" providerId="ADAL" clId="{5EC01169-8596-4D67-9B2D-E1C297D0672A}" dt="2026-02-26T04:45:40.258" v="3" actId="20577"/>
        <pc:sldMkLst>
          <pc:docMk/>
          <pc:sldMk cId="3748555724" sldId="2147482941"/>
        </pc:sldMkLst>
        <pc:spChg chg="mod">
          <ac:chgData name="Perez Garza Anahi" userId="3d96f3a1-74f1-4bed-b6de-0d6a02700cc5" providerId="ADAL" clId="{5EC01169-8596-4D67-9B2D-E1C297D0672A}" dt="2026-02-26T04:45:40.258" v="3" actId="20577"/>
          <ac:spMkLst>
            <pc:docMk/>
            <pc:sldMk cId="3748555724" sldId="2147482941"/>
            <ac:spMk id="4" creationId="{BCC94514-1502-7445-9201-7BD20CD9B125}"/>
          </ac:spMkLst>
        </pc:spChg>
      </pc:sldChg>
      <pc:sldChg chg="addSp delSp modSp mod">
        <pc:chgData name="Perez Garza Anahi" userId="3d96f3a1-74f1-4bed-b6de-0d6a02700cc5" providerId="ADAL" clId="{5EC01169-8596-4D67-9B2D-E1C297D0672A}" dt="2026-02-26T17:35:14.712" v="346" actId="1076"/>
        <pc:sldMkLst>
          <pc:docMk/>
          <pc:sldMk cId="1984715688" sldId="2147482943"/>
        </pc:sldMkLst>
        <pc:graphicFrameChg chg="add mod modGraphic">
          <ac:chgData name="Perez Garza Anahi" userId="3d96f3a1-74f1-4bed-b6de-0d6a02700cc5" providerId="ADAL" clId="{5EC01169-8596-4D67-9B2D-E1C297D0672A}" dt="2026-02-26T17:35:14.712" v="346" actId="1076"/>
          <ac:graphicFrameMkLst>
            <pc:docMk/>
            <pc:sldMk cId="1984715688" sldId="2147482943"/>
            <ac:graphicFrameMk id="5" creationId="{41C1AFEA-57DA-D976-AD6E-C7045251E9CE}"/>
          </ac:graphicFrameMkLst>
        </pc:graphicFrameChg>
        <pc:graphicFrameChg chg="del">
          <ac:chgData name="Perez Garza Anahi" userId="3d96f3a1-74f1-4bed-b6de-0d6a02700cc5" providerId="ADAL" clId="{5EC01169-8596-4D67-9B2D-E1C297D0672A}" dt="2026-02-26T17:35:06.180" v="343" actId="478"/>
          <ac:graphicFrameMkLst>
            <pc:docMk/>
            <pc:sldMk cId="1984715688" sldId="2147482943"/>
            <ac:graphicFrameMk id="7" creationId="{62BF6BAF-EEBF-CC3A-B4D8-E1076F2D929E}"/>
          </ac:graphicFrameMkLst>
        </pc:graphicFrameChg>
      </pc:sldChg>
      <pc:sldChg chg="modSp mod modNotesTx">
        <pc:chgData name="Perez Garza Anahi" userId="3d96f3a1-74f1-4bed-b6de-0d6a02700cc5" providerId="ADAL" clId="{5EC01169-8596-4D67-9B2D-E1C297D0672A}" dt="2026-02-26T17:55:26.590" v="747" actId="20577"/>
        <pc:sldMkLst>
          <pc:docMk/>
          <pc:sldMk cId="946345740" sldId="2147482944"/>
        </pc:sldMkLst>
        <pc:spChg chg="mod">
          <ac:chgData name="Perez Garza Anahi" userId="3d96f3a1-74f1-4bed-b6de-0d6a02700cc5" providerId="ADAL" clId="{5EC01169-8596-4D67-9B2D-E1C297D0672A}" dt="2026-02-26T17:51:54.239" v="354" actId="207"/>
          <ac:spMkLst>
            <pc:docMk/>
            <pc:sldMk cId="946345740" sldId="2147482944"/>
            <ac:spMk id="14" creationId="{BC6835E8-F0BE-E0DA-D1F3-BF15948CC999}"/>
          </ac:spMkLst>
        </pc:spChg>
        <pc:spChg chg="mod">
          <ac:chgData name="Perez Garza Anahi" userId="3d96f3a1-74f1-4bed-b6de-0d6a02700cc5" providerId="ADAL" clId="{5EC01169-8596-4D67-9B2D-E1C297D0672A}" dt="2026-02-26T04:46:00.471" v="5" actId="207"/>
          <ac:spMkLst>
            <pc:docMk/>
            <pc:sldMk cId="946345740" sldId="2147482944"/>
            <ac:spMk id="15" creationId="{31B8A6E4-AF49-5BBB-2D6D-34655455BB58}"/>
          </ac:spMkLst>
        </pc:spChg>
        <pc:spChg chg="mod">
          <ac:chgData name="Perez Garza Anahi" userId="3d96f3a1-74f1-4bed-b6de-0d6a02700cc5" providerId="ADAL" clId="{5EC01169-8596-4D67-9B2D-E1C297D0672A}" dt="2026-02-26T17:53:09.495" v="476" actId="207"/>
          <ac:spMkLst>
            <pc:docMk/>
            <pc:sldMk cId="946345740" sldId="2147482944"/>
            <ac:spMk id="29" creationId="{00A9E07E-BC25-19F0-7E29-6EA050AE4FD2}"/>
          </ac:spMkLst>
        </pc:spChg>
        <pc:spChg chg="mod">
          <ac:chgData name="Perez Garza Anahi" userId="3d96f3a1-74f1-4bed-b6de-0d6a02700cc5" providerId="ADAL" clId="{5EC01169-8596-4D67-9B2D-E1C297D0672A}" dt="2026-02-26T04:46:00.471" v="5" actId="207"/>
          <ac:spMkLst>
            <pc:docMk/>
            <pc:sldMk cId="946345740" sldId="2147482944"/>
            <ac:spMk id="31" creationId="{D4C25EC9-011F-3816-1A58-2C6E58DB342E}"/>
          </ac:spMkLst>
        </pc:spChg>
        <pc:spChg chg="mod">
          <ac:chgData name="Perez Garza Anahi" userId="3d96f3a1-74f1-4bed-b6de-0d6a02700cc5" providerId="ADAL" clId="{5EC01169-8596-4D67-9B2D-E1C297D0672A}" dt="2026-02-26T17:54:41.198" v="598" actId="207"/>
          <ac:spMkLst>
            <pc:docMk/>
            <pc:sldMk cId="946345740" sldId="2147482944"/>
            <ac:spMk id="34" creationId="{53142616-0094-6DC4-48F1-FA37A2A17640}"/>
          </ac:spMkLst>
        </pc:spChg>
        <pc:spChg chg="mod">
          <ac:chgData name="Perez Garza Anahi" userId="3d96f3a1-74f1-4bed-b6de-0d6a02700cc5" providerId="ADAL" clId="{5EC01169-8596-4D67-9B2D-E1C297D0672A}" dt="2026-02-26T04:46:00.471" v="5" actId="207"/>
          <ac:spMkLst>
            <pc:docMk/>
            <pc:sldMk cId="946345740" sldId="2147482944"/>
            <ac:spMk id="36" creationId="{10011520-7618-A3C8-798B-5836617AD8CC}"/>
          </ac:spMkLst>
        </pc:spChg>
        <pc:spChg chg="mod">
          <ac:chgData name="Perez Garza Anahi" userId="3d96f3a1-74f1-4bed-b6de-0d6a02700cc5" providerId="ADAL" clId="{5EC01169-8596-4D67-9B2D-E1C297D0672A}" dt="2026-02-26T17:55:12.504" v="684" actId="207"/>
          <ac:spMkLst>
            <pc:docMk/>
            <pc:sldMk cId="946345740" sldId="2147482944"/>
            <ac:spMk id="39" creationId="{2184184E-6F5C-5679-F5E2-F9BE720EDCF6}"/>
          </ac:spMkLst>
        </pc:spChg>
        <pc:spChg chg="mod">
          <ac:chgData name="Perez Garza Anahi" userId="3d96f3a1-74f1-4bed-b6de-0d6a02700cc5" providerId="ADAL" clId="{5EC01169-8596-4D67-9B2D-E1C297D0672A}" dt="2026-02-26T04:46:00.471" v="5" actId="207"/>
          <ac:spMkLst>
            <pc:docMk/>
            <pc:sldMk cId="946345740" sldId="2147482944"/>
            <ac:spMk id="40" creationId="{2C91F9A0-9AF9-626F-9293-CE0E105B592B}"/>
          </ac:spMkLst>
        </pc:spChg>
      </pc:sldChg>
      <pc:sldChg chg="del">
        <pc:chgData name="Perez Garza Anahi" userId="3d96f3a1-74f1-4bed-b6de-0d6a02700cc5" providerId="ADAL" clId="{5EC01169-8596-4D67-9B2D-E1C297D0672A}" dt="2026-02-26T17:26:36.833" v="222" actId="47"/>
        <pc:sldMkLst>
          <pc:docMk/>
          <pc:sldMk cId="2944001035" sldId="2147482945"/>
        </pc:sldMkLst>
      </pc:sldChg>
      <pc:sldChg chg="modSp mod modNotesTx">
        <pc:chgData name="Perez Garza Anahi" userId="3d96f3a1-74f1-4bed-b6de-0d6a02700cc5" providerId="ADAL" clId="{5EC01169-8596-4D67-9B2D-E1C297D0672A}" dt="2026-02-26T18:33:16.384" v="3395" actId="20577"/>
        <pc:sldMkLst>
          <pc:docMk/>
          <pc:sldMk cId="376322309" sldId="2147482955"/>
        </pc:sldMkLst>
        <pc:spChg chg="mod">
          <ac:chgData name="Perez Garza Anahi" userId="3d96f3a1-74f1-4bed-b6de-0d6a02700cc5" providerId="ADAL" clId="{5EC01169-8596-4D67-9B2D-E1C297D0672A}" dt="2026-02-26T04:47:42.045" v="11" actId="1076"/>
          <ac:spMkLst>
            <pc:docMk/>
            <pc:sldMk cId="376322309" sldId="2147482955"/>
            <ac:spMk id="2" creationId="{C27BAC4B-896B-8F9A-87DD-0E111285B61D}"/>
          </ac:spMkLst>
        </pc:spChg>
        <pc:spChg chg="mod">
          <ac:chgData name="Perez Garza Anahi" userId="3d96f3a1-74f1-4bed-b6de-0d6a02700cc5" providerId="ADAL" clId="{5EC01169-8596-4D67-9B2D-E1C297D0672A}" dt="2026-02-26T17:34:03.755" v="342" actId="20577"/>
          <ac:spMkLst>
            <pc:docMk/>
            <pc:sldMk cId="376322309" sldId="2147482955"/>
            <ac:spMk id="4" creationId="{AED201DD-66CC-23E3-BDD9-16094502AFFB}"/>
          </ac:spMkLst>
        </pc:spChg>
        <pc:spChg chg="mod">
          <ac:chgData name="Perez Garza Anahi" userId="3d96f3a1-74f1-4bed-b6de-0d6a02700cc5" providerId="ADAL" clId="{5EC01169-8596-4D67-9B2D-E1C297D0672A}" dt="2026-02-26T16:33:01.550" v="168" actId="20577"/>
          <ac:spMkLst>
            <pc:docMk/>
            <pc:sldMk cId="376322309" sldId="2147482955"/>
            <ac:spMk id="17" creationId="{F1D06FE5-7F07-2D04-69DE-261CC6B68038}"/>
          </ac:spMkLst>
        </pc:spChg>
      </pc:sldChg>
      <pc:sldChg chg="modSp mod">
        <pc:chgData name="Perez Garza Anahi" userId="3d96f3a1-74f1-4bed-b6de-0d6a02700cc5" providerId="ADAL" clId="{5EC01169-8596-4D67-9B2D-E1C297D0672A}" dt="2026-02-26T04:48:27.213" v="20"/>
        <pc:sldMkLst>
          <pc:docMk/>
          <pc:sldMk cId="296960731" sldId="2147482956"/>
        </pc:sldMkLst>
        <pc:spChg chg="mod">
          <ac:chgData name="Perez Garza Anahi" userId="3d96f3a1-74f1-4bed-b6de-0d6a02700cc5" providerId="ADAL" clId="{5EC01169-8596-4D67-9B2D-E1C297D0672A}" dt="2026-02-26T04:48:27.213" v="20"/>
          <ac:spMkLst>
            <pc:docMk/>
            <pc:sldMk cId="296960731" sldId="2147482956"/>
            <ac:spMk id="17" creationId="{F1D06FE5-7F07-2D04-69DE-261CC6B68038}"/>
          </ac:spMkLst>
        </pc:spChg>
      </pc:sldChg>
      <pc:sldChg chg="addSp delSp modSp mod">
        <pc:chgData name="Perez Garza Anahi" userId="3d96f3a1-74f1-4bed-b6de-0d6a02700cc5" providerId="ADAL" clId="{5EC01169-8596-4D67-9B2D-E1C297D0672A}" dt="2026-02-26T17:33:57.466" v="338" actId="20577"/>
        <pc:sldMkLst>
          <pc:docMk/>
          <pc:sldMk cId="2282670243" sldId="2147483647"/>
        </pc:sldMkLst>
        <pc:spChg chg="mod">
          <ac:chgData name="Perez Garza Anahi" userId="3d96f3a1-74f1-4bed-b6de-0d6a02700cc5" providerId="ADAL" clId="{5EC01169-8596-4D67-9B2D-E1C297D0672A}" dt="2026-02-26T16:32:12.886" v="149" actId="113"/>
          <ac:spMkLst>
            <pc:docMk/>
            <pc:sldMk cId="2282670243" sldId="2147483647"/>
            <ac:spMk id="2" creationId="{D6D73888-BA12-B225-80DF-0F6B50D9285F}"/>
          </ac:spMkLst>
        </pc:spChg>
        <pc:spChg chg="del mod">
          <ac:chgData name="Perez Garza Anahi" userId="3d96f3a1-74f1-4bed-b6de-0d6a02700cc5" providerId="ADAL" clId="{5EC01169-8596-4D67-9B2D-E1C297D0672A}" dt="2026-02-26T04:53:27.034" v="56" actId="478"/>
          <ac:spMkLst>
            <pc:docMk/>
            <pc:sldMk cId="2282670243" sldId="2147483647"/>
            <ac:spMk id="4" creationId="{CE8B5A9F-B840-44D9-E0B0-5109685B164D}"/>
          </ac:spMkLst>
        </pc:spChg>
        <pc:spChg chg="del mod">
          <ac:chgData name="Perez Garza Anahi" userId="3d96f3a1-74f1-4bed-b6de-0d6a02700cc5" providerId="ADAL" clId="{5EC01169-8596-4D67-9B2D-E1C297D0672A}" dt="2026-02-26T04:53:27.034" v="56" actId="478"/>
          <ac:spMkLst>
            <pc:docMk/>
            <pc:sldMk cId="2282670243" sldId="2147483647"/>
            <ac:spMk id="5" creationId="{3D0876E9-EE9C-17CE-A204-D047C37CE2BB}"/>
          </ac:spMkLst>
        </pc:spChg>
        <pc:spChg chg="del mod">
          <ac:chgData name="Perez Garza Anahi" userId="3d96f3a1-74f1-4bed-b6de-0d6a02700cc5" providerId="ADAL" clId="{5EC01169-8596-4D67-9B2D-E1C297D0672A}" dt="2026-02-26T04:53:27.034" v="56" actId="478"/>
          <ac:spMkLst>
            <pc:docMk/>
            <pc:sldMk cId="2282670243" sldId="2147483647"/>
            <ac:spMk id="7" creationId="{643E9F93-3EAA-9E7A-8424-149F71F554D7}"/>
          </ac:spMkLst>
        </pc:spChg>
        <pc:spChg chg="add del mod">
          <ac:chgData name="Perez Garza Anahi" userId="3d96f3a1-74f1-4bed-b6de-0d6a02700cc5" providerId="ADAL" clId="{5EC01169-8596-4D67-9B2D-E1C297D0672A}" dt="2026-02-26T04:52:42.300" v="41" actId="478"/>
          <ac:spMkLst>
            <pc:docMk/>
            <pc:sldMk cId="2282670243" sldId="2147483647"/>
            <ac:spMk id="8" creationId="{4988A155-8370-0826-239E-12BFB026A8D8}"/>
          </ac:spMkLst>
        </pc:spChg>
        <pc:spChg chg="add del mod">
          <ac:chgData name="Perez Garza Anahi" userId="3d96f3a1-74f1-4bed-b6de-0d6a02700cc5" providerId="ADAL" clId="{5EC01169-8596-4D67-9B2D-E1C297D0672A}" dt="2026-02-26T04:52:42.300" v="41" actId="478"/>
          <ac:spMkLst>
            <pc:docMk/>
            <pc:sldMk cId="2282670243" sldId="2147483647"/>
            <ac:spMk id="9" creationId="{AB43A058-64BB-D98E-C314-389B2DC2FB5A}"/>
          </ac:spMkLst>
        </pc:spChg>
        <pc:spChg chg="add del mod">
          <ac:chgData name="Perez Garza Anahi" userId="3d96f3a1-74f1-4bed-b6de-0d6a02700cc5" providerId="ADAL" clId="{5EC01169-8596-4D67-9B2D-E1C297D0672A}" dt="2026-02-26T04:52:42.300" v="41" actId="478"/>
          <ac:spMkLst>
            <pc:docMk/>
            <pc:sldMk cId="2282670243" sldId="2147483647"/>
            <ac:spMk id="11" creationId="{1598D516-BE71-6A46-DC9D-AFA7426989F6}"/>
          </ac:spMkLst>
        </pc:spChg>
        <pc:spChg chg="add del mod">
          <ac:chgData name="Perez Garza Anahi" userId="3d96f3a1-74f1-4bed-b6de-0d6a02700cc5" providerId="ADAL" clId="{5EC01169-8596-4D67-9B2D-E1C297D0672A}" dt="2026-02-26T04:52:42.300" v="41" actId="478"/>
          <ac:spMkLst>
            <pc:docMk/>
            <pc:sldMk cId="2282670243" sldId="2147483647"/>
            <ac:spMk id="12" creationId="{88CC4E9F-D7E3-461D-3945-312AE9FB16AE}"/>
          </ac:spMkLst>
        </pc:spChg>
        <pc:spChg chg="add del mod">
          <ac:chgData name="Perez Garza Anahi" userId="3d96f3a1-74f1-4bed-b6de-0d6a02700cc5" providerId="ADAL" clId="{5EC01169-8596-4D67-9B2D-E1C297D0672A}" dt="2026-02-26T04:52:42.300" v="41" actId="478"/>
          <ac:spMkLst>
            <pc:docMk/>
            <pc:sldMk cId="2282670243" sldId="2147483647"/>
            <ac:spMk id="13" creationId="{3CEDA2A5-CB39-6365-A0A6-8F2EC7956C5A}"/>
          </ac:spMkLst>
        </pc:spChg>
        <pc:spChg chg="add del mod">
          <ac:chgData name="Perez Garza Anahi" userId="3d96f3a1-74f1-4bed-b6de-0d6a02700cc5" providerId="ADAL" clId="{5EC01169-8596-4D67-9B2D-E1C297D0672A}" dt="2026-02-26T04:52:42.300" v="41" actId="478"/>
          <ac:spMkLst>
            <pc:docMk/>
            <pc:sldMk cId="2282670243" sldId="2147483647"/>
            <ac:spMk id="15" creationId="{15DA7E7F-943F-9216-EBD2-9902294BAC31}"/>
          </ac:spMkLst>
        </pc:spChg>
        <pc:spChg chg="add del mod">
          <ac:chgData name="Perez Garza Anahi" userId="3d96f3a1-74f1-4bed-b6de-0d6a02700cc5" providerId="ADAL" clId="{5EC01169-8596-4D67-9B2D-E1C297D0672A}" dt="2026-02-26T04:52:42.300" v="41" actId="478"/>
          <ac:spMkLst>
            <pc:docMk/>
            <pc:sldMk cId="2282670243" sldId="2147483647"/>
            <ac:spMk id="16" creationId="{EF3567E6-19D9-32A5-EF52-6692CD2245A5}"/>
          </ac:spMkLst>
        </pc:spChg>
        <pc:spChg chg="add del mod">
          <ac:chgData name="Perez Garza Anahi" userId="3d96f3a1-74f1-4bed-b6de-0d6a02700cc5" providerId="ADAL" clId="{5EC01169-8596-4D67-9B2D-E1C297D0672A}" dt="2026-02-26T04:52:42.300" v="41" actId="478"/>
          <ac:spMkLst>
            <pc:docMk/>
            <pc:sldMk cId="2282670243" sldId="2147483647"/>
            <ac:spMk id="21" creationId="{C05F666E-09D3-3E72-1853-CB755EA85C54}"/>
          </ac:spMkLst>
        </pc:spChg>
        <pc:spChg chg="add del mod">
          <ac:chgData name="Perez Garza Anahi" userId="3d96f3a1-74f1-4bed-b6de-0d6a02700cc5" providerId="ADAL" clId="{5EC01169-8596-4D67-9B2D-E1C297D0672A}" dt="2026-02-26T04:52:42.300" v="41" actId="478"/>
          <ac:spMkLst>
            <pc:docMk/>
            <pc:sldMk cId="2282670243" sldId="2147483647"/>
            <ac:spMk id="23" creationId="{8E3BB910-8759-F969-9F47-1A8055877B64}"/>
          </ac:spMkLst>
        </pc:spChg>
        <pc:spChg chg="add del mod">
          <ac:chgData name="Perez Garza Anahi" userId="3d96f3a1-74f1-4bed-b6de-0d6a02700cc5" providerId="ADAL" clId="{5EC01169-8596-4D67-9B2D-E1C297D0672A}" dt="2026-02-26T04:52:42.300" v="41" actId="478"/>
          <ac:spMkLst>
            <pc:docMk/>
            <pc:sldMk cId="2282670243" sldId="2147483647"/>
            <ac:spMk id="26" creationId="{A011D4D2-0D5C-39B0-E624-300F0EF63944}"/>
          </ac:spMkLst>
        </pc:spChg>
        <pc:spChg chg="add del mod">
          <ac:chgData name="Perez Garza Anahi" userId="3d96f3a1-74f1-4bed-b6de-0d6a02700cc5" providerId="ADAL" clId="{5EC01169-8596-4D67-9B2D-E1C297D0672A}" dt="2026-02-26T04:52:42.300" v="41" actId="478"/>
          <ac:spMkLst>
            <pc:docMk/>
            <pc:sldMk cId="2282670243" sldId="2147483647"/>
            <ac:spMk id="29" creationId="{307DDB0C-2B7F-89FC-DB5E-CA6F0814844A}"/>
          </ac:spMkLst>
        </pc:spChg>
        <pc:spChg chg="add del mod">
          <ac:chgData name="Perez Garza Anahi" userId="3d96f3a1-74f1-4bed-b6de-0d6a02700cc5" providerId="ADAL" clId="{5EC01169-8596-4D67-9B2D-E1C297D0672A}" dt="2026-02-26T04:52:42.300" v="41" actId="478"/>
          <ac:spMkLst>
            <pc:docMk/>
            <pc:sldMk cId="2282670243" sldId="2147483647"/>
            <ac:spMk id="30" creationId="{D9724A97-3E09-1816-F166-DAF77E4861C8}"/>
          </ac:spMkLst>
        </pc:spChg>
        <pc:spChg chg="add mod">
          <ac:chgData name="Perez Garza Anahi" userId="3d96f3a1-74f1-4bed-b6de-0d6a02700cc5" providerId="ADAL" clId="{5EC01169-8596-4D67-9B2D-E1C297D0672A}" dt="2026-02-26T04:52:58.103" v="48" actId="1076"/>
          <ac:spMkLst>
            <pc:docMk/>
            <pc:sldMk cId="2282670243" sldId="2147483647"/>
            <ac:spMk id="31" creationId="{49081298-38A4-46EF-B586-2304ED1B4A6E}"/>
          </ac:spMkLst>
        </pc:spChg>
        <pc:spChg chg="add mod">
          <ac:chgData name="Perez Garza Anahi" userId="3d96f3a1-74f1-4bed-b6de-0d6a02700cc5" providerId="ADAL" clId="{5EC01169-8596-4D67-9B2D-E1C297D0672A}" dt="2026-02-26T04:52:58.103" v="48" actId="1076"/>
          <ac:spMkLst>
            <pc:docMk/>
            <pc:sldMk cId="2282670243" sldId="2147483647"/>
            <ac:spMk id="32" creationId="{052016BB-2F03-6A86-2CEE-A6D19ED28804}"/>
          </ac:spMkLst>
        </pc:spChg>
        <pc:spChg chg="add mod">
          <ac:chgData name="Perez Garza Anahi" userId="3d96f3a1-74f1-4bed-b6de-0d6a02700cc5" providerId="ADAL" clId="{5EC01169-8596-4D67-9B2D-E1C297D0672A}" dt="2026-02-26T04:52:58.103" v="48" actId="1076"/>
          <ac:spMkLst>
            <pc:docMk/>
            <pc:sldMk cId="2282670243" sldId="2147483647"/>
            <ac:spMk id="34" creationId="{4C7D0482-4F9F-63B7-AB49-814DF9F3A42A}"/>
          </ac:spMkLst>
        </pc:spChg>
        <pc:spChg chg="add del mod">
          <ac:chgData name="Perez Garza Anahi" userId="3d96f3a1-74f1-4bed-b6de-0d6a02700cc5" providerId="ADAL" clId="{5EC01169-8596-4D67-9B2D-E1C297D0672A}" dt="2026-02-26T04:52:52.437" v="46" actId="478"/>
          <ac:spMkLst>
            <pc:docMk/>
            <pc:sldMk cId="2282670243" sldId="2147483647"/>
            <ac:spMk id="35" creationId="{E2476A1B-B50B-7853-8F86-6C7B60136EE1}"/>
          </ac:spMkLst>
        </pc:spChg>
        <pc:spChg chg="add mod">
          <ac:chgData name="Perez Garza Anahi" userId="3d96f3a1-74f1-4bed-b6de-0d6a02700cc5" providerId="ADAL" clId="{5EC01169-8596-4D67-9B2D-E1C297D0672A}" dt="2026-02-26T04:52:58.103" v="48" actId="1076"/>
          <ac:spMkLst>
            <pc:docMk/>
            <pc:sldMk cId="2282670243" sldId="2147483647"/>
            <ac:spMk id="36" creationId="{2BA14B2E-0403-AF6A-194E-ED45D030AED8}"/>
          </ac:spMkLst>
        </pc:spChg>
        <pc:spChg chg="add mod">
          <ac:chgData name="Perez Garza Anahi" userId="3d96f3a1-74f1-4bed-b6de-0d6a02700cc5" providerId="ADAL" clId="{5EC01169-8596-4D67-9B2D-E1C297D0672A}" dt="2026-02-26T04:52:58.103" v="48" actId="1076"/>
          <ac:spMkLst>
            <pc:docMk/>
            <pc:sldMk cId="2282670243" sldId="2147483647"/>
            <ac:spMk id="37" creationId="{B4CCCA4B-19E3-C877-C6E5-678CA83A42D4}"/>
          </ac:spMkLst>
        </pc:spChg>
        <pc:spChg chg="add mod">
          <ac:chgData name="Perez Garza Anahi" userId="3d96f3a1-74f1-4bed-b6de-0d6a02700cc5" providerId="ADAL" clId="{5EC01169-8596-4D67-9B2D-E1C297D0672A}" dt="2026-02-26T04:52:58.103" v="48" actId="1076"/>
          <ac:spMkLst>
            <pc:docMk/>
            <pc:sldMk cId="2282670243" sldId="2147483647"/>
            <ac:spMk id="39" creationId="{9B48CD66-B190-3075-6EBA-8B9CF44DA1AE}"/>
          </ac:spMkLst>
        </pc:spChg>
        <pc:spChg chg="add mod">
          <ac:chgData name="Perez Garza Anahi" userId="3d96f3a1-74f1-4bed-b6de-0d6a02700cc5" providerId="ADAL" clId="{5EC01169-8596-4D67-9B2D-E1C297D0672A}" dt="2026-02-26T04:52:58.103" v="48" actId="1076"/>
          <ac:spMkLst>
            <pc:docMk/>
            <pc:sldMk cId="2282670243" sldId="2147483647"/>
            <ac:spMk id="44" creationId="{0B451376-BAF4-B0FC-DBAD-CEEF909043FF}"/>
          </ac:spMkLst>
        </pc:spChg>
        <pc:spChg chg="add mod">
          <ac:chgData name="Perez Garza Anahi" userId="3d96f3a1-74f1-4bed-b6de-0d6a02700cc5" providerId="ADAL" clId="{5EC01169-8596-4D67-9B2D-E1C297D0672A}" dt="2026-02-26T04:52:58.103" v="48" actId="1076"/>
          <ac:spMkLst>
            <pc:docMk/>
            <pc:sldMk cId="2282670243" sldId="2147483647"/>
            <ac:spMk id="47" creationId="{5925A421-D24A-E531-2F83-273C8AE09A1D}"/>
          </ac:spMkLst>
        </pc:spChg>
        <pc:spChg chg="add mod">
          <ac:chgData name="Perez Garza Anahi" userId="3d96f3a1-74f1-4bed-b6de-0d6a02700cc5" providerId="ADAL" clId="{5EC01169-8596-4D67-9B2D-E1C297D0672A}" dt="2026-02-26T04:52:58.103" v="48" actId="1076"/>
          <ac:spMkLst>
            <pc:docMk/>
            <pc:sldMk cId="2282670243" sldId="2147483647"/>
            <ac:spMk id="50" creationId="{AFB35A9A-5BBF-5BA3-ECE2-DC21CAA9229C}"/>
          </ac:spMkLst>
        </pc:spChg>
        <pc:spChg chg="add del mod">
          <ac:chgData name="Perez Garza Anahi" userId="3d96f3a1-74f1-4bed-b6de-0d6a02700cc5" providerId="ADAL" clId="{5EC01169-8596-4D67-9B2D-E1C297D0672A}" dt="2026-02-26T04:53:16.280" v="51" actId="478"/>
          <ac:spMkLst>
            <pc:docMk/>
            <pc:sldMk cId="2282670243" sldId="2147483647"/>
            <ac:spMk id="53" creationId="{73836538-B149-9240-0CEA-6F2C546C4A9E}"/>
          </ac:spMkLst>
        </pc:spChg>
        <pc:spChg chg="add mod">
          <ac:chgData name="Perez Garza Anahi" userId="3d96f3a1-74f1-4bed-b6de-0d6a02700cc5" providerId="ADAL" clId="{5EC01169-8596-4D67-9B2D-E1C297D0672A}" dt="2026-02-26T04:52:58.103" v="48" actId="1076"/>
          <ac:spMkLst>
            <pc:docMk/>
            <pc:sldMk cId="2282670243" sldId="2147483647"/>
            <ac:spMk id="54" creationId="{DB08CFDE-0371-88C6-5813-6DE0BE95CA9B}"/>
          </ac:spMkLst>
        </pc:spChg>
        <pc:spChg chg="add mod">
          <ac:chgData name="Perez Garza Anahi" userId="3d96f3a1-74f1-4bed-b6de-0d6a02700cc5" providerId="ADAL" clId="{5EC01169-8596-4D67-9B2D-E1C297D0672A}" dt="2026-02-26T16:32:15.266" v="150" actId="113"/>
          <ac:spMkLst>
            <pc:docMk/>
            <pc:sldMk cId="2282670243" sldId="2147483647"/>
            <ac:spMk id="55" creationId="{C58B1E33-997B-D4A2-7C11-ED3E58DB5534}"/>
          </ac:spMkLst>
        </pc:spChg>
        <pc:spChg chg="add mod">
          <ac:chgData name="Perez Garza Anahi" userId="3d96f3a1-74f1-4bed-b6de-0d6a02700cc5" providerId="ADAL" clId="{5EC01169-8596-4D67-9B2D-E1C297D0672A}" dt="2026-02-26T16:32:17.745" v="151" actId="113"/>
          <ac:spMkLst>
            <pc:docMk/>
            <pc:sldMk cId="2282670243" sldId="2147483647"/>
            <ac:spMk id="56" creationId="{52DE576C-C9BD-FD5E-D5F1-5C6670FA8D5D}"/>
          </ac:spMkLst>
        </pc:spChg>
        <pc:spChg chg="mod">
          <ac:chgData name="Perez Garza Anahi" userId="3d96f3a1-74f1-4bed-b6de-0d6a02700cc5" providerId="ADAL" clId="{5EC01169-8596-4D67-9B2D-E1C297D0672A}" dt="2026-02-26T04:53:11.975" v="50"/>
          <ac:spMkLst>
            <pc:docMk/>
            <pc:sldMk cId="2282670243" sldId="2147483647"/>
            <ac:spMk id="57" creationId="{D70224B8-23D6-5BD2-0B6C-E121837D8C34}"/>
          </ac:spMkLst>
        </pc:spChg>
        <pc:spChg chg="add mod">
          <ac:chgData name="Perez Garza Anahi" userId="3d96f3a1-74f1-4bed-b6de-0d6a02700cc5" providerId="ADAL" clId="{5EC01169-8596-4D67-9B2D-E1C297D0672A}" dt="2026-02-26T16:32:19.504" v="152" actId="113"/>
          <ac:spMkLst>
            <pc:docMk/>
            <pc:sldMk cId="2282670243" sldId="2147483647"/>
            <ac:spMk id="58" creationId="{B214776B-322E-374F-A44D-93AE35DC7414}"/>
          </ac:spMkLst>
        </pc:spChg>
        <pc:spChg chg="add mod">
          <ac:chgData name="Perez Garza Anahi" userId="3d96f3a1-74f1-4bed-b6de-0d6a02700cc5" providerId="ADAL" clId="{5EC01169-8596-4D67-9B2D-E1C297D0672A}" dt="2026-02-26T04:53:43.326" v="66" actId="1076"/>
          <ac:spMkLst>
            <pc:docMk/>
            <pc:sldMk cId="2282670243" sldId="2147483647"/>
            <ac:spMk id="59" creationId="{F53AB2C2-D4BF-ADBB-C1E1-5FAF5E1A581F}"/>
          </ac:spMkLst>
        </pc:spChg>
        <pc:spChg chg="add mod">
          <ac:chgData name="Perez Garza Anahi" userId="3d96f3a1-74f1-4bed-b6de-0d6a02700cc5" providerId="ADAL" clId="{5EC01169-8596-4D67-9B2D-E1C297D0672A}" dt="2026-02-26T16:32:31.615" v="155"/>
          <ac:spMkLst>
            <pc:docMk/>
            <pc:sldMk cId="2282670243" sldId="2147483647"/>
            <ac:spMk id="60" creationId="{C8412626-F557-5B36-273B-C334D821440A}"/>
          </ac:spMkLst>
        </pc:spChg>
        <pc:spChg chg="del">
          <ac:chgData name="Perez Garza Anahi" userId="3d96f3a1-74f1-4bed-b6de-0d6a02700cc5" providerId="ADAL" clId="{5EC01169-8596-4D67-9B2D-E1C297D0672A}" dt="2026-02-26T04:50:33.578" v="30" actId="478"/>
          <ac:spMkLst>
            <pc:docMk/>
            <pc:sldMk cId="2282670243" sldId="2147483647"/>
            <ac:spMk id="82" creationId="{99B32F23-A28C-7A2A-7AF2-9A9DFC4C9982}"/>
          </ac:spMkLst>
        </pc:spChg>
        <pc:spChg chg="del">
          <ac:chgData name="Perez Garza Anahi" userId="3d96f3a1-74f1-4bed-b6de-0d6a02700cc5" providerId="ADAL" clId="{5EC01169-8596-4D67-9B2D-E1C297D0672A}" dt="2026-02-26T04:50:33.578" v="30" actId="478"/>
          <ac:spMkLst>
            <pc:docMk/>
            <pc:sldMk cId="2282670243" sldId="2147483647"/>
            <ac:spMk id="88" creationId="{BB9BDB68-E85D-8AC8-E493-4469F9F07EE5}"/>
          </ac:spMkLst>
        </pc:spChg>
        <pc:spChg chg="del">
          <ac:chgData name="Perez Garza Anahi" userId="3d96f3a1-74f1-4bed-b6de-0d6a02700cc5" providerId="ADAL" clId="{5EC01169-8596-4D67-9B2D-E1C297D0672A}" dt="2026-02-26T04:50:33.578" v="30" actId="478"/>
          <ac:spMkLst>
            <pc:docMk/>
            <pc:sldMk cId="2282670243" sldId="2147483647"/>
            <ac:spMk id="100" creationId="{F9F1B8E2-E872-3472-6AA5-05BD127D1F6B}"/>
          </ac:spMkLst>
        </pc:spChg>
        <pc:spChg chg="del">
          <ac:chgData name="Perez Garza Anahi" userId="3d96f3a1-74f1-4bed-b6de-0d6a02700cc5" providerId="ADAL" clId="{5EC01169-8596-4D67-9B2D-E1C297D0672A}" dt="2026-02-26T04:50:33.578" v="30" actId="478"/>
          <ac:spMkLst>
            <pc:docMk/>
            <pc:sldMk cId="2282670243" sldId="2147483647"/>
            <ac:spMk id="106" creationId="{72DC4F0F-F8C8-B38A-EFAF-1B853C1C2082}"/>
          </ac:spMkLst>
        </pc:spChg>
        <pc:spChg chg="del">
          <ac:chgData name="Perez Garza Anahi" userId="3d96f3a1-74f1-4bed-b6de-0d6a02700cc5" providerId="ADAL" clId="{5EC01169-8596-4D67-9B2D-E1C297D0672A}" dt="2026-02-26T04:50:33.578" v="30" actId="478"/>
          <ac:spMkLst>
            <pc:docMk/>
            <pc:sldMk cId="2282670243" sldId="2147483647"/>
            <ac:spMk id="164" creationId="{94BBD4BA-0B87-4C89-E7DD-12E9F0F224E2}"/>
          </ac:spMkLst>
        </pc:spChg>
        <pc:spChg chg="del">
          <ac:chgData name="Perez Garza Anahi" userId="3d96f3a1-74f1-4bed-b6de-0d6a02700cc5" providerId="ADAL" clId="{5EC01169-8596-4D67-9B2D-E1C297D0672A}" dt="2026-02-26T04:50:33.578" v="30" actId="478"/>
          <ac:spMkLst>
            <pc:docMk/>
            <pc:sldMk cId="2282670243" sldId="2147483647"/>
            <ac:spMk id="173" creationId="{3F6746B2-8CDF-BE92-4F76-0C0957F68BCD}"/>
          </ac:spMkLst>
        </pc:spChg>
        <pc:spChg chg="mod">
          <ac:chgData name="Perez Garza Anahi" userId="3d96f3a1-74f1-4bed-b6de-0d6a02700cc5" providerId="ADAL" clId="{5EC01169-8596-4D67-9B2D-E1C297D0672A}" dt="2026-02-26T17:33:57.466" v="338" actId="20577"/>
          <ac:spMkLst>
            <pc:docMk/>
            <pc:sldMk cId="2282670243" sldId="2147483647"/>
            <ac:spMk id="206" creationId="{167A64BB-1818-37AB-F05C-5AC75C78ED19}"/>
          </ac:spMkLst>
        </pc:spChg>
        <pc:cxnChg chg="del mod">
          <ac:chgData name="Perez Garza Anahi" userId="3d96f3a1-74f1-4bed-b6de-0d6a02700cc5" providerId="ADAL" clId="{5EC01169-8596-4D67-9B2D-E1C297D0672A}" dt="2026-02-26T04:50:33.578" v="30" actId="478"/>
          <ac:cxnSpMkLst>
            <pc:docMk/>
            <pc:sldMk cId="2282670243" sldId="2147483647"/>
            <ac:cxnSpMk id="3" creationId="{AC91FB03-FD1F-E6B1-1F6D-A4C86F2D05DB}"/>
          </ac:cxnSpMkLst>
        </pc:cxnChg>
        <pc:cxnChg chg="add del mod">
          <ac:chgData name="Perez Garza Anahi" userId="3d96f3a1-74f1-4bed-b6de-0d6a02700cc5" providerId="ADAL" clId="{5EC01169-8596-4D67-9B2D-E1C297D0672A}" dt="2026-02-26T04:52:42.300" v="41" actId="478"/>
          <ac:cxnSpMkLst>
            <pc:docMk/>
            <pc:sldMk cId="2282670243" sldId="2147483647"/>
            <ac:cxnSpMk id="10" creationId="{84BEEF60-3FA9-16E2-6DDE-DB9CF9D78FB7}"/>
          </ac:cxnSpMkLst>
        </pc:cxnChg>
        <pc:cxnChg chg="del mod">
          <ac:chgData name="Perez Garza Anahi" userId="3d96f3a1-74f1-4bed-b6de-0d6a02700cc5" providerId="ADAL" clId="{5EC01169-8596-4D67-9B2D-E1C297D0672A}" dt="2026-02-26T04:50:33.578" v="30" actId="478"/>
          <ac:cxnSpMkLst>
            <pc:docMk/>
            <pc:sldMk cId="2282670243" sldId="2147483647"/>
            <ac:cxnSpMk id="14" creationId="{C0DAD0F2-4099-6FB7-B70C-C695BCBB2F52}"/>
          </ac:cxnSpMkLst>
        </pc:cxnChg>
        <pc:cxnChg chg="add del mod">
          <ac:chgData name="Perez Garza Anahi" userId="3d96f3a1-74f1-4bed-b6de-0d6a02700cc5" providerId="ADAL" clId="{5EC01169-8596-4D67-9B2D-E1C297D0672A}" dt="2026-02-26T04:52:42.300" v="41" actId="478"/>
          <ac:cxnSpMkLst>
            <pc:docMk/>
            <pc:sldMk cId="2282670243" sldId="2147483647"/>
            <ac:cxnSpMk id="17" creationId="{6E748C8E-6B3D-E84F-A188-914B164663E9}"/>
          </ac:cxnSpMkLst>
        </pc:cxnChg>
        <pc:cxnChg chg="add del mod">
          <ac:chgData name="Perez Garza Anahi" userId="3d96f3a1-74f1-4bed-b6de-0d6a02700cc5" providerId="ADAL" clId="{5EC01169-8596-4D67-9B2D-E1C297D0672A}" dt="2026-02-26T04:52:42.300" v="41" actId="478"/>
          <ac:cxnSpMkLst>
            <pc:docMk/>
            <pc:sldMk cId="2282670243" sldId="2147483647"/>
            <ac:cxnSpMk id="18" creationId="{42AC3F37-DCD9-D52A-31AC-35C9532DADE5}"/>
          </ac:cxnSpMkLst>
        </pc:cxnChg>
        <pc:cxnChg chg="add del mod">
          <ac:chgData name="Perez Garza Anahi" userId="3d96f3a1-74f1-4bed-b6de-0d6a02700cc5" providerId="ADAL" clId="{5EC01169-8596-4D67-9B2D-E1C297D0672A}" dt="2026-02-26T04:52:42.300" v="41" actId="478"/>
          <ac:cxnSpMkLst>
            <pc:docMk/>
            <pc:sldMk cId="2282670243" sldId="2147483647"/>
            <ac:cxnSpMk id="19" creationId="{569244BF-95B7-D996-5763-FA4FEA14DA51}"/>
          </ac:cxnSpMkLst>
        </pc:cxnChg>
        <pc:cxnChg chg="add del mod">
          <ac:chgData name="Perez Garza Anahi" userId="3d96f3a1-74f1-4bed-b6de-0d6a02700cc5" providerId="ADAL" clId="{5EC01169-8596-4D67-9B2D-E1C297D0672A}" dt="2026-02-26T04:52:42.300" v="41" actId="478"/>
          <ac:cxnSpMkLst>
            <pc:docMk/>
            <pc:sldMk cId="2282670243" sldId="2147483647"/>
            <ac:cxnSpMk id="20" creationId="{E3BEBB99-C329-3498-1CED-2C50EEF75386}"/>
          </ac:cxnSpMkLst>
        </pc:cxnChg>
        <pc:cxnChg chg="add del mod">
          <ac:chgData name="Perez Garza Anahi" userId="3d96f3a1-74f1-4bed-b6de-0d6a02700cc5" providerId="ADAL" clId="{5EC01169-8596-4D67-9B2D-E1C297D0672A}" dt="2026-02-26T04:52:42.300" v="41" actId="478"/>
          <ac:cxnSpMkLst>
            <pc:docMk/>
            <pc:sldMk cId="2282670243" sldId="2147483647"/>
            <ac:cxnSpMk id="22" creationId="{7DCAC56A-6C96-76C4-0A4A-77D4A5312575}"/>
          </ac:cxnSpMkLst>
        </pc:cxnChg>
        <pc:cxnChg chg="add del mod">
          <ac:chgData name="Perez Garza Anahi" userId="3d96f3a1-74f1-4bed-b6de-0d6a02700cc5" providerId="ADAL" clId="{5EC01169-8596-4D67-9B2D-E1C297D0672A}" dt="2026-02-26T04:52:42.300" v="41" actId="478"/>
          <ac:cxnSpMkLst>
            <pc:docMk/>
            <pc:sldMk cId="2282670243" sldId="2147483647"/>
            <ac:cxnSpMk id="24" creationId="{575366A6-D6E7-5CE6-1024-287E97FB4CBD}"/>
          </ac:cxnSpMkLst>
        </pc:cxnChg>
        <pc:cxnChg chg="add del mod">
          <ac:chgData name="Perez Garza Anahi" userId="3d96f3a1-74f1-4bed-b6de-0d6a02700cc5" providerId="ADAL" clId="{5EC01169-8596-4D67-9B2D-E1C297D0672A}" dt="2026-02-26T04:52:42.300" v="41" actId="478"/>
          <ac:cxnSpMkLst>
            <pc:docMk/>
            <pc:sldMk cId="2282670243" sldId="2147483647"/>
            <ac:cxnSpMk id="25" creationId="{2CC19606-D26A-1469-C8DE-D532214CD8B9}"/>
          </ac:cxnSpMkLst>
        </pc:cxnChg>
        <pc:cxnChg chg="add del mod">
          <ac:chgData name="Perez Garza Anahi" userId="3d96f3a1-74f1-4bed-b6de-0d6a02700cc5" providerId="ADAL" clId="{5EC01169-8596-4D67-9B2D-E1C297D0672A}" dt="2026-02-26T04:52:42.300" v="41" actId="478"/>
          <ac:cxnSpMkLst>
            <pc:docMk/>
            <pc:sldMk cId="2282670243" sldId="2147483647"/>
            <ac:cxnSpMk id="27" creationId="{0B66C259-4649-562A-E5D7-B4BB6B8A54FC}"/>
          </ac:cxnSpMkLst>
        </pc:cxnChg>
        <pc:cxnChg chg="add del mod">
          <ac:chgData name="Perez Garza Anahi" userId="3d96f3a1-74f1-4bed-b6de-0d6a02700cc5" providerId="ADAL" clId="{5EC01169-8596-4D67-9B2D-E1C297D0672A}" dt="2026-02-26T04:52:42.300" v="41" actId="478"/>
          <ac:cxnSpMkLst>
            <pc:docMk/>
            <pc:sldMk cId="2282670243" sldId="2147483647"/>
            <ac:cxnSpMk id="28" creationId="{D08F95C6-8173-1014-7E0D-20FCABEE243A}"/>
          </ac:cxnSpMkLst>
        </pc:cxnChg>
        <pc:cxnChg chg="add del mod">
          <ac:chgData name="Perez Garza Anahi" userId="3d96f3a1-74f1-4bed-b6de-0d6a02700cc5" providerId="ADAL" clId="{5EC01169-8596-4D67-9B2D-E1C297D0672A}" dt="2026-02-26T04:52:53.215" v="47" actId="478"/>
          <ac:cxnSpMkLst>
            <pc:docMk/>
            <pc:sldMk cId="2282670243" sldId="2147483647"/>
            <ac:cxnSpMk id="33" creationId="{8053185D-2B98-7F34-82F5-CC02A1012A4E}"/>
          </ac:cxnSpMkLst>
        </pc:cxnChg>
        <pc:cxnChg chg="del mod">
          <ac:chgData name="Perez Garza Anahi" userId="3d96f3a1-74f1-4bed-b6de-0d6a02700cc5" providerId="ADAL" clId="{5EC01169-8596-4D67-9B2D-E1C297D0672A}" dt="2026-02-26T04:50:33.578" v="30" actId="478"/>
          <ac:cxnSpMkLst>
            <pc:docMk/>
            <pc:sldMk cId="2282670243" sldId="2147483647"/>
            <ac:cxnSpMk id="38" creationId="{C8046C63-7BDB-545A-8ED8-4B473267DC48}"/>
          </ac:cxnSpMkLst>
        </pc:cxnChg>
        <pc:cxnChg chg="add mod">
          <ac:chgData name="Perez Garza Anahi" userId="3d96f3a1-74f1-4bed-b6de-0d6a02700cc5" providerId="ADAL" clId="{5EC01169-8596-4D67-9B2D-E1C297D0672A}" dt="2026-02-26T04:52:58.103" v="48" actId="1076"/>
          <ac:cxnSpMkLst>
            <pc:docMk/>
            <pc:sldMk cId="2282670243" sldId="2147483647"/>
            <ac:cxnSpMk id="40" creationId="{B57BF92B-AA7D-2EC1-975F-941841E4BAC5}"/>
          </ac:cxnSpMkLst>
        </pc:cxnChg>
        <pc:cxnChg chg="add mod">
          <ac:chgData name="Perez Garza Anahi" userId="3d96f3a1-74f1-4bed-b6de-0d6a02700cc5" providerId="ADAL" clId="{5EC01169-8596-4D67-9B2D-E1C297D0672A}" dt="2026-02-26T04:52:58.103" v="48" actId="1076"/>
          <ac:cxnSpMkLst>
            <pc:docMk/>
            <pc:sldMk cId="2282670243" sldId="2147483647"/>
            <ac:cxnSpMk id="41" creationId="{0A97459F-0759-1680-F02D-870B08377094}"/>
          </ac:cxnSpMkLst>
        </pc:cxnChg>
        <pc:cxnChg chg="add mod">
          <ac:chgData name="Perez Garza Anahi" userId="3d96f3a1-74f1-4bed-b6de-0d6a02700cc5" providerId="ADAL" clId="{5EC01169-8596-4D67-9B2D-E1C297D0672A}" dt="2026-02-26T04:52:58.103" v="48" actId="1076"/>
          <ac:cxnSpMkLst>
            <pc:docMk/>
            <pc:sldMk cId="2282670243" sldId="2147483647"/>
            <ac:cxnSpMk id="42" creationId="{A5877C80-C168-6AD4-EBEA-B77C556DD196}"/>
          </ac:cxnSpMkLst>
        </pc:cxnChg>
        <pc:cxnChg chg="add mod">
          <ac:chgData name="Perez Garza Anahi" userId="3d96f3a1-74f1-4bed-b6de-0d6a02700cc5" providerId="ADAL" clId="{5EC01169-8596-4D67-9B2D-E1C297D0672A}" dt="2026-02-26T04:52:58.103" v="48" actId="1076"/>
          <ac:cxnSpMkLst>
            <pc:docMk/>
            <pc:sldMk cId="2282670243" sldId="2147483647"/>
            <ac:cxnSpMk id="43" creationId="{2B0B5056-26B9-0B58-9E45-D286C93D7A10}"/>
          </ac:cxnSpMkLst>
        </pc:cxnChg>
        <pc:cxnChg chg="add mod">
          <ac:chgData name="Perez Garza Anahi" userId="3d96f3a1-74f1-4bed-b6de-0d6a02700cc5" providerId="ADAL" clId="{5EC01169-8596-4D67-9B2D-E1C297D0672A}" dt="2026-02-26T04:52:58.103" v="48" actId="1076"/>
          <ac:cxnSpMkLst>
            <pc:docMk/>
            <pc:sldMk cId="2282670243" sldId="2147483647"/>
            <ac:cxnSpMk id="45" creationId="{87DC32F3-D1AD-6416-99E1-6BFD32C486D6}"/>
          </ac:cxnSpMkLst>
        </pc:cxnChg>
        <pc:cxnChg chg="del mod">
          <ac:chgData name="Perez Garza Anahi" userId="3d96f3a1-74f1-4bed-b6de-0d6a02700cc5" providerId="ADAL" clId="{5EC01169-8596-4D67-9B2D-E1C297D0672A}" dt="2026-02-26T04:50:33.578" v="30" actId="478"/>
          <ac:cxnSpMkLst>
            <pc:docMk/>
            <pc:sldMk cId="2282670243" sldId="2147483647"/>
            <ac:cxnSpMk id="46" creationId="{547021AF-2778-A329-E711-D2CC4EA3AEA2}"/>
          </ac:cxnSpMkLst>
        </pc:cxnChg>
        <pc:cxnChg chg="add mod">
          <ac:chgData name="Perez Garza Anahi" userId="3d96f3a1-74f1-4bed-b6de-0d6a02700cc5" providerId="ADAL" clId="{5EC01169-8596-4D67-9B2D-E1C297D0672A}" dt="2026-02-26T04:52:58.103" v="48" actId="1076"/>
          <ac:cxnSpMkLst>
            <pc:docMk/>
            <pc:sldMk cId="2282670243" sldId="2147483647"/>
            <ac:cxnSpMk id="48" creationId="{B704D5DA-2BCC-A2F7-EDBC-BAB77E9B35BA}"/>
          </ac:cxnSpMkLst>
        </pc:cxnChg>
        <pc:cxnChg chg="add mod">
          <ac:chgData name="Perez Garza Anahi" userId="3d96f3a1-74f1-4bed-b6de-0d6a02700cc5" providerId="ADAL" clId="{5EC01169-8596-4D67-9B2D-E1C297D0672A}" dt="2026-02-26T04:52:58.103" v="48" actId="1076"/>
          <ac:cxnSpMkLst>
            <pc:docMk/>
            <pc:sldMk cId="2282670243" sldId="2147483647"/>
            <ac:cxnSpMk id="49" creationId="{AC35647D-6CA5-B864-F3EB-FA5660D1F40F}"/>
          </ac:cxnSpMkLst>
        </pc:cxnChg>
        <pc:cxnChg chg="add mod">
          <ac:chgData name="Perez Garza Anahi" userId="3d96f3a1-74f1-4bed-b6de-0d6a02700cc5" providerId="ADAL" clId="{5EC01169-8596-4D67-9B2D-E1C297D0672A}" dt="2026-02-26T04:52:58.103" v="48" actId="1076"/>
          <ac:cxnSpMkLst>
            <pc:docMk/>
            <pc:sldMk cId="2282670243" sldId="2147483647"/>
            <ac:cxnSpMk id="51" creationId="{016C49D6-78CB-8C86-F40F-6A94AEC381D9}"/>
          </ac:cxnSpMkLst>
        </pc:cxnChg>
        <pc:cxnChg chg="add mod">
          <ac:chgData name="Perez Garza Anahi" userId="3d96f3a1-74f1-4bed-b6de-0d6a02700cc5" providerId="ADAL" clId="{5EC01169-8596-4D67-9B2D-E1C297D0672A}" dt="2026-02-26T04:52:58.103" v="48" actId="1076"/>
          <ac:cxnSpMkLst>
            <pc:docMk/>
            <pc:sldMk cId="2282670243" sldId="2147483647"/>
            <ac:cxnSpMk id="52" creationId="{E85349DF-1D86-BA24-0173-389327ACC21E}"/>
          </ac:cxnSpMkLst>
        </pc:cxnChg>
        <pc:cxnChg chg="del mod">
          <ac:chgData name="Perez Garza Anahi" userId="3d96f3a1-74f1-4bed-b6de-0d6a02700cc5" providerId="ADAL" clId="{5EC01169-8596-4D67-9B2D-E1C297D0672A}" dt="2026-02-26T04:50:33.578" v="30" actId="478"/>
          <ac:cxnSpMkLst>
            <pc:docMk/>
            <pc:sldMk cId="2282670243" sldId="2147483647"/>
            <ac:cxnSpMk id="85" creationId="{D9BE6DF5-88FE-CF4D-D0FB-90D249A35128}"/>
          </ac:cxnSpMkLst>
        </pc:cxnChg>
        <pc:cxnChg chg="del mod">
          <ac:chgData name="Perez Garza Anahi" userId="3d96f3a1-74f1-4bed-b6de-0d6a02700cc5" providerId="ADAL" clId="{5EC01169-8596-4D67-9B2D-E1C297D0672A}" dt="2026-02-26T04:50:33.578" v="30" actId="478"/>
          <ac:cxnSpMkLst>
            <pc:docMk/>
            <pc:sldMk cId="2282670243" sldId="2147483647"/>
            <ac:cxnSpMk id="87" creationId="{F2C41756-0D7C-BF1F-8E1B-9929C384A615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4A7176-A95D-4D50-82E7-E0B1E4CABA86}" type="datetimeFigureOut">
              <a:rPr lang="es-MX" smtClean="0"/>
              <a:t>05/03/2026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29E531-8228-4869-972C-A1A5C4B7684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31787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Notas: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9E531-8228-4869-972C-A1A5C4B76845}" type="slidenum">
              <a:rPr lang="es-MX" smtClean="0"/>
              <a:t>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980576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Notas</a:t>
            </a:r>
            <a:r>
              <a:rPr lang="es-ES"/>
              <a:t>: 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9E531-8228-4869-972C-A1A5C4B76845}" type="slidenum">
              <a:rPr lang="es-MX" smtClean="0"/>
              <a:t>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576767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Por incluir comentarios de Word Manuel.</a:t>
            </a:r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9E531-8228-4869-972C-A1A5C4B76845}" type="slidenum">
              <a:rPr lang="es-MX" smtClean="0"/>
              <a:t>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77888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F596F-DC5C-020E-4837-FE8F6012E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1983D53-ED01-5A62-1AB8-2DC3BEFBE9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AE2B548-C366-225A-E2A9-A3D048902E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419" dirty="0"/>
              <a:t>-Mercadería: RMS (conexión entre Abasto, CEDIS, Distribución): Dar de alta un producto. Abasto da de alta, CEDIS le llega la orden, Distribución cacha necesidad de cuántos distribución, Tienda imprime etiqueta. –</a:t>
            </a:r>
            <a:r>
              <a:rPr lang="es-419" dirty="0" err="1"/>
              <a:t>carretaras</a:t>
            </a:r>
            <a:endParaRPr lang="es-419" dirty="0"/>
          </a:p>
          <a:p>
            <a:r>
              <a:rPr lang="es-419" dirty="0"/>
              <a:t>-EDI: </a:t>
            </a:r>
            <a:r>
              <a:rPr lang="es-419" dirty="0" err="1"/>
              <a:t>electronic</a:t>
            </a:r>
            <a:r>
              <a:rPr lang="es-419" dirty="0"/>
              <a:t> data </a:t>
            </a:r>
            <a:r>
              <a:rPr lang="es-419" dirty="0" err="1"/>
              <a:t>interchage</a:t>
            </a:r>
            <a:r>
              <a:rPr lang="es-419" dirty="0"/>
              <a:t> proyecto de seguridad – Conexión con proveedor, descuento del inventario. Toque de base y conecte con proveedor (compras y devoluciones). </a:t>
            </a:r>
          </a:p>
          <a:p>
            <a:r>
              <a:rPr lang="es-419" dirty="0"/>
              <a:t>-Core Administrativo: Después del proveedor debe haber facturación proveedor, determinar gasto. Proyectos cálculos de dinero. </a:t>
            </a:r>
            <a:r>
              <a:rPr lang="es-419"/>
              <a:t>Tableros</a:t>
            </a:r>
          </a:p>
          <a:p>
            <a:r>
              <a:rPr lang="es-419"/>
              <a:t> </a:t>
            </a:r>
            <a:endParaRPr lang="es-419" dirty="0"/>
          </a:p>
          <a:p>
            <a:endParaRPr lang="es-419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E68EF9F-8D75-511E-9C25-451E709C58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0449E8-F686-473D-9BB1-B67C571B50A0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15721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s-MX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¿Tu Descripción de Puesto y el funciograma de tu área reflejan con precisión las actividades y responsabilidades que realmente realizas en el día a día (TO BE)?</a:t>
            </a:r>
            <a:endParaRPr lang="es-MX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s-MX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¿Tienes alguna duda específica sobre el funcionamiento de tu área o sobre la estructura de la organización?</a:t>
            </a:r>
            <a:endParaRPr lang="es-MX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s-MX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¿Existe algún proceso que consideres necesario rediseñar para mejorar las interacciones, la eficiencia o el funcionamiento general de tu área?</a:t>
            </a:r>
            <a:endParaRPr lang="es-MX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s-MX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¿Qué rituales, prácticas o espacios de trabajo consideras esenciales para asegurar un funcionamiento adecuado y sostenido en tu área?</a:t>
            </a:r>
            <a:endParaRPr lang="es-MX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s-MX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 recientemente asumiste nuevas responsabilidades, ¿ya se realizó de manera efectiva la transferencia de actividades dentro de tu equipo?</a:t>
            </a:r>
            <a:endParaRPr lang="es-MX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E23A7F-676E-4CF1-9D84-2DEDA20CC4A2}" type="slidenum">
              <a:rPr lang="es-MX" smtClean="0"/>
              <a:t>12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52579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9E531-8228-4869-972C-A1A5C4B76845}" type="slidenum">
              <a:rPr lang="es-MX" smtClean="0"/>
              <a:t>13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137875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9E531-8228-4869-972C-A1A5C4B76845}" type="slidenum">
              <a:rPr lang="es-MX" smtClean="0"/>
              <a:t>14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940947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8C7DFF-44C1-FF85-D9A0-BB58B37C42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F3AE20F-E61F-25DF-E08D-A90752429D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04DBB89-9044-DE97-901E-A45EF3608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05/03/2026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DB373C7-F340-209D-7289-29CD8864B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E48ED68-638D-A4D1-6DDB-486085382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20314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3938C6-1D63-865B-616B-DE4AA37E4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9B0A2B7-8A2E-B097-D2FD-9902D43CFA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A74224-C87E-7817-4F18-9F90B710F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05/03/2026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1A8912B-5CB8-7CD5-390F-571C665A4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7FF8CC9-DC0F-425A-AA4F-220E951D1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63325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5CC765-E2D5-5A07-A022-8B947ED32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BAE80D4-4D7E-9A1A-6F24-E98D98F814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7A72109-1C51-0F9A-C291-7DA74EFAA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05/03/2026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50189A5-0B7A-9C13-147B-DD4DC89C7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6CD1B1-8A30-1C4F-3558-B74333204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84750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764983-8120-936C-E5F7-636AFC1E3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1A56FE1-9859-DA53-9870-E19AD596CB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66E9B74-646B-E553-610E-60FD69C6B7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0670066-80D5-CF49-3763-EFB1A39F6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05/03/2026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DCB10D-C5BB-2917-DF70-EA5370A41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0441D07-F68C-45BB-C8D3-2E2CC203E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04869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43BE15-C65C-27C3-61B4-80C1F30AA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1320DE2-0858-1922-B384-1CE8329AC0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60F6030-1CD1-B615-86B5-B1346AA6BA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8BD856C-C1FB-7BF2-0304-FEC4FFFE04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14B603F-5221-7D67-93EE-E529FE3AEA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A06E7E5-D921-1202-C35C-B250C0B5B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05/03/2026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5F70C23-B57A-6E6B-A83C-91D846C49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B42A847-6E5C-4FB3-354B-F18CA8147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67762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8D2B64-4B38-F2C1-C4BB-05FB4C1AC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C50DCE0-6ECF-9939-BA74-504B6DE20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05/03/2026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B33A7B7-1519-0DD6-5808-2B7C77C38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BE9EABC-B14B-E612-3086-5D11BEB38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16697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B25FE73-8A5C-0A80-C7BB-0D41A6094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05/03/2026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CCDA556-8B76-82CF-2D9B-4170BFF1F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1D6AEDB-D5AA-76CE-9741-5F8EC108B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30686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CD63C3-2A0E-3199-F4C3-40A9BEE9A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1E618A-6441-BEA8-9A56-52A9F75FE6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A8982AB-FF9E-419D-49FC-FA55CBFD62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32492E-547F-4B4C-9C63-B3177E69F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05/03/2026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9EA5142-DC47-0459-137F-EF7AAD68B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019D715-B32D-045C-C766-A530EFB5E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59499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1D3433-2835-546D-EE78-E332A70DE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7BC949D-8DB1-0ED8-156D-DF157DF995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37DA3D4-54EF-91A9-6079-0A60B1B0D8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71CB21E-C5DF-5A5E-FB90-3FC7E821F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05/03/2026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082496B-B12A-C63A-71C4-FA0F3A65F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23DB693-9892-FCE1-865D-D93F429A4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11246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E012DE-9019-FBA6-DF73-41E892158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77AFA61-362E-79C4-0B76-562A18239D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BF0161C-4243-B038-5C77-FB019E682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05/03/2026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3F26D3C-2302-5EE2-7803-D2CBFEDF5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9C246A7-855D-2328-28D3-A6058F2A3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97533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7EF99B5-B043-1E7B-D449-21CAA66A1B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D14D571-7AD4-E43C-0E3B-BC25894DDB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74E0073-958D-7293-223B-91C4D294E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05/03/2026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32DE800-C5F9-28B2-4ED5-9397DFB49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B12D079-5868-1FFC-29FB-6A9954542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636247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28437FB2-A19A-79FB-08E6-3B3416ACE5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Título 21">
            <a:extLst>
              <a:ext uri="{FF2B5EF4-FFF2-40B4-BE49-F238E27FC236}">
                <a16:creationId xmlns:a16="http://schemas.microsoft.com/office/drawing/2014/main" id="{ED6B37BC-95D1-1359-6582-A83430704A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0421" y="2677459"/>
            <a:ext cx="6983932" cy="1503083"/>
          </a:xfrm>
        </p:spPr>
        <p:txBody>
          <a:bodyPr lIns="108000" tIns="36000" rIns="108000" bIns="36000">
            <a:normAutofit/>
          </a:bodyPr>
          <a:lstStyle>
            <a:lvl1pPr algn="ctr">
              <a:defRPr sz="2667">
                <a:solidFill>
                  <a:schemeClr val="bg1"/>
                </a:solidFill>
              </a:defRPr>
            </a:lvl1pPr>
          </a:lstStyle>
          <a:p>
            <a:r>
              <a:rPr lang="es-MX"/>
              <a:t>Haz clic para modificar el título del patrón</a:t>
            </a:r>
            <a:endParaRPr lang="es-ES_tradnl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91AF7175-4C59-8A0A-E1B2-9AF80DEBD11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402915" y="325689"/>
            <a:ext cx="810085" cy="426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405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ul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49964B36-D29C-6A4C-3B65-CE41A9DC23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957944" y="3007020"/>
            <a:ext cx="8713693" cy="1874901"/>
          </a:xfrm>
          <a:prstGeom prst="rect">
            <a:avLst/>
          </a:prstGeom>
        </p:spPr>
        <p:txBody>
          <a:bodyPr vert="horz" wrap="square" lIns="108000" tIns="36000" rIns="108000" bIns="36000" anchor="ctr" anchorCtr="0">
            <a:noAutofit/>
          </a:bodyPr>
          <a:lstStyle>
            <a:lvl1pPr algn="l">
              <a:defRPr sz="2933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_tradnl" err="1"/>
              <a:t>Click</a:t>
            </a:r>
            <a:r>
              <a:rPr lang="es-ES_tradnl"/>
              <a:t> to </a:t>
            </a:r>
            <a:r>
              <a:rPr lang="es-ES_tradnl" err="1"/>
              <a:t>edit</a:t>
            </a:r>
            <a:r>
              <a:rPr lang="es-ES_tradnl"/>
              <a:t> Master </a:t>
            </a:r>
            <a:r>
              <a:rPr lang="es-ES_tradnl" err="1"/>
              <a:t>title</a:t>
            </a:r>
            <a:r>
              <a:rPr lang="es-ES_tradnl"/>
              <a:t> </a:t>
            </a:r>
            <a:r>
              <a:rPr lang="es-ES_tradnl" err="1"/>
              <a:t>style</a:t>
            </a:r>
            <a:endParaRPr lang="en-US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E669F59-5AA8-FC7D-C466-DC8797D4BC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64" y="745642"/>
            <a:ext cx="2111248" cy="1111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3077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t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49905"/>
            <a:ext cx="7896000" cy="77787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0" y="1338943"/>
            <a:ext cx="10972800" cy="480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832994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28437FB2-A19A-79FB-08E6-3B3416ACE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Título 21">
            <a:extLst>
              <a:ext uri="{FF2B5EF4-FFF2-40B4-BE49-F238E27FC236}">
                <a16:creationId xmlns:a16="http://schemas.microsoft.com/office/drawing/2014/main" id="{ED6B37BC-95D1-1359-6582-A83430704A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0421" y="2677459"/>
            <a:ext cx="6983932" cy="1503083"/>
          </a:xfrm>
        </p:spPr>
        <p:txBody>
          <a:bodyPr lIns="108000" tIns="36000" rIns="108000" bIns="36000">
            <a:normAutofit/>
          </a:bodyPr>
          <a:lstStyle>
            <a:lvl1pPr algn="ctr">
              <a:defRPr sz="2667">
                <a:solidFill>
                  <a:schemeClr val="bg1"/>
                </a:solidFill>
              </a:defRPr>
            </a:lvl1pPr>
          </a:lstStyle>
          <a:p>
            <a:r>
              <a:rPr lang="es-MX"/>
              <a:t>Haz clic para modificar el título del patrón</a:t>
            </a:r>
            <a:endParaRPr lang="es-ES_tradnl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91AF7175-4C59-8A0A-E1B2-9AF80DEBD1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915" y="325689"/>
            <a:ext cx="810085" cy="426307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D5A497E9-8F3A-D4E2-4E2C-4DCC5D7DB5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E1F1FD42-4E30-DAC3-AAE7-71BF8B9955B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402915" y="325689"/>
            <a:ext cx="810085" cy="426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7897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610CF2D-52FA-CFB5-69C4-82EA7511E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2705B91B-9437-2CC0-733A-BF69FEE282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63" y="2789908"/>
            <a:ext cx="2428855" cy="1278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275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.pn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EA89EE3-65BA-05DD-A73B-3E9A666F2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602E1D3-973C-BBF1-2C8C-6F66C1054A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8E06749-9559-D2A1-B0DC-224A35275B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00A0D1-5618-4CAB-9766-D6CB01375B9B}" type="datetimeFigureOut">
              <a:rPr lang="es-MX" smtClean="0"/>
              <a:t>05/03/2026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E2F7B7-B1AD-4032-4AFC-78EB7299D1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33B72D7-ADB6-63A7-B4BC-69A8FDF4B9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71D58D7-643F-A0FE-FD5F-89214451350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71300" y="6642100"/>
            <a:ext cx="107473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MX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OXXO | Uso Interno</a:t>
            </a:r>
          </a:p>
        </p:txBody>
      </p:sp>
    </p:spTree>
    <p:extLst>
      <p:ext uri="{BB962C8B-B14F-4D97-AF65-F5344CB8AC3E}">
        <p14:creationId xmlns:p14="http://schemas.microsoft.com/office/powerpoint/2010/main" val="4038991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C122AED3-FD15-83A5-ECA7-6C9A81BC3D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1" y="149905"/>
            <a:ext cx="7898103" cy="7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338943"/>
            <a:ext cx="10972800" cy="48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933">
                <a:solidFill>
                  <a:srgbClr val="53565A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20BFA05D-292C-7FDF-6EBD-8F7561E1BBA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39339" y="325689"/>
            <a:ext cx="810085" cy="426307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B6450420-921C-12D8-6D2D-10B8D0616732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71300" y="6642100"/>
            <a:ext cx="107473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MX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OXXO | Uso Interno</a:t>
            </a:r>
          </a:p>
        </p:txBody>
      </p:sp>
    </p:spTree>
    <p:extLst>
      <p:ext uri="{BB962C8B-B14F-4D97-AF65-F5344CB8AC3E}">
        <p14:creationId xmlns:p14="http://schemas.microsoft.com/office/powerpoint/2010/main" val="3614363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133" b="1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5pPr>
      <a:lvl6pPr marL="609585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6pPr>
      <a:lvl7pPr marL="1219170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7pPr>
      <a:lvl8pPr marL="1828754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8pPr>
      <a:lvl9pPr marL="2438339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9pPr>
    </p:titleStyle>
    <p:bodyStyle>
      <a:lvl1pPr marL="239178" indent="-23917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100000"/>
        <a:buFont typeface="Wingdings" pitchFamily="2" charset="2"/>
        <a:buChar char="§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1pPr>
      <a:lvl2pPr marL="596885" indent="-35770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Font typeface="Arial" charset="0"/>
        <a:buChar char="–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2pPr>
      <a:lvl3pPr marL="954593" indent="-35770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100000"/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3pPr>
      <a:lvl4pPr marL="1314418" indent="-359824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90000"/>
        <a:buFont typeface="Lucida Grande" charset="0"/>
        <a:buChar char="&gt;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4pPr>
      <a:lvl5pPr marL="1672125" indent="-35770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60000"/>
        <a:buFont typeface="Wingdings" charset="2"/>
        <a:buChar char="u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7.xml"/><Relationship Id="rId13" Type="http://schemas.openxmlformats.org/officeDocument/2006/relationships/tags" Target="../tags/tag12.xml"/><Relationship Id="rId3" Type="http://schemas.openxmlformats.org/officeDocument/2006/relationships/tags" Target="../tags/tag2.xml"/><Relationship Id="rId7" Type="http://schemas.openxmlformats.org/officeDocument/2006/relationships/tags" Target="../tags/tag6.xml"/><Relationship Id="rId12" Type="http://schemas.openxmlformats.org/officeDocument/2006/relationships/tags" Target="../tags/tag11.xml"/><Relationship Id="rId2" Type="http://schemas.openxmlformats.org/officeDocument/2006/relationships/tags" Target="../tags/tag1.xml"/><Relationship Id="rId16" Type="http://schemas.openxmlformats.org/officeDocument/2006/relationships/slideLayout" Target="../slideLayouts/slideLayout14.xml"/><Relationship Id="rId1" Type="http://schemas.openxmlformats.org/officeDocument/2006/relationships/themeOverride" Target="../theme/themeOverride1.xml"/><Relationship Id="rId6" Type="http://schemas.openxmlformats.org/officeDocument/2006/relationships/tags" Target="../tags/tag5.xml"/><Relationship Id="rId11" Type="http://schemas.openxmlformats.org/officeDocument/2006/relationships/tags" Target="../tags/tag10.xml"/><Relationship Id="rId5" Type="http://schemas.openxmlformats.org/officeDocument/2006/relationships/tags" Target="../tags/tag4.xml"/><Relationship Id="rId15" Type="http://schemas.openxmlformats.org/officeDocument/2006/relationships/tags" Target="../tags/tag14.xml"/><Relationship Id="rId10" Type="http://schemas.openxmlformats.org/officeDocument/2006/relationships/tags" Target="../tags/tag9.xml"/><Relationship Id="rId4" Type="http://schemas.openxmlformats.org/officeDocument/2006/relationships/tags" Target="../tags/tag3.xml"/><Relationship Id="rId9" Type="http://schemas.openxmlformats.org/officeDocument/2006/relationships/tags" Target="../tags/tag8.xml"/><Relationship Id="rId14" Type="http://schemas.openxmlformats.org/officeDocument/2006/relationships/tags" Target="../tags/tag13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tags" Target="../tags/tag27.xml"/><Relationship Id="rId18" Type="http://schemas.openxmlformats.org/officeDocument/2006/relationships/tags" Target="../tags/tag32.xml"/><Relationship Id="rId26" Type="http://schemas.openxmlformats.org/officeDocument/2006/relationships/tags" Target="../tags/tag40.xml"/><Relationship Id="rId39" Type="http://schemas.openxmlformats.org/officeDocument/2006/relationships/tags" Target="../tags/tag53.xml"/><Relationship Id="rId21" Type="http://schemas.openxmlformats.org/officeDocument/2006/relationships/tags" Target="../tags/tag35.xml"/><Relationship Id="rId34" Type="http://schemas.openxmlformats.org/officeDocument/2006/relationships/tags" Target="../tags/tag48.xml"/><Relationship Id="rId42" Type="http://schemas.openxmlformats.org/officeDocument/2006/relationships/tags" Target="../tags/tag56.xml"/><Relationship Id="rId47" Type="http://schemas.openxmlformats.org/officeDocument/2006/relationships/tags" Target="../tags/tag61.xml"/><Relationship Id="rId50" Type="http://schemas.openxmlformats.org/officeDocument/2006/relationships/tags" Target="../tags/tag64.xml"/><Relationship Id="rId55" Type="http://schemas.openxmlformats.org/officeDocument/2006/relationships/tags" Target="../tags/tag69.xml"/><Relationship Id="rId7" Type="http://schemas.openxmlformats.org/officeDocument/2006/relationships/tags" Target="../tags/tag21.xml"/><Relationship Id="rId2" Type="http://schemas.openxmlformats.org/officeDocument/2006/relationships/tags" Target="../tags/tag16.xml"/><Relationship Id="rId16" Type="http://schemas.openxmlformats.org/officeDocument/2006/relationships/tags" Target="../tags/tag30.xml"/><Relationship Id="rId29" Type="http://schemas.openxmlformats.org/officeDocument/2006/relationships/tags" Target="../tags/tag43.xml"/><Relationship Id="rId11" Type="http://schemas.openxmlformats.org/officeDocument/2006/relationships/tags" Target="../tags/tag25.xml"/><Relationship Id="rId24" Type="http://schemas.openxmlformats.org/officeDocument/2006/relationships/tags" Target="../tags/tag38.xml"/><Relationship Id="rId32" Type="http://schemas.openxmlformats.org/officeDocument/2006/relationships/tags" Target="../tags/tag46.xml"/><Relationship Id="rId37" Type="http://schemas.openxmlformats.org/officeDocument/2006/relationships/tags" Target="../tags/tag51.xml"/><Relationship Id="rId40" Type="http://schemas.openxmlformats.org/officeDocument/2006/relationships/tags" Target="../tags/tag54.xml"/><Relationship Id="rId45" Type="http://schemas.openxmlformats.org/officeDocument/2006/relationships/tags" Target="../tags/tag59.xml"/><Relationship Id="rId53" Type="http://schemas.openxmlformats.org/officeDocument/2006/relationships/tags" Target="../tags/tag67.xml"/><Relationship Id="rId58" Type="http://schemas.openxmlformats.org/officeDocument/2006/relationships/tags" Target="../tags/tag72.xml"/><Relationship Id="rId5" Type="http://schemas.openxmlformats.org/officeDocument/2006/relationships/tags" Target="../tags/tag19.xml"/><Relationship Id="rId19" Type="http://schemas.openxmlformats.org/officeDocument/2006/relationships/tags" Target="../tags/tag33.xml"/><Relationship Id="rId4" Type="http://schemas.openxmlformats.org/officeDocument/2006/relationships/tags" Target="../tags/tag18.xml"/><Relationship Id="rId9" Type="http://schemas.openxmlformats.org/officeDocument/2006/relationships/tags" Target="../tags/tag23.xml"/><Relationship Id="rId14" Type="http://schemas.openxmlformats.org/officeDocument/2006/relationships/tags" Target="../tags/tag28.xml"/><Relationship Id="rId22" Type="http://schemas.openxmlformats.org/officeDocument/2006/relationships/tags" Target="../tags/tag36.xml"/><Relationship Id="rId27" Type="http://schemas.openxmlformats.org/officeDocument/2006/relationships/tags" Target="../tags/tag41.xml"/><Relationship Id="rId30" Type="http://schemas.openxmlformats.org/officeDocument/2006/relationships/tags" Target="../tags/tag44.xml"/><Relationship Id="rId35" Type="http://schemas.openxmlformats.org/officeDocument/2006/relationships/tags" Target="../tags/tag49.xml"/><Relationship Id="rId43" Type="http://schemas.openxmlformats.org/officeDocument/2006/relationships/tags" Target="../tags/tag57.xml"/><Relationship Id="rId48" Type="http://schemas.openxmlformats.org/officeDocument/2006/relationships/tags" Target="../tags/tag62.xml"/><Relationship Id="rId56" Type="http://schemas.openxmlformats.org/officeDocument/2006/relationships/tags" Target="../tags/tag70.xml"/><Relationship Id="rId8" Type="http://schemas.openxmlformats.org/officeDocument/2006/relationships/tags" Target="../tags/tag22.xml"/><Relationship Id="rId51" Type="http://schemas.openxmlformats.org/officeDocument/2006/relationships/tags" Target="../tags/tag65.xml"/><Relationship Id="rId3" Type="http://schemas.openxmlformats.org/officeDocument/2006/relationships/tags" Target="../tags/tag17.xml"/><Relationship Id="rId12" Type="http://schemas.openxmlformats.org/officeDocument/2006/relationships/tags" Target="../tags/tag26.xml"/><Relationship Id="rId17" Type="http://schemas.openxmlformats.org/officeDocument/2006/relationships/tags" Target="../tags/tag31.xml"/><Relationship Id="rId25" Type="http://schemas.openxmlformats.org/officeDocument/2006/relationships/tags" Target="../tags/tag39.xml"/><Relationship Id="rId33" Type="http://schemas.openxmlformats.org/officeDocument/2006/relationships/tags" Target="../tags/tag47.xml"/><Relationship Id="rId38" Type="http://schemas.openxmlformats.org/officeDocument/2006/relationships/tags" Target="../tags/tag52.xml"/><Relationship Id="rId46" Type="http://schemas.openxmlformats.org/officeDocument/2006/relationships/tags" Target="../tags/tag60.xml"/><Relationship Id="rId59" Type="http://schemas.openxmlformats.org/officeDocument/2006/relationships/slideLayout" Target="../slideLayouts/slideLayout14.xml"/><Relationship Id="rId20" Type="http://schemas.openxmlformats.org/officeDocument/2006/relationships/tags" Target="../tags/tag34.xml"/><Relationship Id="rId41" Type="http://schemas.openxmlformats.org/officeDocument/2006/relationships/tags" Target="../tags/tag55.xml"/><Relationship Id="rId54" Type="http://schemas.openxmlformats.org/officeDocument/2006/relationships/tags" Target="../tags/tag68.xml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15" Type="http://schemas.openxmlformats.org/officeDocument/2006/relationships/tags" Target="../tags/tag29.xml"/><Relationship Id="rId23" Type="http://schemas.openxmlformats.org/officeDocument/2006/relationships/tags" Target="../tags/tag37.xml"/><Relationship Id="rId28" Type="http://schemas.openxmlformats.org/officeDocument/2006/relationships/tags" Target="../tags/tag42.xml"/><Relationship Id="rId36" Type="http://schemas.openxmlformats.org/officeDocument/2006/relationships/tags" Target="../tags/tag50.xml"/><Relationship Id="rId49" Type="http://schemas.openxmlformats.org/officeDocument/2006/relationships/tags" Target="../tags/tag63.xml"/><Relationship Id="rId57" Type="http://schemas.openxmlformats.org/officeDocument/2006/relationships/tags" Target="../tags/tag71.xml"/><Relationship Id="rId10" Type="http://schemas.openxmlformats.org/officeDocument/2006/relationships/tags" Target="../tags/tag24.xml"/><Relationship Id="rId31" Type="http://schemas.openxmlformats.org/officeDocument/2006/relationships/tags" Target="../tags/tag45.xml"/><Relationship Id="rId44" Type="http://schemas.openxmlformats.org/officeDocument/2006/relationships/tags" Target="../tags/tag58.xml"/><Relationship Id="rId52" Type="http://schemas.openxmlformats.org/officeDocument/2006/relationships/tags" Target="../tags/tag6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slide" Target="slide10.xml"/><Relationship Id="rId3" Type="http://schemas.openxmlformats.org/officeDocument/2006/relationships/image" Target="../media/image6.png"/><Relationship Id="rId7" Type="http://schemas.openxmlformats.org/officeDocument/2006/relationships/slide" Target="slide7.xml"/><Relationship Id="rId12" Type="http://schemas.openxmlformats.org/officeDocument/2006/relationships/image" Target="../media/image9.png"/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7.png"/><Relationship Id="rId11" Type="http://schemas.openxmlformats.org/officeDocument/2006/relationships/image" Target="../media/image80.png"/><Relationship Id="rId5" Type="http://schemas.openxmlformats.org/officeDocument/2006/relationships/image" Target="../media/image60.png"/><Relationship Id="rId10" Type="http://schemas.openxmlformats.org/officeDocument/2006/relationships/slide" Target="slide9.xml"/><Relationship Id="rId4" Type="http://schemas.openxmlformats.org/officeDocument/2006/relationships/slide" Target="slide6.xml"/><Relationship Id="rId9" Type="http://schemas.openxmlformats.org/officeDocument/2006/relationships/image" Target="../media/image8.png"/><Relationship Id="rId14" Type="http://schemas.openxmlformats.org/officeDocument/2006/relationships/image" Target="../media/image9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tags" Target="../tags/tag73.xml"/><Relationship Id="rId1" Type="http://schemas.openxmlformats.org/officeDocument/2006/relationships/themeOverride" Target="../theme/themeOverride5.xml"/><Relationship Id="rId4" Type="http://schemas.openxmlformats.org/officeDocument/2006/relationships/notesSlide" Target="../notesSlides/notesSlide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BCC94514-1502-7445-9201-7BD20CD9B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5229" y="2677459"/>
            <a:ext cx="8949124" cy="1503083"/>
          </a:xfrm>
        </p:spPr>
        <p:txBody>
          <a:bodyPr/>
          <a:lstStyle/>
          <a:p>
            <a:r>
              <a:rPr lang="es-ES_tradnl" sz="2650" dirty="0" err="1"/>
              <a:t>Fit</a:t>
            </a:r>
            <a:r>
              <a:rPr lang="es-ES_tradnl" sz="2650" dirty="0"/>
              <a:t> </a:t>
            </a:r>
            <a:r>
              <a:rPr lang="es-ES_tradnl" sz="2650" dirty="0" err="1"/>
              <a:t>for</a:t>
            </a:r>
            <a:r>
              <a:rPr lang="es-ES_tradnl" sz="2650" dirty="0"/>
              <a:t> </a:t>
            </a:r>
            <a:r>
              <a:rPr lang="es-ES_tradnl" sz="2650" dirty="0" err="1"/>
              <a:t>Purpose</a:t>
            </a:r>
            <a:r>
              <a:rPr lang="es-ES_tradnl" sz="2650" dirty="0"/>
              <a:t> 2026</a:t>
            </a:r>
            <a:br>
              <a:rPr lang="es-ES_tradnl" sz="2650" dirty="0"/>
            </a:br>
            <a:r>
              <a:rPr lang="es-ES_tradnl" sz="2650" b="1" dirty="0"/>
              <a:t>Tecnología de Información | Soluciones Cadena de Suministro</a:t>
            </a:r>
            <a:br>
              <a:rPr lang="es-ES_tradnl" sz="2650" b="0" i="1" dirty="0"/>
            </a:br>
            <a:r>
              <a:rPr lang="es-ES_tradnl" sz="2400" b="0" i="1" dirty="0"/>
              <a:t>Etapa de Detalle de actividades e interacciones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9847210-94E5-A154-DA52-73E17453356B}"/>
              </a:ext>
            </a:extLst>
          </p:cNvPr>
          <p:cNvSpPr txBox="1"/>
          <p:nvPr/>
        </p:nvSpPr>
        <p:spPr>
          <a:xfrm>
            <a:off x="10553700" y="6324600"/>
            <a:ext cx="1800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Marzo 2026</a:t>
            </a:r>
          </a:p>
        </p:txBody>
      </p:sp>
    </p:spTree>
    <p:extLst>
      <p:ext uri="{BB962C8B-B14F-4D97-AF65-F5344CB8AC3E}">
        <p14:creationId xmlns:p14="http://schemas.microsoft.com/office/powerpoint/2010/main" val="3748555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C3242F-D6B6-8883-7120-F7EB9B266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Agenda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537DE6F-1964-E3F7-C046-CE9D29BB7E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815193"/>
            <a:ext cx="10972800" cy="4800000"/>
          </a:xfrm>
        </p:spPr>
        <p:txBody>
          <a:bodyPr anchor="ctr"/>
          <a:lstStyle/>
          <a:p>
            <a:pPr>
              <a:lnSpc>
                <a:spcPct val="150000"/>
              </a:lnSpc>
            </a:pPr>
            <a:r>
              <a:rPr lang="es-MX"/>
              <a:t>Racional </a:t>
            </a:r>
            <a:r>
              <a:rPr lang="es-MX" err="1"/>
              <a:t>Fit</a:t>
            </a:r>
            <a:r>
              <a:rPr lang="es-MX"/>
              <a:t> </a:t>
            </a:r>
            <a:r>
              <a:rPr lang="es-MX" err="1"/>
              <a:t>for</a:t>
            </a:r>
            <a:r>
              <a:rPr lang="es-MX"/>
              <a:t> </a:t>
            </a:r>
            <a:r>
              <a:rPr lang="es-MX" err="1"/>
              <a:t>Purpose</a:t>
            </a:r>
            <a:r>
              <a:rPr lang="es-MX"/>
              <a:t> (5 min)</a:t>
            </a:r>
          </a:p>
          <a:p>
            <a:pPr lvl="1">
              <a:lnSpc>
                <a:spcPct val="150000"/>
              </a:lnSpc>
            </a:pPr>
            <a:r>
              <a:rPr lang="es-MX"/>
              <a:t>Alcance 2026</a:t>
            </a:r>
          </a:p>
          <a:p>
            <a:pPr>
              <a:lnSpc>
                <a:spcPct val="150000"/>
              </a:lnSpc>
            </a:pPr>
            <a:r>
              <a:rPr lang="es-MX"/>
              <a:t>Entendimiento posiciones plataforma (40 min)</a:t>
            </a:r>
          </a:p>
          <a:p>
            <a:pPr lvl="1">
              <a:lnSpc>
                <a:spcPct val="150000"/>
              </a:lnSpc>
            </a:pPr>
            <a:r>
              <a:rPr lang="es-MX"/>
              <a:t>Percepción inicial</a:t>
            </a:r>
          </a:p>
          <a:p>
            <a:pPr lvl="1">
              <a:lnSpc>
                <a:spcPct val="150000"/>
              </a:lnSpc>
            </a:pPr>
            <a:r>
              <a:rPr lang="es-MX"/>
              <a:t>Descripción de puesto L2</a:t>
            </a:r>
          </a:p>
          <a:p>
            <a:pPr lvl="1">
              <a:lnSpc>
                <a:spcPct val="150000"/>
              </a:lnSpc>
            </a:pPr>
            <a:r>
              <a:rPr lang="es-MX"/>
              <a:t>Principales contribuciones del área</a:t>
            </a:r>
          </a:p>
          <a:p>
            <a:pPr lvl="1">
              <a:lnSpc>
                <a:spcPct val="150000"/>
              </a:lnSpc>
            </a:pPr>
            <a:r>
              <a:rPr lang="es-MX"/>
              <a:t>Interacciones entre áreas y procesos clave</a:t>
            </a:r>
          </a:p>
          <a:p>
            <a:pPr>
              <a:lnSpc>
                <a:spcPct val="150000"/>
              </a:lnSpc>
            </a:pPr>
            <a:r>
              <a:rPr lang="es-MX"/>
              <a:t>Siguientes pasos (5 min)</a:t>
            </a:r>
          </a:p>
          <a:p>
            <a:endParaRPr lang="es-MX"/>
          </a:p>
          <a:p>
            <a:endParaRPr lang="es-MX"/>
          </a:p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590622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30">
            <a:extLst>
              <a:ext uri="{FF2B5EF4-FFF2-40B4-BE49-F238E27FC236}">
                <a16:creationId xmlns:a16="http://schemas.microsoft.com/office/drawing/2014/main" id="{BCF91F4B-9BD8-B6BB-D452-AB34BA160CF2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2529841" y="585778"/>
            <a:ext cx="5160263" cy="353620"/>
          </a:xfrm>
          <a:prstGeom prst="rect">
            <a:avLst/>
          </a:prstGeom>
          <a:solidFill>
            <a:srgbClr val="FF7F3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3" name="Rectangle 30">
            <a:extLst>
              <a:ext uri="{FF2B5EF4-FFF2-40B4-BE49-F238E27FC236}">
                <a16:creationId xmlns:a16="http://schemas.microsoft.com/office/drawing/2014/main" id="{D5F622C4-A1C4-D27E-EBA7-0B1673BA546E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1414275" y="222452"/>
            <a:ext cx="5297421" cy="353620"/>
          </a:xfrm>
          <a:prstGeom prst="rect">
            <a:avLst/>
          </a:prstGeom>
          <a:solidFill>
            <a:srgbClr val="FF7F3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CE1984FD-325A-1DAF-441E-E4E389F39E0D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08760" y="170280"/>
            <a:ext cx="7931152" cy="830997"/>
          </a:xfrm>
          <a:noFill/>
        </p:spPr>
        <p:txBody>
          <a:bodyPr vert="horz"/>
          <a:lstStyle/>
          <a:p>
            <a:r>
              <a:rPr lang="es-ES"/>
              <a:t>Hemos </a:t>
            </a:r>
            <a:r>
              <a:rPr lang="es-ES">
                <a:solidFill>
                  <a:schemeClr val="bg1"/>
                </a:solidFill>
              </a:rPr>
              <a:t>completado el diseño de nuestra organización, </a:t>
            </a:r>
            <a:r>
              <a:rPr lang="es-ES"/>
              <a:t>un primer paso crítico en la </a:t>
            </a:r>
            <a:r>
              <a:rPr lang="es-ES">
                <a:solidFill>
                  <a:schemeClr val="bg1"/>
                </a:solidFill>
              </a:rPr>
              <a:t>redefinición de nuestra dirección estratégica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5" name="btfpBulletedList340998">
            <a:extLst>
              <a:ext uri="{FF2B5EF4-FFF2-40B4-BE49-F238E27FC236}">
                <a16:creationId xmlns:a16="http://schemas.microsoft.com/office/drawing/2014/main" id="{6774FF68-F920-0700-BE7A-A260E0F70D61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330242" y="1430015"/>
            <a:ext cx="11531558" cy="935159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77800" marR="0" lvl="0" indent="-177800" algn="l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s-E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La nueva organización que estamos construyendo está adaptada a nuestro propósito y lista para cumplir con nuestra dirección estratégica redefinida.</a:t>
            </a:r>
          </a:p>
          <a:p>
            <a:pPr marL="177800" marR="0" lvl="0" indent="-177800" algn="l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s-E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El diseño del modelo operativo contempla 5 cambios principales: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6" name="Rectangle 25">
            <a:extLst>
              <a:ext uri="{FF2B5EF4-FFF2-40B4-BE49-F238E27FC236}">
                <a16:creationId xmlns:a16="http://schemas.microsoft.com/office/drawing/2014/main" id="{40624427-A82C-57CA-2AE4-F626493A8C6F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1170517" y="2834940"/>
            <a:ext cx="9611444" cy="4191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Coloca al </a:t>
            </a: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Cliente en el centro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, anclando la propuesta de valor en nuestras tiendas y asegurando que el cliente sea el eje de todos nuestros procesos. Fortalecer la </a:t>
            </a: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Voz del Cliente 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para asegurar el valor a largo plazo.</a:t>
            </a:r>
          </a:p>
        </p:txBody>
      </p:sp>
      <p:sp>
        <p:nvSpPr>
          <p:cNvPr id="17" name="Rectangle 26">
            <a:extLst>
              <a:ext uri="{FF2B5EF4-FFF2-40B4-BE49-F238E27FC236}">
                <a16:creationId xmlns:a16="http://schemas.microsoft.com/office/drawing/2014/main" id="{655212EF-CD3E-1EC4-B1D1-6F50C2E9A5D1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1170517" y="3521201"/>
            <a:ext cx="9611444" cy="4191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Enfoque al </a:t>
            </a: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crecimiento principal del negocio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, construyendo alrededor de las tres misiones estratégicas (impulso, reposición diaria y </a:t>
            </a:r>
            <a:r>
              <a:rPr kumimoji="0" lang="es-E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foodvenience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), reenfocando nuestra estrategia comercial.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8" name="Rectangle 27">
            <a:extLst>
              <a:ext uri="{FF2B5EF4-FFF2-40B4-BE49-F238E27FC236}">
                <a16:creationId xmlns:a16="http://schemas.microsoft.com/office/drawing/2014/main" id="{1AC72AEF-A584-F23F-DA39-C1A3FC62F5DC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1170517" y="4156662"/>
            <a:ext cx="9611444" cy="4191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Establece a Servicios Comerciales como un motor de crecimiento 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independiente, con enfoque y recursos dedicados.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9" name="Rectangle 28">
            <a:extLst>
              <a:ext uri="{FF2B5EF4-FFF2-40B4-BE49-F238E27FC236}">
                <a16:creationId xmlns:a16="http://schemas.microsoft.com/office/drawing/2014/main" id="{85190384-2B37-CA71-97A1-BBE5276C2F52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170517" y="4792123"/>
            <a:ext cx="9611444" cy="4191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Incorpora excelencia operativa en los procesos </a:t>
            </a:r>
            <a:r>
              <a:rPr kumimoji="0" lang="es-ES" sz="1600" b="1" i="0" u="none" strike="noStrike" kern="1200" cap="none" spc="0" normalizeH="0" baseline="0" noProof="0" err="1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end-to-end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, para ofrecer una ejecución eficiente en tienda y brindar a los clientes una experiencia </a:t>
            </a:r>
            <a:r>
              <a:rPr kumimoji="0" lang="es-E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best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-</a:t>
            </a:r>
            <a:r>
              <a:rPr kumimoji="0" lang="es-E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in-class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.</a:t>
            </a:r>
            <a:endParaRPr kumimoji="0" lang="es-MX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20" name="Rectangle 29">
            <a:extLst>
              <a:ext uri="{FF2B5EF4-FFF2-40B4-BE49-F238E27FC236}">
                <a16:creationId xmlns:a16="http://schemas.microsoft.com/office/drawing/2014/main" id="{B88B6AC4-B4D5-B039-DA62-4A94019FBAC8}"/>
              </a:ext>
            </a:extLst>
          </p:cNvPr>
          <p:cNvSpPr/>
          <p:nvPr>
            <p:custDataLst>
              <p:tags r:id="rId10"/>
            </p:custDataLst>
          </p:nvPr>
        </p:nvSpPr>
        <p:spPr bwMode="auto">
          <a:xfrm>
            <a:off x="1170517" y="5528946"/>
            <a:ext cx="9611444" cy="4191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Fortalece Estrategia y Transformación 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como el orquestador del cambio y asegurador de la generación de valor en nuestras iniciativas de negocio a largo plazo.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21" name="btfpNumberBubble877561">
            <a:extLst>
              <a:ext uri="{FF2B5EF4-FFF2-40B4-BE49-F238E27FC236}">
                <a16:creationId xmlns:a16="http://schemas.microsoft.com/office/drawing/2014/main" id="{04E4DEA9-AE37-1503-B393-CA7C5875B871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791399" y="2764299"/>
            <a:ext cx="317500" cy="317500"/>
          </a:xfrm>
          <a:prstGeom prst="ellipse">
            <a:avLst/>
          </a:prstGeom>
          <a:solidFill>
            <a:srgbClr val="FF7F32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1</a:t>
            </a:r>
          </a:p>
        </p:txBody>
      </p:sp>
      <p:sp>
        <p:nvSpPr>
          <p:cNvPr id="22" name="btfpNumberBubble877561">
            <a:extLst>
              <a:ext uri="{FF2B5EF4-FFF2-40B4-BE49-F238E27FC236}">
                <a16:creationId xmlns:a16="http://schemas.microsoft.com/office/drawing/2014/main" id="{38793E7E-F9AA-070E-86C7-6C7DD4DF96ED}"/>
              </a:ext>
            </a:extLst>
          </p:cNvPr>
          <p:cNvSpPr/>
          <p:nvPr>
            <p:custDataLst>
              <p:tags r:id="rId12"/>
            </p:custDataLst>
          </p:nvPr>
        </p:nvSpPr>
        <p:spPr bwMode="auto">
          <a:xfrm>
            <a:off x="791399" y="3583848"/>
            <a:ext cx="317500" cy="317500"/>
          </a:xfrm>
          <a:prstGeom prst="ellipse">
            <a:avLst/>
          </a:prstGeom>
          <a:solidFill>
            <a:srgbClr val="FF7F32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2</a:t>
            </a:r>
          </a:p>
        </p:txBody>
      </p:sp>
      <p:sp>
        <p:nvSpPr>
          <p:cNvPr id="23" name="btfpNumberBubble877561">
            <a:extLst>
              <a:ext uri="{FF2B5EF4-FFF2-40B4-BE49-F238E27FC236}">
                <a16:creationId xmlns:a16="http://schemas.microsoft.com/office/drawing/2014/main" id="{34E1A335-0385-7EF0-6264-89D4C7B51E88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791399" y="4191559"/>
            <a:ext cx="317500" cy="317500"/>
          </a:xfrm>
          <a:prstGeom prst="ellipse">
            <a:avLst/>
          </a:prstGeom>
          <a:solidFill>
            <a:srgbClr val="FF7F32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3</a:t>
            </a:r>
          </a:p>
        </p:txBody>
      </p:sp>
      <p:sp>
        <p:nvSpPr>
          <p:cNvPr id="24" name="btfpNumberBubble877561">
            <a:extLst>
              <a:ext uri="{FF2B5EF4-FFF2-40B4-BE49-F238E27FC236}">
                <a16:creationId xmlns:a16="http://schemas.microsoft.com/office/drawing/2014/main" id="{3F50E6D1-0F58-ED65-920B-4A1A841D5535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791399" y="4822589"/>
            <a:ext cx="317500" cy="317500"/>
          </a:xfrm>
          <a:prstGeom prst="ellipse">
            <a:avLst/>
          </a:prstGeom>
          <a:solidFill>
            <a:srgbClr val="FF7F32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4</a:t>
            </a:r>
          </a:p>
        </p:txBody>
      </p:sp>
      <p:sp>
        <p:nvSpPr>
          <p:cNvPr id="25" name="btfpNumberBubble877561">
            <a:extLst>
              <a:ext uri="{FF2B5EF4-FFF2-40B4-BE49-F238E27FC236}">
                <a16:creationId xmlns:a16="http://schemas.microsoft.com/office/drawing/2014/main" id="{69C1F2FF-09E9-44EA-5870-E583E53F3CF6}"/>
              </a:ext>
            </a:extLst>
          </p:cNvPr>
          <p:cNvSpPr/>
          <p:nvPr>
            <p:custDataLst>
              <p:tags r:id="rId15"/>
            </p:custDataLst>
          </p:nvPr>
        </p:nvSpPr>
        <p:spPr bwMode="auto">
          <a:xfrm>
            <a:off x="791399" y="5573800"/>
            <a:ext cx="317500" cy="317500"/>
          </a:xfrm>
          <a:prstGeom prst="ellipse">
            <a:avLst/>
          </a:prstGeom>
          <a:solidFill>
            <a:srgbClr val="FF7F32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52862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26A517-8AEA-04F6-EDB3-A9A94D630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err="1">
                <a:latin typeface="+mj-lt"/>
              </a:rPr>
              <a:t>Proceso</a:t>
            </a:r>
            <a:r>
              <a:rPr lang="en-US" noProof="0">
                <a:latin typeface="+mj-lt"/>
              </a:rPr>
              <a:t> Diseño FFP</a:t>
            </a:r>
            <a:endParaRPr lang="es-MX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75F14585-98E7-A3BC-F2F7-1B2A2C19AAAD}"/>
              </a:ext>
            </a:extLst>
          </p:cNvPr>
          <p:cNvSpPr/>
          <p:nvPr/>
        </p:nvSpPr>
        <p:spPr bwMode="auto">
          <a:xfrm>
            <a:off x="333729" y="1094890"/>
            <a:ext cx="11528071" cy="3801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600" b="1" i="0" u="none" strike="noStrike" kern="1200" cap="none" spc="300" normalizeH="0" baseline="0" noProof="0">
                <a:ln>
                  <a:noFill/>
                </a:ln>
                <a:solidFill>
                  <a:srgbClr val="7486B2">
                    <a:lumMod val="75000"/>
                  </a:srgbClr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ESTRATEGIA OXXO 2030</a:t>
            </a:r>
          </a:p>
        </p:txBody>
      </p:sp>
      <p:sp>
        <p:nvSpPr>
          <p:cNvPr id="4" name="btfpSequenceArrow919092">
            <a:extLst>
              <a:ext uri="{FF2B5EF4-FFF2-40B4-BE49-F238E27FC236}">
                <a16:creationId xmlns:a16="http://schemas.microsoft.com/office/drawing/2014/main" id="{32C0E100-53E6-2841-146A-57184924C1BD}"/>
              </a:ext>
            </a:extLst>
          </p:cNvPr>
          <p:cNvSpPr/>
          <p:nvPr/>
        </p:nvSpPr>
        <p:spPr bwMode="auto">
          <a:xfrm rot="5400000">
            <a:off x="5969873" y="1073320"/>
            <a:ext cx="252255" cy="972980"/>
          </a:xfrm>
          <a:custGeom>
            <a:avLst/>
            <a:gdLst/>
            <a:ahLst/>
            <a:cxnLst/>
            <a:rect l="0" t="0" r="0" b="0"/>
            <a:pathLst>
              <a:path w="252255" h="972980">
                <a:moveTo>
                  <a:pt x="38100" y="0"/>
                </a:moveTo>
                <a:lnTo>
                  <a:pt x="252254" y="486489"/>
                </a:lnTo>
                <a:lnTo>
                  <a:pt x="38100" y="972979"/>
                </a:lnTo>
                <a:lnTo>
                  <a:pt x="0" y="972979"/>
                </a:lnTo>
                <a:lnTo>
                  <a:pt x="214154" y="486489"/>
                </a:lnTo>
                <a:lnTo>
                  <a:pt x="0" y="0"/>
                </a:lnTo>
              </a:path>
            </a:pathLst>
          </a:custGeom>
          <a:solidFill>
            <a:srgbClr val="D6D6D6"/>
          </a:solidFill>
          <a:ln w="9525" cap="flat" cmpd="sng" algn="ctr">
            <a:solidFill>
              <a:srgbClr val="D6D6D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177800" marR="0" lvl="0" indent="-177800" algn="ctr" defTabSz="711200" rtl="0" eaLnBrk="1" fontAlgn="auto" latinLnBrk="0" hangingPunct="1">
              <a:lnSpc>
                <a:spcPct val="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grpSp>
        <p:nvGrpSpPr>
          <p:cNvPr id="5" name="btfpColumnIndicatorGroup2">
            <a:extLst>
              <a:ext uri="{FF2B5EF4-FFF2-40B4-BE49-F238E27FC236}">
                <a16:creationId xmlns:a16="http://schemas.microsoft.com/office/drawing/2014/main" id="{9E084A55-CBD2-8C41-A3B9-3D5035C9425A}"/>
              </a:ext>
            </a:extLst>
          </p:cNvPr>
          <p:cNvGrpSpPr/>
          <p:nvPr/>
        </p:nvGrpSpPr>
        <p:grpSpPr>
          <a:xfrm>
            <a:off x="0" y="6743700"/>
            <a:ext cx="12192000" cy="137160"/>
            <a:chOff x="0" y="6926580"/>
            <a:chExt cx="12192000" cy="137160"/>
          </a:xfrm>
        </p:grpSpPr>
        <p:sp>
          <p:nvSpPr>
            <p:cNvPr id="6" name="btfpColumnGapBlocker778473">
              <a:extLst>
                <a:ext uri="{FF2B5EF4-FFF2-40B4-BE49-F238E27FC236}">
                  <a16:creationId xmlns:a16="http://schemas.microsoft.com/office/drawing/2014/main" id="{38727832-9A34-C9EB-96D0-1645E9B10D03}"/>
                </a:ext>
              </a:extLst>
            </p:cNvPr>
            <p:cNvSpPr/>
            <p:nvPr/>
          </p:nvSpPr>
          <p:spPr bwMode="auto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25000"/>
                </a:srgbClr>
              </a:fgClr>
              <a:bgClr>
                <a:srgbClr val="FFFFFF">
                  <a:alpha val="25000"/>
                </a:srgbClr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" name="btfpColumnGapBlocker507801">
              <a:extLst>
                <a:ext uri="{FF2B5EF4-FFF2-40B4-BE49-F238E27FC236}">
                  <a16:creationId xmlns:a16="http://schemas.microsoft.com/office/drawing/2014/main" id="{84BFDCD7-8059-57E6-DA15-22F1B7C83B70}"/>
                </a:ext>
              </a:extLst>
            </p:cNvPr>
            <p:cNvSpPr/>
            <p:nvPr/>
          </p:nvSpPr>
          <p:spPr bwMode="auto">
            <a:xfrm>
              <a:off x="8845550" y="6926580"/>
              <a:ext cx="533400" cy="137160"/>
            </a:xfrm>
            <a:prstGeom prst="rect">
              <a:avLst/>
            </a:prstGeom>
            <a:pattFill prst="ltUpDiag">
              <a:fgClr>
                <a:srgbClr val="333333">
                  <a:alpha val="25000"/>
                </a:srgbClr>
              </a:fgClr>
              <a:bgClr>
                <a:srgbClr val="FFFFFF">
                  <a:alpha val="25000"/>
                </a:srgbClr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8" name="btfpColumnIndicator394169">
              <a:extLst>
                <a:ext uri="{FF2B5EF4-FFF2-40B4-BE49-F238E27FC236}">
                  <a16:creationId xmlns:a16="http://schemas.microsoft.com/office/drawing/2014/main" id="{4057D973-3C06-FD78-A505-DB0DBE3D521C}"/>
                </a:ext>
              </a:extLst>
            </p:cNvPr>
            <p:cNvCxnSpPr/>
            <p:nvPr/>
          </p:nvCxnSpPr>
          <p:spPr bwMode="auto">
            <a:xfrm flipV="1">
              <a:off x="1186180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" name="btfpColumnIndicator195234">
              <a:extLst>
                <a:ext uri="{FF2B5EF4-FFF2-40B4-BE49-F238E27FC236}">
                  <a16:creationId xmlns:a16="http://schemas.microsoft.com/office/drawing/2014/main" id="{9F53728A-85E0-25CF-443D-7BD68CC4F684}"/>
                </a:ext>
              </a:extLst>
            </p:cNvPr>
            <p:cNvCxnSpPr/>
            <p:nvPr/>
          </p:nvCxnSpPr>
          <p:spPr bwMode="auto">
            <a:xfrm flipV="1">
              <a:off x="937895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0" name="btfpColumnGapBlocker735060">
              <a:extLst>
                <a:ext uri="{FF2B5EF4-FFF2-40B4-BE49-F238E27FC236}">
                  <a16:creationId xmlns:a16="http://schemas.microsoft.com/office/drawing/2014/main" id="{C63F85B6-A679-E461-C65C-D4878CC4F5C4}"/>
                </a:ext>
              </a:extLst>
            </p:cNvPr>
            <p:cNvSpPr/>
            <p:nvPr/>
          </p:nvSpPr>
          <p:spPr bwMode="auto">
            <a:xfrm>
              <a:off x="5829300" y="6926580"/>
              <a:ext cx="533400" cy="137160"/>
            </a:xfrm>
            <a:prstGeom prst="rect">
              <a:avLst/>
            </a:prstGeom>
            <a:pattFill prst="ltUpDiag">
              <a:fgClr>
                <a:srgbClr val="333333">
                  <a:alpha val="25000"/>
                </a:srgbClr>
              </a:fgClr>
              <a:bgClr>
                <a:srgbClr val="FFFFFF">
                  <a:alpha val="25000"/>
                </a:srgbClr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11" name="btfpColumnIndicator244233">
              <a:extLst>
                <a:ext uri="{FF2B5EF4-FFF2-40B4-BE49-F238E27FC236}">
                  <a16:creationId xmlns:a16="http://schemas.microsoft.com/office/drawing/2014/main" id="{011FDCAF-4616-70B3-6D29-CE01067CEBF6}"/>
                </a:ext>
              </a:extLst>
            </p:cNvPr>
            <p:cNvCxnSpPr/>
            <p:nvPr/>
          </p:nvCxnSpPr>
          <p:spPr bwMode="auto">
            <a:xfrm flipV="1">
              <a:off x="884555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" name="btfpColumnIndicator333553">
              <a:extLst>
                <a:ext uri="{FF2B5EF4-FFF2-40B4-BE49-F238E27FC236}">
                  <a16:creationId xmlns:a16="http://schemas.microsoft.com/office/drawing/2014/main" id="{15F3DF43-5256-AD1D-DE63-32EFA89280CD}"/>
                </a:ext>
              </a:extLst>
            </p:cNvPr>
            <p:cNvCxnSpPr/>
            <p:nvPr/>
          </p:nvCxnSpPr>
          <p:spPr bwMode="auto">
            <a:xfrm flipV="1">
              <a:off x="636270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7" name="btfpColumnGapBlocker124413">
              <a:extLst>
                <a:ext uri="{FF2B5EF4-FFF2-40B4-BE49-F238E27FC236}">
                  <a16:creationId xmlns:a16="http://schemas.microsoft.com/office/drawing/2014/main" id="{B708EAC4-35F1-32E3-4796-B7BD11457065}"/>
                </a:ext>
              </a:extLst>
            </p:cNvPr>
            <p:cNvSpPr/>
            <p:nvPr/>
          </p:nvSpPr>
          <p:spPr bwMode="auto">
            <a:xfrm>
              <a:off x="2813050" y="6926580"/>
              <a:ext cx="533400" cy="137160"/>
            </a:xfrm>
            <a:prstGeom prst="rect">
              <a:avLst/>
            </a:prstGeom>
            <a:pattFill prst="ltUpDiag">
              <a:fgClr>
                <a:srgbClr val="333333">
                  <a:alpha val="25000"/>
                </a:srgbClr>
              </a:fgClr>
              <a:bgClr>
                <a:srgbClr val="FFFFFF">
                  <a:alpha val="25000"/>
                </a:srgbClr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28" name="btfpColumnIndicator570367">
              <a:extLst>
                <a:ext uri="{FF2B5EF4-FFF2-40B4-BE49-F238E27FC236}">
                  <a16:creationId xmlns:a16="http://schemas.microsoft.com/office/drawing/2014/main" id="{6987CA3A-806C-80E5-CA70-962016A5C1BE}"/>
                </a:ext>
              </a:extLst>
            </p:cNvPr>
            <p:cNvCxnSpPr/>
            <p:nvPr/>
          </p:nvCxnSpPr>
          <p:spPr bwMode="auto">
            <a:xfrm flipV="1">
              <a:off x="582930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" name="btfpColumnIndicator550737">
              <a:extLst>
                <a:ext uri="{FF2B5EF4-FFF2-40B4-BE49-F238E27FC236}">
                  <a16:creationId xmlns:a16="http://schemas.microsoft.com/office/drawing/2014/main" id="{BB0E2D1F-600D-5C81-EEAD-6225E80A3D4D}"/>
                </a:ext>
              </a:extLst>
            </p:cNvPr>
            <p:cNvCxnSpPr/>
            <p:nvPr/>
          </p:nvCxnSpPr>
          <p:spPr bwMode="auto">
            <a:xfrm flipV="1">
              <a:off x="334645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0" name="btfpColumnGapBlocker936976">
              <a:extLst>
                <a:ext uri="{FF2B5EF4-FFF2-40B4-BE49-F238E27FC236}">
                  <a16:creationId xmlns:a16="http://schemas.microsoft.com/office/drawing/2014/main" id="{005AFD84-26EE-2731-13F4-17D588CAE9AD}"/>
                </a:ext>
              </a:extLst>
            </p:cNvPr>
            <p:cNvSpPr/>
            <p:nvPr/>
          </p:nvSpPr>
          <p:spPr bwMode="auto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25000"/>
                </a:srgbClr>
              </a:fgClr>
              <a:bgClr>
                <a:srgbClr val="FFFFFF">
                  <a:alpha val="25000"/>
                </a:srgbClr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31" name="btfpColumnIndicator905545">
              <a:extLst>
                <a:ext uri="{FF2B5EF4-FFF2-40B4-BE49-F238E27FC236}">
                  <a16:creationId xmlns:a16="http://schemas.microsoft.com/office/drawing/2014/main" id="{9390FCC4-5543-B0A7-D262-2C4C0019B05A}"/>
                </a:ext>
              </a:extLst>
            </p:cNvPr>
            <p:cNvCxnSpPr/>
            <p:nvPr/>
          </p:nvCxnSpPr>
          <p:spPr bwMode="auto">
            <a:xfrm flipV="1">
              <a:off x="281305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2" name="btfpColumnIndicator289571">
              <a:extLst>
                <a:ext uri="{FF2B5EF4-FFF2-40B4-BE49-F238E27FC236}">
                  <a16:creationId xmlns:a16="http://schemas.microsoft.com/office/drawing/2014/main" id="{024E7151-4175-7EF1-D6FB-904498C2284F}"/>
                </a:ext>
              </a:extLst>
            </p:cNvPr>
            <p:cNvCxnSpPr/>
            <p:nvPr/>
          </p:nvCxnSpPr>
          <p:spPr bwMode="auto">
            <a:xfrm flipV="1">
              <a:off x="33020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33" name="Rectangle 7">
            <a:extLst>
              <a:ext uri="{FF2B5EF4-FFF2-40B4-BE49-F238E27FC236}">
                <a16:creationId xmlns:a16="http://schemas.microsoft.com/office/drawing/2014/main" id="{FFBD04FF-F65D-612C-8ABB-4EAB3B99B4AA}"/>
              </a:ext>
            </a:extLst>
          </p:cNvPr>
          <p:cNvSpPr/>
          <p:nvPr/>
        </p:nvSpPr>
        <p:spPr bwMode="auto">
          <a:xfrm>
            <a:off x="330200" y="3544746"/>
            <a:ext cx="11531600" cy="2472982"/>
          </a:xfrm>
          <a:prstGeom prst="rect">
            <a:avLst/>
          </a:prstGeom>
          <a:noFill/>
          <a:ln w="19050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4" name="Rectangle 8">
            <a:extLst>
              <a:ext uri="{FF2B5EF4-FFF2-40B4-BE49-F238E27FC236}">
                <a16:creationId xmlns:a16="http://schemas.microsoft.com/office/drawing/2014/main" id="{77EC2799-3405-751A-ED99-E39F3628D237}"/>
              </a:ext>
            </a:extLst>
          </p:cNvPr>
          <p:cNvSpPr/>
          <p:nvPr/>
        </p:nvSpPr>
        <p:spPr bwMode="auto">
          <a:xfrm>
            <a:off x="476601" y="3429087"/>
            <a:ext cx="4032000" cy="231318"/>
          </a:xfrm>
          <a:prstGeom prst="rect">
            <a:avLst/>
          </a:prstGeom>
          <a:solidFill>
            <a:srgbClr val="D6D6D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6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Diseño del </a:t>
            </a:r>
            <a:r>
              <a:rPr kumimoji="0" lang="en-US" sz="1600" b="1" i="0" u="none" strike="noStrike" kern="1200" cap="none" spc="300" normalizeH="0" baseline="0" noProof="0" err="1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modelo</a:t>
            </a:r>
            <a:r>
              <a:rPr kumimoji="0" lang="en-US" sz="16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 </a:t>
            </a:r>
            <a:r>
              <a:rPr kumimoji="0" lang="en-US" sz="1600" b="1" i="0" u="none" strike="noStrike" kern="1200" cap="none" spc="300" normalizeH="0" baseline="0" noProof="0" err="1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operativo</a:t>
            </a:r>
            <a:endParaRPr kumimoji="0" lang="en-US" sz="1600" b="1" i="0" u="none" strike="noStrike" kern="1200" cap="none" spc="300" normalizeH="0" baseline="0" noProof="0">
              <a:ln>
                <a:noFill/>
              </a:ln>
              <a:solidFill>
                <a:srgbClr val="5C5C5C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5" name="Rectangle 17">
            <a:extLst>
              <a:ext uri="{FF2B5EF4-FFF2-40B4-BE49-F238E27FC236}">
                <a16:creationId xmlns:a16="http://schemas.microsoft.com/office/drawing/2014/main" id="{65306367-A635-269D-400E-D6974F8D3760}"/>
              </a:ext>
            </a:extLst>
          </p:cNvPr>
          <p:cNvSpPr/>
          <p:nvPr/>
        </p:nvSpPr>
        <p:spPr bwMode="auto">
          <a:xfrm>
            <a:off x="590550" y="3763095"/>
            <a:ext cx="2489200" cy="2142271"/>
          </a:xfrm>
          <a:prstGeom prst="rect">
            <a:avLst/>
          </a:prstGeom>
          <a:solidFill>
            <a:srgbClr val="D6D6D6">
              <a:alpha val="25000"/>
            </a:srgbClr>
          </a:solidFill>
          <a:ln w="19050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6" name="Rectangle 18">
            <a:extLst>
              <a:ext uri="{FF2B5EF4-FFF2-40B4-BE49-F238E27FC236}">
                <a16:creationId xmlns:a16="http://schemas.microsoft.com/office/drawing/2014/main" id="{24939795-EFD8-0BBD-8C39-1286EBBD513A}"/>
              </a:ext>
            </a:extLst>
          </p:cNvPr>
          <p:cNvSpPr/>
          <p:nvPr/>
        </p:nvSpPr>
        <p:spPr bwMode="auto">
          <a:xfrm>
            <a:off x="3431116" y="3765159"/>
            <a:ext cx="2489200" cy="2142271"/>
          </a:xfrm>
          <a:prstGeom prst="rect">
            <a:avLst/>
          </a:prstGeom>
          <a:solidFill>
            <a:srgbClr val="D6D6D6">
              <a:alpha val="25000"/>
            </a:srgbClr>
          </a:solidFill>
          <a:ln w="19050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7" name="Rectangle 21">
            <a:extLst>
              <a:ext uri="{FF2B5EF4-FFF2-40B4-BE49-F238E27FC236}">
                <a16:creationId xmlns:a16="http://schemas.microsoft.com/office/drawing/2014/main" id="{5CCCFF69-288A-4292-BB53-4C8E3CFB9D64}"/>
              </a:ext>
            </a:extLst>
          </p:cNvPr>
          <p:cNvSpPr/>
          <p:nvPr/>
        </p:nvSpPr>
        <p:spPr bwMode="auto">
          <a:xfrm>
            <a:off x="6271682" y="3765159"/>
            <a:ext cx="2489200" cy="2142271"/>
          </a:xfrm>
          <a:prstGeom prst="rect">
            <a:avLst/>
          </a:prstGeom>
          <a:solidFill>
            <a:srgbClr val="D6D6D6">
              <a:alpha val="25000"/>
            </a:srgbClr>
          </a:solidFill>
          <a:ln w="19050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8" name="Rectangle 24">
            <a:extLst>
              <a:ext uri="{FF2B5EF4-FFF2-40B4-BE49-F238E27FC236}">
                <a16:creationId xmlns:a16="http://schemas.microsoft.com/office/drawing/2014/main" id="{DF5660C6-B0AE-0F03-5D4A-A0815C262F52}"/>
              </a:ext>
            </a:extLst>
          </p:cNvPr>
          <p:cNvSpPr/>
          <p:nvPr/>
        </p:nvSpPr>
        <p:spPr bwMode="auto">
          <a:xfrm>
            <a:off x="9112250" y="3765159"/>
            <a:ext cx="2489200" cy="2142271"/>
          </a:xfrm>
          <a:prstGeom prst="rect">
            <a:avLst/>
          </a:prstGeom>
          <a:solidFill>
            <a:srgbClr val="D6D6D6">
              <a:alpha val="25000"/>
            </a:srgbClr>
          </a:solidFill>
          <a:ln w="19050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9" name="Rectangle 37">
            <a:extLst>
              <a:ext uri="{FF2B5EF4-FFF2-40B4-BE49-F238E27FC236}">
                <a16:creationId xmlns:a16="http://schemas.microsoft.com/office/drawing/2014/main" id="{6696BD8D-49C9-A39E-9589-F45CB1DFF62C}"/>
              </a:ext>
            </a:extLst>
          </p:cNvPr>
          <p:cNvSpPr/>
          <p:nvPr/>
        </p:nvSpPr>
        <p:spPr bwMode="auto">
          <a:xfrm>
            <a:off x="710931" y="4438315"/>
            <a:ext cx="2255074" cy="28007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4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LAYER ORGANIZACIONAL</a:t>
            </a:r>
          </a:p>
        </p:txBody>
      </p:sp>
      <p:grpSp>
        <p:nvGrpSpPr>
          <p:cNvPr id="40" name="Group 1115">
            <a:extLst>
              <a:ext uri="{FF2B5EF4-FFF2-40B4-BE49-F238E27FC236}">
                <a16:creationId xmlns:a16="http://schemas.microsoft.com/office/drawing/2014/main" id="{C49063BE-0C20-A29E-700B-55A35D486AE8}"/>
              </a:ext>
            </a:extLst>
          </p:cNvPr>
          <p:cNvGrpSpPr/>
          <p:nvPr/>
        </p:nvGrpSpPr>
        <p:grpSpPr>
          <a:xfrm>
            <a:off x="1575115" y="3854608"/>
            <a:ext cx="520071" cy="454799"/>
            <a:chOff x="715162" y="1890572"/>
            <a:chExt cx="776740" cy="710983"/>
          </a:xfrm>
        </p:grpSpPr>
        <p:cxnSp>
          <p:nvCxnSpPr>
            <p:cNvPr id="41" name="Straight Connector 39">
              <a:extLst>
                <a:ext uri="{FF2B5EF4-FFF2-40B4-BE49-F238E27FC236}">
                  <a16:creationId xmlns:a16="http://schemas.microsoft.com/office/drawing/2014/main" id="{8B746606-8966-46DD-A647-022D87D9FC27}"/>
                </a:ext>
              </a:extLst>
            </p:cNvPr>
            <p:cNvCxnSpPr/>
            <p:nvPr>
              <p:custDataLst>
                <p:tags r:id="rId46"/>
              </p:custDataLst>
            </p:nvPr>
          </p:nvCxnSpPr>
          <p:spPr bwMode="gray">
            <a:xfrm flipH="1">
              <a:off x="1219395" y="2079324"/>
              <a:ext cx="59629" cy="53477"/>
            </a:xfrm>
            <a:prstGeom prst="line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0">
              <a:extLst>
                <a:ext uri="{FF2B5EF4-FFF2-40B4-BE49-F238E27FC236}">
                  <a16:creationId xmlns:a16="http://schemas.microsoft.com/office/drawing/2014/main" id="{88B41F33-080F-070C-8A64-3E945A87CAE2}"/>
                </a:ext>
              </a:extLst>
            </p:cNvPr>
            <p:cNvCxnSpPr/>
            <p:nvPr>
              <p:custDataLst>
                <p:tags r:id="rId47"/>
              </p:custDataLst>
            </p:nvPr>
          </p:nvCxnSpPr>
          <p:spPr bwMode="gray">
            <a:xfrm flipH="1" flipV="1">
              <a:off x="1219395" y="2365737"/>
              <a:ext cx="59629" cy="53477"/>
            </a:xfrm>
            <a:prstGeom prst="line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1">
              <a:extLst>
                <a:ext uri="{FF2B5EF4-FFF2-40B4-BE49-F238E27FC236}">
                  <a16:creationId xmlns:a16="http://schemas.microsoft.com/office/drawing/2014/main" id="{20998B3B-2B8E-719F-77F8-523AAF3C9B2F}"/>
                </a:ext>
              </a:extLst>
            </p:cNvPr>
            <p:cNvCxnSpPr/>
            <p:nvPr>
              <p:custDataLst>
                <p:tags r:id="rId48"/>
              </p:custDataLst>
            </p:nvPr>
          </p:nvCxnSpPr>
          <p:spPr bwMode="gray">
            <a:xfrm>
              <a:off x="914079" y="2079324"/>
              <a:ext cx="59629" cy="53477"/>
            </a:xfrm>
            <a:prstGeom prst="line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2">
              <a:extLst>
                <a:ext uri="{FF2B5EF4-FFF2-40B4-BE49-F238E27FC236}">
                  <a16:creationId xmlns:a16="http://schemas.microsoft.com/office/drawing/2014/main" id="{7C6306B8-3750-4B4D-9F49-65D90A51D7E6}"/>
                </a:ext>
              </a:extLst>
            </p:cNvPr>
            <p:cNvCxnSpPr/>
            <p:nvPr>
              <p:custDataLst>
                <p:tags r:id="rId49"/>
              </p:custDataLst>
            </p:nvPr>
          </p:nvCxnSpPr>
          <p:spPr bwMode="gray">
            <a:xfrm flipV="1">
              <a:off x="914079" y="2365737"/>
              <a:ext cx="59629" cy="53477"/>
            </a:xfrm>
            <a:prstGeom prst="line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Oval 43">
              <a:extLst>
                <a:ext uri="{FF2B5EF4-FFF2-40B4-BE49-F238E27FC236}">
                  <a16:creationId xmlns:a16="http://schemas.microsoft.com/office/drawing/2014/main" id="{B56570D3-D211-86A1-9952-7B151490A92C}"/>
                </a:ext>
              </a:extLst>
            </p:cNvPr>
            <p:cNvSpPr/>
            <p:nvPr>
              <p:custDataLst>
                <p:tags r:id="rId50"/>
              </p:custDataLst>
            </p:nvPr>
          </p:nvSpPr>
          <p:spPr bwMode="gray">
            <a:xfrm>
              <a:off x="715162" y="1890572"/>
              <a:ext cx="259422" cy="274959"/>
            </a:xfrm>
            <a:prstGeom prst="ellipse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9pPr>
            </a:lstStyle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46" name="Oval 44">
              <a:extLst>
                <a:ext uri="{FF2B5EF4-FFF2-40B4-BE49-F238E27FC236}">
                  <a16:creationId xmlns:a16="http://schemas.microsoft.com/office/drawing/2014/main" id="{06539232-9E29-F15D-97D6-F21EAB6B3489}"/>
                </a:ext>
              </a:extLst>
            </p:cNvPr>
            <p:cNvSpPr/>
            <p:nvPr>
              <p:custDataLst>
                <p:tags r:id="rId51"/>
              </p:custDataLst>
            </p:nvPr>
          </p:nvSpPr>
          <p:spPr bwMode="gray">
            <a:xfrm>
              <a:off x="715162" y="2326596"/>
              <a:ext cx="259422" cy="274959"/>
            </a:xfrm>
            <a:prstGeom prst="ellipse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9pPr>
            </a:lstStyle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47" name="Oval 45">
              <a:extLst>
                <a:ext uri="{FF2B5EF4-FFF2-40B4-BE49-F238E27FC236}">
                  <a16:creationId xmlns:a16="http://schemas.microsoft.com/office/drawing/2014/main" id="{ECE11231-D041-B3CE-F952-51F91926FE30}"/>
                </a:ext>
              </a:extLst>
            </p:cNvPr>
            <p:cNvSpPr/>
            <p:nvPr>
              <p:custDataLst>
                <p:tags r:id="rId52"/>
              </p:custDataLst>
            </p:nvPr>
          </p:nvSpPr>
          <p:spPr bwMode="gray">
            <a:xfrm>
              <a:off x="1232480" y="2326596"/>
              <a:ext cx="259422" cy="274959"/>
            </a:xfrm>
            <a:prstGeom prst="ellipse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9pPr>
            </a:lstStyle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48" name="Oval 46">
              <a:extLst>
                <a:ext uri="{FF2B5EF4-FFF2-40B4-BE49-F238E27FC236}">
                  <a16:creationId xmlns:a16="http://schemas.microsoft.com/office/drawing/2014/main" id="{8D9CF8F5-FA81-A03E-5D2B-530B3BB11B2C}"/>
                </a:ext>
              </a:extLst>
            </p:cNvPr>
            <p:cNvSpPr/>
            <p:nvPr>
              <p:custDataLst>
                <p:tags r:id="rId53"/>
              </p:custDataLst>
            </p:nvPr>
          </p:nvSpPr>
          <p:spPr bwMode="gray">
            <a:xfrm>
              <a:off x="1232480" y="1890572"/>
              <a:ext cx="259422" cy="274959"/>
            </a:xfrm>
            <a:prstGeom prst="ellipse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9pPr>
            </a:lstStyle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49" name="Freeform 10">
              <a:extLst>
                <a:ext uri="{FF2B5EF4-FFF2-40B4-BE49-F238E27FC236}">
                  <a16:creationId xmlns:a16="http://schemas.microsoft.com/office/drawing/2014/main" id="{894FF696-4B39-F175-FE35-F712DBAABA70}"/>
                </a:ext>
              </a:extLst>
            </p:cNvPr>
            <p:cNvSpPr/>
            <p:nvPr>
              <p:custDataLst>
                <p:tags r:id="rId54"/>
              </p:custDataLst>
            </p:nvPr>
          </p:nvSpPr>
          <p:spPr bwMode="auto">
            <a:xfrm>
              <a:off x="931977" y="2069601"/>
              <a:ext cx="159171" cy="169193"/>
            </a:xfrm>
            <a:custGeom>
              <a:avLst/>
              <a:gdLst>
                <a:gd name="T0" fmla="*/ 566 w 566"/>
                <a:gd name="T1" fmla="*/ 64 h 566"/>
                <a:gd name="T2" fmla="*/ 566 w 566"/>
                <a:gd name="T3" fmla="*/ 0 h 566"/>
                <a:gd name="T4" fmla="*/ 0 w 566"/>
                <a:gd name="T5" fmla="*/ 566 h 566"/>
                <a:gd name="T6" fmla="*/ 64 w 566"/>
                <a:gd name="T7" fmla="*/ 566 h 566"/>
                <a:gd name="T8" fmla="*/ 566 w 566"/>
                <a:gd name="T9" fmla="*/ 64 h 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6" h="566">
                  <a:moveTo>
                    <a:pt x="566" y="64"/>
                  </a:moveTo>
                  <a:cubicBezTo>
                    <a:pt x="566" y="0"/>
                    <a:pt x="566" y="0"/>
                    <a:pt x="566" y="0"/>
                  </a:cubicBezTo>
                  <a:cubicBezTo>
                    <a:pt x="261" y="14"/>
                    <a:pt x="15" y="260"/>
                    <a:pt x="0" y="566"/>
                  </a:cubicBezTo>
                  <a:cubicBezTo>
                    <a:pt x="64" y="566"/>
                    <a:pt x="64" y="566"/>
                    <a:pt x="64" y="566"/>
                  </a:cubicBezTo>
                  <a:cubicBezTo>
                    <a:pt x="78" y="296"/>
                    <a:pt x="296" y="78"/>
                    <a:pt x="566" y="64"/>
                  </a:cubicBezTo>
                  <a:close/>
                </a:path>
              </a:pathLst>
            </a:custGeom>
            <a:solidFill>
              <a:srgbClr val="5C5C5C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rgbClr val="5C5C5C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0" name="Freeform 11">
              <a:extLst>
                <a:ext uri="{FF2B5EF4-FFF2-40B4-BE49-F238E27FC236}">
                  <a16:creationId xmlns:a16="http://schemas.microsoft.com/office/drawing/2014/main" id="{4260B62A-7F87-F2F7-DBD4-91260D0AD242}"/>
                </a:ext>
              </a:extLst>
            </p:cNvPr>
            <p:cNvSpPr/>
            <p:nvPr>
              <p:custDataLst>
                <p:tags r:id="rId55"/>
              </p:custDataLst>
            </p:nvPr>
          </p:nvSpPr>
          <p:spPr bwMode="auto">
            <a:xfrm>
              <a:off x="931977" y="2255933"/>
              <a:ext cx="159171" cy="169193"/>
            </a:xfrm>
            <a:custGeom>
              <a:avLst/>
              <a:gdLst>
                <a:gd name="T0" fmla="*/ 64 w 566"/>
                <a:gd name="T1" fmla="*/ 0 h 566"/>
                <a:gd name="T2" fmla="*/ 0 w 566"/>
                <a:gd name="T3" fmla="*/ 0 h 566"/>
                <a:gd name="T4" fmla="*/ 566 w 566"/>
                <a:gd name="T5" fmla="*/ 566 h 566"/>
                <a:gd name="T6" fmla="*/ 566 w 566"/>
                <a:gd name="T7" fmla="*/ 502 h 566"/>
                <a:gd name="T8" fmla="*/ 64 w 566"/>
                <a:gd name="T9" fmla="*/ 0 h 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6" h="566">
                  <a:moveTo>
                    <a:pt x="6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5" y="306"/>
                    <a:pt x="261" y="552"/>
                    <a:pt x="566" y="566"/>
                  </a:cubicBezTo>
                  <a:cubicBezTo>
                    <a:pt x="566" y="502"/>
                    <a:pt x="566" y="502"/>
                    <a:pt x="566" y="502"/>
                  </a:cubicBezTo>
                  <a:cubicBezTo>
                    <a:pt x="296" y="488"/>
                    <a:pt x="78" y="271"/>
                    <a:pt x="64" y="0"/>
                  </a:cubicBezTo>
                  <a:close/>
                </a:path>
              </a:pathLst>
            </a:custGeom>
            <a:solidFill>
              <a:srgbClr val="5C5C5C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rgbClr val="5C5C5C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1" name="Freeform 12">
              <a:extLst>
                <a:ext uri="{FF2B5EF4-FFF2-40B4-BE49-F238E27FC236}">
                  <a16:creationId xmlns:a16="http://schemas.microsoft.com/office/drawing/2014/main" id="{87117FA1-7694-D4AF-2698-620D648413B4}"/>
                </a:ext>
              </a:extLst>
            </p:cNvPr>
            <p:cNvSpPr/>
            <p:nvPr>
              <p:custDataLst>
                <p:tags r:id="rId56"/>
              </p:custDataLst>
            </p:nvPr>
          </p:nvSpPr>
          <p:spPr bwMode="auto">
            <a:xfrm>
              <a:off x="1107088" y="2255933"/>
              <a:ext cx="159171" cy="169193"/>
            </a:xfrm>
            <a:custGeom>
              <a:avLst/>
              <a:gdLst>
                <a:gd name="T0" fmla="*/ 0 w 566"/>
                <a:gd name="T1" fmla="*/ 502 h 566"/>
                <a:gd name="T2" fmla="*/ 0 w 566"/>
                <a:gd name="T3" fmla="*/ 566 h 566"/>
                <a:gd name="T4" fmla="*/ 566 w 566"/>
                <a:gd name="T5" fmla="*/ 0 h 566"/>
                <a:gd name="T6" fmla="*/ 503 w 566"/>
                <a:gd name="T7" fmla="*/ 0 h 566"/>
                <a:gd name="T8" fmla="*/ 0 w 566"/>
                <a:gd name="T9" fmla="*/ 502 h 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6" h="566">
                  <a:moveTo>
                    <a:pt x="0" y="502"/>
                  </a:moveTo>
                  <a:cubicBezTo>
                    <a:pt x="0" y="566"/>
                    <a:pt x="0" y="566"/>
                    <a:pt x="0" y="566"/>
                  </a:cubicBezTo>
                  <a:cubicBezTo>
                    <a:pt x="306" y="552"/>
                    <a:pt x="552" y="306"/>
                    <a:pt x="566" y="0"/>
                  </a:cubicBezTo>
                  <a:cubicBezTo>
                    <a:pt x="503" y="0"/>
                    <a:pt x="503" y="0"/>
                    <a:pt x="503" y="0"/>
                  </a:cubicBezTo>
                  <a:cubicBezTo>
                    <a:pt x="488" y="271"/>
                    <a:pt x="271" y="488"/>
                    <a:pt x="0" y="502"/>
                  </a:cubicBezTo>
                  <a:close/>
                </a:path>
              </a:pathLst>
            </a:custGeom>
            <a:solidFill>
              <a:srgbClr val="5C5C5C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rgbClr val="5C5C5C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2" name="Freeform 13">
              <a:extLst>
                <a:ext uri="{FF2B5EF4-FFF2-40B4-BE49-F238E27FC236}">
                  <a16:creationId xmlns:a16="http://schemas.microsoft.com/office/drawing/2014/main" id="{B0897F47-9515-C426-2F97-F458B4529E61}"/>
                </a:ext>
              </a:extLst>
            </p:cNvPr>
            <p:cNvSpPr/>
            <p:nvPr>
              <p:custDataLst>
                <p:tags r:id="rId57"/>
              </p:custDataLst>
            </p:nvPr>
          </p:nvSpPr>
          <p:spPr bwMode="auto">
            <a:xfrm>
              <a:off x="1107088" y="2069601"/>
              <a:ext cx="159171" cy="169193"/>
            </a:xfrm>
            <a:custGeom>
              <a:avLst/>
              <a:gdLst>
                <a:gd name="T0" fmla="*/ 503 w 566"/>
                <a:gd name="T1" fmla="*/ 566 h 566"/>
                <a:gd name="T2" fmla="*/ 566 w 566"/>
                <a:gd name="T3" fmla="*/ 566 h 566"/>
                <a:gd name="T4" fmla="*/ 0 w 566"/>
                <a:gd name="T5" fmla="*/ 0 h 566"/>
                <a:gd name="T6" fmla="*/ 0 w 566"/>
                <a:gd name="T7" fmla="*/ 64 h 566"/>
                <a:gd name="T8" fmla="*/ 503 w 566"/>
                <a:gd name="T9" fmla="*/ 566 h 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6" h="566">
                  <a:moveTo>
                    <a:pt x="503" y="566"/>
                  </a:moveTo>
                  <a:cubicBezTo>
                    <a:pt x="566" y="566"/>
                    <a:pt x="566" y="566"/>
                    <a:pt x="566" y="566"/>
                  </a:cubicBezTo>
                  <a:cubicBezTo>
                    <a:pt x="552" y="260"/>
                    <a:pt x="306" y="14"/>
                    <a:pt x="0" y="0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71" y="78"/>
                    <a:pt x="488" y="296"/>
                    <a:pt x="503" y="566"/>
                  </a:cubicBezTo>
                  <a:close/>
                </a:path>
              </a:pathLst>
            </a:custGeom>
            <a:solidFill>
              <a:srgbClr val="5C5C5C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rgbClr val="5C5C5C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3" name="Oval 9">
              <a:extLst>
                <a:ext uri="{FF2B5EF4-FFF2-40B4-BE49-F238E27FC236}">
                  <a16:creationId xmlns:a16="http://schemas.microsoft.com/office/drawing/2014/main" id="{CC7D506F-1096-D8D1-47FD-42373B52718E}"/>
                </a:ext>
              </a:extLst>
            </p:cNvPr>
            <p:cNvSpPr>
              <a:spLocks noChangeArrowheads="1"/>
            </p:cNvSpPr>
            <p:nvPr>
              <p:custDataLst>
                <p:tags r:id="rId58"/>
              </p:custDataLst>
            </p:nvPr>
          </p:nvSpPr>
          <p:spPr bwMode="auto">
            <a:xfrm>
              <a:off x="981145" y="2126026"/>
              <a:ext cx="235946" cy="250076"/>
            </a:xfrm>
            <a:prstGeom prst="ellipse">
              <a:avLst/>
            </a:prstGeom>
            <a:solidFill>
              <a:srgbClr val="7891AA"/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46647B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</p:grpSp>
      <p:grpSp>
        <p:nvGrpSpPr>
          <p:cNvPr id="54" name="Group 1061">
            <a:extLst>
              <a:ext uri="{FF2B5EF4-FFF2-40B4-BE49-F238E27FC236}">
                <a16:creationId xmlns:a16="http://schemas.microsoft.com/office/drawing/2014/main" id="{B291D775-1A1B-14FE-371D-731A26B9531C}"/>
              </a:ext>
            </a:extLst>
          </p:cNvPr>
          <p:cNvGrpSpPr/>
          <p:nvPr/>
        </p:nvGrpSpPr>
        <p:grpSpPr>
          <a:xfrm>
            <a:off x="4470740" y="4143221"/>
            <a:ext cx="518437" cy="381834"/>
            <a:chOff x="341981" y="3553252"/>
            <a:chExt cx="1222443" cy="923842"/>
          </a:xfrm>
        </p:grpSpPr>
        <p:sp>
          <p:nvSpPr>
            <p:cNvPr id="55" name="Rectangle 1062">
              <a:extLst>
                <a:ext uri="{FF2B5EF4-FFF2-40B4-BE49-F238E27FC236}">
                  <a16:creationId xmlns:a16="http://schemas.microsoft.com/office/drawing/2014/main" id="{4DEA3810-C625-5B8F-096E-F1A347E6FE64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 bwMode="gray">
            <a:xfrm>
              <a:off x="705794" y="3553252"/>
              <a:ext cx="507611" cy="273496"/>
            </a:xfrm>
            <a:prstGeom prst="rect">
              <a:avLst/>
            </a:prstGeom>
            <a:solidFill>
              <a:srgbClr val="7891AA"/>
            </a:solidFill>
            <a:ln w="1905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46647B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6" name="Rectangle 1063">
              <a:extLst>
                <a:ext uri="{FF2B5EF4-FFF2-40B4-BE49-F238E27FC236}">
                  <a16:creationId xmlns:a16="http://schemas.microsoft.com/office/drawing/2014/main" id="{E07CE345-488A-AEFA-BDF0-0D1547DCEA22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 bwMode="gray">
            <a:xfrm>
              <a:off x="341981" y="4065416"/>
              <a:ext cx="300421" cy="273496"/>
            </a:xfrm>
            <a:prstGeom prst="rect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7" name="Rectangle 1070">
              <a:extLst>
                <a:ext uri="{FF2B5EF4-FFF2-40B4-BE49-F238E27FC236}">
                  <a16:creationId xmlns:a16="http://schemas.microsoft.com/office/drawing/2014/main" id="{B11E0E64-F74B-E0E1-B3DC-8AF6919FA0F0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 bwMode="gray">
            <a:xfrm>
              <a:off x="809389" y="4065416"/>
              <a:ext cx="300421" cy="273496"/>
            </a:xfrm>
            <a:prstGeom prst="rect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8" name="Rectangle 1072">
              <a:extLst>
                <a:ext uri="{FF2B5EF4-FFF2-40B4-BE49-F238E27FC236}">
                  <a16:creationId xmlns:a16="http://schemas.microsoft.com/office/drawing/2014/main" id="{947ADC12-5F7E-3E90-953C-D6A9AF565F9A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 bwMode="gray">
            <a:xfrm>
              <a:off x="1264003" y="4065416"/>
              <a:ext cx="300421" cy="273496"/>
            </a:xfrm>
            <a:prstGeom prst="rect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59" name="Connector: Elbow 1073">
              <a:extLst>
                <a:ext uri="{FF2B5EF4-FFF2-40B4-BE49-F238E27FC236}">
                  <a16:creationId xmlns:a16="http://schemas.microsoft.com/office/drawing/2014/main" id="{2A01C40D-CCDE-8937-56DC-527E706461AC}"/>
                </a:ext>
              </a:extLst>
            </p:cNvPr>
            <p:cNvCxnSpPr>
              <a:cxnSpLocks/>
              <a:stCxn id="55" idx="2"/>
              <a:endCxn id="56" idx="0"/>
            </p:cNvCxnSpPr>
            <p:nvPr>
              <p:custDataLst>
                <p:tags r:id="rId43"/>
              </p:custDataLst>
            </p:nvPr>
          </p:nvCxnSpPr>
          <p:spPr bwMode="gray">
            <a:xfrm rot="5400000">
              <a:off x="606562" y="3712378"/>
              <a:ext cx="238668" cy="467408"/>
            </a:xfrm>
            <a:prstGeom prst="bentConnector3">
              <a:avLst>
                <a:gd name="adj1" fmla="val 50000"/>
              </a:avLst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or: Elbow 1078">
              <a:extLst>
                <a:ext uri="{FF2B5EF4-FFF2-40B4-BE49-F238E27FC236}">
                  <a16:creationId xmlns:a16="http://schemas.microsoft.com/office/drawing/2014/main" id="{87DE457F-C1D5-335F-2F86-2EADD8B8B3BA}"/>
                </a:ext>
              </a:extLst>
            </p:cNvPr>
            <p:cNvCxnSpPr>
              <a:cxnSpLocks/>
              <a:stCxn id="55" idx="2"/>
              <a:endCxn id="58" idx="0"/>
            </p:cNvCxnSpPr>
            <p:nvPr>
              <p:custDataLst>
                <p:tags r:id="rId44"/>
              </p:custDataLst>
            </p:nvPr>
          </p:nvCxnSpPr>
          <p:spPr bwMode="gray">
            <a:xfrm rot="16200000" flipH="1">
              <a:off x="1067573" y="3718775"/>
              <a:ext cx="238668" cy="454614"/>
            </a:xfrm>
            <a:prstGeom prst="bentConnector3">
              <a:avLst>
                <a:gd name="adj1" fmla="val 50000"/>
              </a:avLst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080">
              <a:extLst>
                <a:ext uri="{FF2B5EF4-FFF2-40B4-BE49-F238E27FC236}">
                  <a16:creationId xmlns:a16="http://schemas.microsoft.com/office/drawing/2014/main" id="{DE9487F2-115C-1265-F3EB-EAD4E438DF1C}"/>
                </a:ext>
              </a:extLst>
            </p:cNvPr>
            <p:cNvCxnSpPr>
              <a:cxnSpLocks/>
              <a:stCxn id="55" idx="2"/>
              <a:endCxn id="57" idx="0"/>
            </p:cNvCxnSpPr>
            <p:nvPr>
              <p:custDataLst>
                <p:tags r:id="rId45"/>
              </p:custDataLst>
            </p:nvPr>
          </p:nvCxnSpPr>
          <p:spPr bwMode="gray">
            <a:xfrm>
              <a:off x="959600" y="3826748"/>
              <a:ext cx="0" cy="238668"/>
            </a:xfrm>
            <a:prstGeom prst="line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1081">
              <a:extLst>
                <a:ext uri="{FF2B5EF4-FFF2-40B4-BE49-F238E27FC236}">
                  <a16:creationId xmlns:a16="http://schemas.microsoft.com/office/drawing/2014/main" id="{AE696211-65F8-5B1C-BF08-52D6E9095464}"/>
                </a:ext>
              </a:extLst>
            </p:cNvPr>
            <p:cNvCxnSpPr>
              <a:cxnSpLocks/>
            </p:cNvCxnSpPr>
            <p:nvPr/>
          </p:nvCxnSpPr>
          <p:spPr bwMode="gray">
            <a:xfrm flipH="1">
              <a:off x="368103" y="4477094"/>
              <a:ext cx="1185137" cy="0"/>
            </a:xfrm>
            <a:prstGeom prst="straightConnector1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" name="Rectangle 1083">
            <a:extLst>
              <a:ext uri="{FF2B5EF4-FFF2-40B4-BE49-F238E27FC236}">
                <a16:creationId xmlns:a16="http://schemas.microsoft.com/office/drawing/2014/main" id="{E4E4D237-14FB-550C-475B-C908F9E97BC2}"/>
              </a:ext>
            </a:extLst>
          </p:cNvPr>
          <p:cNvSpPr/>
          <p:nvPr/>
        </p:nvSpPr>
        <p:spPr bwMode="auto">
          <a:xfrm>
            <a:off x="3566999" y="4726011"/>
            <a:ext cx="2325921" cy="55100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2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MACROESTRUCTURA</a:t>
            </a:r>
          </a:p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2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EQUIPO DIRECTIVO</a:t>
            </a:r>
          </a:p>
        </p:txBody>
      </p:sp>
      <p:grpSp>
        <p:nvGrpSpPr>
          <p:cNvPr id="64" name="Group 1090">
            <a:extLst>
              <a:ext uri="{FF2B5EF4-FFF2-40B4-BE49-F238E27FC236}">
                <a16:creationId xmlns:a16="http://schemas.microsoft.com/office/drawing/2014/main" id="{2D519825-2F26-302D-C5C5-6473A1983B56}"/>
              </a:ext>
            </a:extLst>
          </p:cNvPr>
          <p:cNvGrpSpPr/>
          <p:nvPr/>
        </p:nvGrpSpPr>
        <p:grpSpPr>
          <a:xfrm>
            <a:off x="7256053" y="3876025"/>
            <a:ext cx="518434" cy="381836"/>
            <a:chOff x="185132" y="5037891"/>
            <a:chExt cx="1452667" cy="1169234"/>
          </a:xfrm>
        </p:grpSpPr>
        <p:sp>
          <p:nvSpPr>
            <p:cNvPr id="65" name="Rectangle 1091">
              <a:extLst>
                <a:ext uri="{FF2B5EF4-FFF2-40B4-BE49-F238E27FC236}">
                  <a16:creationId xmlns:a16="http://schemas.microsoft.com/office/drawing/2014/main" id="{B7871160-30A9-0947-190F-9C100BFBBC87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 bwMode="gray">
            <a:xfrm>
              <a:off x="303745" y="5412068"/>
              <a:ext cx="402049" cy="795057"/>
            </a:xfrm>
            <a:prstGeom prst="rect">
              <a:avLst/>
            </a:prstGeom>
            <a:solidFill>
              <a:schemeClr val="bg1"/>
            </a:solidFill>
            <a:ln w="1651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0036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66" name="Rectangle 1092">
              <a:extLst>
                <a:ext uri="{FF2B5EF4-FFF2-40B4-BE49-F238E27FC236}">
                  <a16:creationId xmlns:a16="http://schemas.microsoft.com/office/drawing/2014/main" id="{E714505E-9B2C-6976-4EB6-1C81F1103514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 bwMode="gray">
            <a:xfrm>
              <a:off x="769748" y="5412068"/>
              <a:ext cx="402049" cy="795057"/>
            </a:xfrm>
            <a:prstGeom prst="rect">
              <a:avLst/>
            </a:prstGeom>
            <a:solidFill>
              <a:schemeClr val="bg1"/>
            </a:solidFill>
            <a:ln w="1651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0036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67" name="Rectangle 1093">
              <a:extLst>
                <a:ext uri="{FF2B5EF4-FFF2-40B4-BE49-F238E27FC236}">
                  <a16:creationId xmlns:a16="http://schemas.microsoft.com/office/drawing/2014/main" id="{3B9B5122-50CD-106D-675F-444BCBDE2C4C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 bwMode="gray">
            <a:xfrm>
              <a:off x="1235750" y="5412068"/>
              <a:ext cx="402049" cy="795057"/>
            </a:xfrm>
            <a:prstGeom prst="rect">
              <a:avLst/>
            </a:prstGeom>
            <a:solidFill>
              <a:schemeClr val="bg1"/>
            </a:solidFill>
            <a:ln w="1651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0036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68" name="Rectangle 1094">
              <a:extLst>
                <a:ext uri="{FF2B5EF4-FFF2-40B4-BE49-F238E27FC236}">
                  <a16:creationId xmlns:a16="http://schemas.microsoft.com/office/drawing/2014/main" id="{884BEFF4-743D-F01D-5B9C-0B9C70324FC9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 bwMode="gray">
            <a:xfrm>
              <a:off x="700493" y="5037891"/>
              <a:ext cx="534956" cy="240237"/>
            </a:xfrm>
            <a:prstGeom prst="rect">
              <a:avLst/>
            </a:prstGeom>
            <a:solidFill>
              <a:srgbClr val="7891AA"/>
            </a:solidFill>
            <a:ln w="1651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6510" cap="flat" cmpd="sng" algn="ctr">
                  <a:solidFill>
                    <a:srgbClr val="46647B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69" name="Rectangle 1095">
              <a:extLst>
                <a:ext uri="{FF2B5EF4-FFF2-40B4-BE49-F238E27FC236}">
                  <a16:creationId xmlns:a16="http://schemas.microsoft.com/office/drawing/2014/main" id="{19C0079C-E66E-84B7-5FD6-889013B17D9E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 bwMode="gray">
            <a:xfrm>
              <a:off x="353601" y="5460836"/>
              <a:ext cx="301969" cy="149168"/>
            </a:xfrm>
            <a:prstGeom prst="rect">
              <a:avLst/>
            </a:prstGeom>
            <a:solidFill>
              <a:srgbClr val="7891AA"/>
            </a:solidFill>
            <a:ln w="1651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6510" cap="flat" cmpd="sng" algn="ctr">
                  <a:solidFill>
                    <a:srgbClr val="46647B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0" name="Rectangle 1096">
              <a:extLst>
                <a:ext uri="{FF2B5EF4-FFF2-40B4-BE49-F238E27FC236}">
                  <a16:creationId xmlns:a16="http://schemas.microsoft.com/office/drawing/2014/main" id="{62C6EED6-8F84-9E4D-DACB-D6CE4F6E90EE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 bwMode="gray">
            <a:xfrm>
              <a:off x="816987" y="5460836"/>
              <a:ext cx="301969" cy="149168"/>
            </a:xfrm>
            <a:prstGeom prst="rect">
              <a:avLst/>
            </a:prstGeom>
            <a:solidFill>
              <a:srgbClr val="7891AA"/>
            </a:solidFill>
            <a:ln w="1651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6510" cap="flat" cmpd="sng" algn="ctr">
                  <a:solidFill>
                    <a:srgbClr val="46647B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1" name="Rectangle 1097">
              <a:extLst>
                <a:ext uri="{FF2B5EF4-FFF2-40B4-BE49-F238E27FC236}">
                  <a16:creationId xmlns:a16="http://schemas.microsoft.com/office/drawing/2014/main" id="{F4AFC242-28A4-85C6-29E3-243CC8254B5E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 bwMode="gray">
            <a:xfrm>
              <a:off x="1280373" y="5460836"/>
              <a:ext cx="301969" cy="149168"/>
            </a:xfrm>
            <a:prstGeom prst="rect">
              <a:avLst/>
            </a:prstGeom>
            <a:solidFill>
              <a:srgbClr val="7891AA"/>
            </a:solidFill>
            <a:ln w="1651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6510" cap="flat" cmpd="sng" algn="ctr">
                  <a:solidFill>
                    <a:srgbClr val="46647B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2" name="Rectangle 1098">
              <a:extLst>
                <a:ext uri="{FF2B5EF4-FFF2-40B4-BE49-F238E27FC236}">
                  <a16:creationId xmlns:a16="http://schemas.microsoft.com/office/drawing/2014/main" id="{F67617A1-567D-C340-ECF6-349FB6D141DC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 bwMode="gray">
            <a:xfrm>
              <a:off x="353601" y="5670908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3" name="Rectangle 1099">
              <a:extLst>
                <a:ext uri="{FF2B5EF4-FFF2-40B4-BE49-F238E27FC236}">
                  <a16:creationId xmlns:a16="http://schemas.microsoft.com/office/drawing/2014/main" id="{525AEC19-0471-FE2F-B214-B52BAC79472C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 bwMode="gray">
            <a:xfrm>
              <a:off x="353601" y="577648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4" name="Rectangle 1100">
              <a:extLst>
                <a:ext uri="{FF2B5EF4-FFF2-40B4-BE49-F238E27FC236}">
                  <a16:creationId xmlns:a16="http://schemas.microsoft.com/office/drawing/2014/main" id="{29325E05-4DE2-B303-8468-5D74A8F318E1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 bwMode="gray">
            <a:xfrm>
              <a:off x="353601" y="588206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5" name="Rectangle 1101">
              <a:extLst>
                <a:ext uri="{FF2B5EF4-FFF2-40B4-BE49-F238E27FC236}">
                  <a16:creationId xmlns:a16="http://schemas.microsoft.com/office/drawing/2014/main" id="{64C6F908-2DAD-8426-1AC6-0BE1BAF4AE78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 bwMode="gray">
            <a:xfrm>
              <a:off x="353601" y="5987646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6" name="Rectangle 1102">
              <a:extLst>
                <a:ext uri="{FF2B5EF4-FFF2-40B4-BE49-F238E27FC236}">
                  <a16:creationId xmlns:a16="http://schemas.microsoft.com/office/drawing/2014/main" id="{6F4F4802-121E-59C7-2C78-E58E36D11695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 bwMode="gray">
            <a:xfrm>
              <a:off x="353601" y="6093226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7" name="Rectangle 1103">
              <a:extLst>
                <a:ext uri="{FF2B5EF4-FFF2-40B4-BE49-F238E27FC236}">
                  <a16:creationId xmlns:a16="http://schemas.microsoft.com/office/drawing/2014/main" id="{962F9ACF-929D-28C2-D15D-F91324D9E8F0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 bwMode="gray">
            <a:xfrm>
              <a:off x="816987" y="5670908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8" name="Rectangle 1104">
              <a:extLst>
                <a:ext uri="{FF2B5EF4-FFF2-40B4-BE49-F238E27FC236}">
                  <a16:creationId xmlns:a16="http://schemas.microsoft.com/office/drawing/2014/main" id="{45C93072-70B7-2740-4F85-7DB784EB558A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 bwMode="gray">
            <a:xfrm>
              <a:off x="816987" y="577648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9" name="Rectangle 1105">
              <a:extLst>
                <a:ext uri="{FF2B5EF4-FFF2-40B4-BE49-F238E27FC236}">
                  <a16:creationId xmlns:a16="http://schemas.microsoft.com/office/drawing/2014/main" id="{8D3C48D6-8831-5CF5-F349-D1862C42A9C2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 bwMode="gray">
            <a:xfrm>
              <a:off x="816987" y="588206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80" name="Rectangle 1106">
              <a:extLst>
                <a:ext uri="{FF2B5EF4-FFF2-40B4-BE49-F238E27FC236}">
                  <a16:creationId xmlns:a16="http://schemas.microsoft.com/office/drawing/2014/main" id="{377CD08E-E017-F99C-F78F-026817864D26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 bwMode="gray">
            <a:xfrm>
              <a:off x="1280373" y="5670908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81" name="Rectangle 1107">
              <a:extLst>
                <a:ext uri="{FF2B5EF4-FFF2-40B4-BE49-F238E27FC236}">
                  <a16:creationId xmlns:a16="http://schemas.microsoft.com/office/drawing/2014/main" id="{DF3BB98B-BC42-8637-3B53-BBAA57125A98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 bwMode="gray">
            <a:xfrm>
              <a:off x="1280373" y="577648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82" name="Rectangle 1108">
              <a:extLst>
                <a:ext uri="{FF2B5EF4-FFF2-40B4-BE49-F238E27FC236}">
                  <a16:creationId xmlns:a16="http://schemas.microsoft.com/office/drawing/2014/main" id="{5E74CDDB-517B-62D1-5017-4B60714842D7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 bwMode="gray">
            <a:xfrm>
              <a:off x="1280373" y="588206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83" name="Rectangle 1109">
              <a:extLst>
                <a:ext uri="{FF2B5EF4-FFF2-40B4-BE49-F238E27FC236}">
                  <a16:creationId xmlns:a16="http://schemas.microsoft.com/office/drawing/2014/main" id="{C59B097B-5274-8BB6-EB11-84F4B80E52AA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 bwMode="gray">
            <a:xfrm>
              <a:off x="1280373" y="5987646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84" name="Straight Arrow Connector 1110">
              <a:extLst>
                <a:ext uri="{FF2B5EF4-FFF2-40B4-BE49-F238E27FC236}">
                  <a16:creationId xmlns:a16="http://schemas.microsoft.com/office/drawing/2014/main" id="{570181B9-9E0F-7C12-EB11-D024353743C3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185132" y="5370991"/>
              <a:ext cx="0" cy="836134"/>
            </a:xfrm>
            <a:prstGeom prst="straightConnector1">
              <a:avLst/>
            </a:prstGeom>
            <a:ln w="16510" cap="flat" cmpd="sng" algn="ctr">
              <a:solidFill>
                <a:srgbClr val="5C5C5C"/>
              </a:solidFill>
              <a:prstDash val="solid"/>
              <a:miter lim="800000"/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nector: Elbow 1111">
              <a:extLst>
                <a:ext uri="{FF2B5EF4-FFF2-40B4-BE49-F238E27FC236}">
                  <a16:creationId xmlns:a16="http://schemas.microsoft.com/office/drawing/2014/main" id="{E0C10519-D771-9013-F094-6A9948A41110}"/>
                </a:ext>
              </a:extLst>
            </p:cNvPr>
            <p:cNvCxnSpPr>
              <a:stCxn id="68" idx="2"/>
              <a:endCxn id="69" idx="0"/>
            </p:cNvCxnSpPr>
            <p:nvPr/>
          </p:nvCxnSpPr>
          <p:spPr bwMode="auto">
            <a:xfrm rot="5400000">
              <a:off x="644925" y="5137790"/>
              <a:ext cx="182708" cy="463385"/>
            </a:xfrm>
            <a:prstGeom prst="bentConnector3">
              <a:avLst/>
            </a:prstGeom>
            <a:solidFill>
              <a:schemeClr val="accent1"/>
            </a:solidFill>
            <a:ln w="16510" cap="flat" cmpd="sng" algn="ctr">
              <a:solidFill>
                <a:srgbClr val="5C5C5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6" name="Connector: Elbow 1112">
              <a:extLst>
                <a:ext uri="{FF2B5EF4-FFF2-40B4-BE49-F238E27FC236}">
                  <a16:creationId xmlns:a16="http://schemas.microsoft.com/office/drawing/2014/main" id="{C4DDDC35-4673-710D-7B6E-A4B977F1E0A3}"/>
                </a:ext>
              </a:extLst>
            </p:cNvPr>
            <p:cNvCxnSpPr>
              <a:cxnSpLocks/>
              <a:stCxn id="68" idx="2"/>
              <a:endCxn id="71" idx="0"/>
            </p:cNvCxnSpPr>
            <p:nvPr/>
          </p:nvCxnSpPr>
          <p:spPr bwMode="auto">
            <a:xfrm rot="16200000" flipH="1">
              <a:off x="1108310" y="5137788"/>
              <a:ext cx="182708" cy="463387"/>
            </a:xfrm>
            <a:prstGeom prst="bentConnector3">
              <a:avLst>
                <a:gd name="adj1" fmla="val 50000"/>
              </a:avLst>
            </a:prstGeom>
            <a:solidFill>
              <a:schemeClr val="accent1"/>
            </a:solidFill>
            <a:ln w="16510" cap="flat" cmpd="sng" algn="ctr">
              <a:solidFill>
                <a:srgbClr val="5C5C5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7" name="Straight Connector 1113">
              <a:extLst>
                <a:ext uri="{FF2B5EF4-FFF2-40B4-BE49-F238E27FC236}">
                  <a16:creationId xmlns:a16="http://schemas.microsoft.com/office/drawing/2014/main" id="{F06AEBD1-FE1D-98BF-5D22-572F9F83206D}"/>
                </a:ext>
              </a:extLst>
            </p:cNvPr>
            <p:cNvCxnSpPr>
              <a:cxnSpLocks/>
              <a:stCxn id="68" idx="2"/>
              <a:endCxn id="66" idx="0"/>
            </p:cNvCxnSpPr>
            <p:nvPr/>
          </p:nvCxnSpPr>
          <p:spPr bwMode="auto">
            <a:xfrm>
              <a:off x="967971" y="5278128"/>
              <a:ext cx="2802" cy="133940"/>
            </a:xfrm>
            <a:prstGeom prst="line">
              <a:avLst/>
            </a:prstGeom>
            <a:solidFill>
              <a:schemeClr val="accent1"/>
            </a:solidFill>
            <a:ln w="16510" cap="flat" cmpd="sng" algn="ctr">
              <a:solidFill>
                <a:srgbClr val="5C5C5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88" name="Rectangle 1114">
            <a:extLst>
              <a:ext uri="{FF2B5EF4-FFF2-40B4-BE49-F238E27FC236}">
                <a16:creationId xmlns:a16="http://schemas.microsoft.com/office/drawing/2014/main" id="{53EB2E55-EA3D-1871-C657-B81C7044A378}"/>
              </a:ext>
            </a:extLst>
          </p:cNvPr>
          <p:cNvSpPr/>
          <p:nvPr/>
        </p:nvSpPr>
        <p:spPr bwMode="auto">
          <a:xfrm>
            <a:off x="6407564" y="4446266"/>
            <a:ext cx="2325921" cy="28007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2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DISEÑO DETALLADO POR FUNCIÓN</a:t>
            </a:r>
          </a:p>
        </p:txBody>
      </p:sp>
      <p:sp>
        <p:nvSpPr>
          <p:cNvPr id="89" name="Rectangle 1116">
            <a:extLst>
              <a:ext uri="{FF2B5EF4-FFF2-40B4-BE49-F238E27FC236}">
                <a16:creationId xmlns:a16="http://schemas.microsoft.com/office/drawing/2014/main" id="{FF8EC001-E5F4-21AF-7107-D7A956F8D209}"/>
              </a:ext>
            </a:extLst>
          </p:cNvPr>
          <p:cNvSpPr/>
          <p:nvPr/>
        </p:nvSpPr>
        <p:spPr bwMode="auto">
          <a:xfrm>
            <a:off x="9190979" y="4446266"/>
            <a:ext cx="2325921" cy="28007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4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SISTEMA DE GESTIÓN</a:t>
            </a:r>
          </a:p>
        </p:txBody>
      </p:sp>
      <p:grpSp>
        <p:nvGrpSpPr>
          <p:cNvPr id="90" name="Group 1117">
            <a:extLst>
              <a:ext uri="{FF2B5EF4-FFF2-40B4-BE49-F238E27FC236}">
                <a16:creationId xmlns:a16="http://schemas.microsoft.com/office/drawing/2014/main" id="{47120D99-AE7B-FC73-25D1-48BACE629064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10095702" y="3869532"/>
            <a:ext cx="522286" cy="373220"/>
            <a:chOff x="5048251" y="1223645"/>
            <a:chExt cx="993775" cy="728663"/>
          </a:xfrm>
          <a:solidFill>
            <a:srgbClr val="808080"/>
          </a:solidFill>
        </p:grpSpPr>
        <p:sp>
          <p:nvSpPr>
            <p:cNvPr id="91" name="Freeform 48">
              <a:extLst>
                <a:ext uri="{FF2B5EF4-FFF2-40B4-BE49-F238E27FC236}">
                  <a16:creationId xmlns:a16="http://schemas.microsoft.com/office/drawing/2014/main" id="{A05CDAFF-9F55-C546-741E-7E126F4B520B}"/>
                </a:ext>
              </a:extLst>
            </p:cNvPr>
            <p:cNvSpPr/>
            <p:nvPr/>
          </p:nvSpPr>
          <p:spPr bwMode="auto">
            <a:xfrm>
              <a:off x="5307013" y="1223645"/>
              <a:ext cx="735013" cy="442913"/>
            </a:xfrm>
            <a:custGeom>
              <a:avLst/>
              <a:gdLst>
                <a:gd name="T0" fmla="*/ 226 w 326"/>
                <a:gd name="T1" fmla="*/ 34 h 196"/>
                <a:gd name="T2" fmla="*/ 225 w 326"/>
                <a:gd name="T3" fmla="*/ 33 h 196"/>
                <a:gd name="T4" fmla="*/ 132 w 326"/>
                <a:gd name="T5" fmla="*/ 0 h 196"/>
                <a:gd name="T6" fmla="*/ 33 w 326"/>
                <a:gd name="T7" fmla="*/ 35 h 196"/>
                <a:gd name="T8" fmla="*/ 7 w 326"/>
                <a:gd name="T9" fmla="*/ 74 h 196"/>
                <a:gd name="T10" fmla="*/ 0 w 326"/>
                <a:gd name="T11" fmla="*/ 84 h 196"/>
                <a:gd name="T12" fmla="*/ 9 w 326"/>
                <a:gd name="T13" fmla="*/ 94 h 196"/>
                <a:gd name="T14" fmla="*/ 38 w 326"/>
                <a:gd name="T15" fmla="*/ 101 h 196"/>
                <a:gd name="T16" fmla="*/ 47 w 326"/>
                <a:gd name="T17" fmla="*/ 96 h 196"/>
                <a:gd name="T18" fmla="*/ 91 w 326"/>
                <a:gd name="T19" fmla="*/ 70 h 196"/>
                <a:gd name="T20" fmla="*/ 100 w 326"/>
                <a:gd name="T21" fmla="*/ 65 h 196"/>
                <a:gd name="T22" fmla="*/ 155 w 326"/>
                <a:gd name="T23" fmla="*/ 64 h 196"/>
                <a:gd name="T24" fmla="*/ 155 w 326"/>
                <a:gd name="T25" fmla="*/ 64 h 196"/>
                <a:gd name="T26" fmla="*/ 156 w 326"/>
                <a:gd name="T27" fmla="*/ 64 h 196"/>
                <a:gd name="T28" fmla="*/ 287 w 326"/>
                <a:gd name="T29" fmla="*/ 196 h 196"/>
                <a:gd name="T30" fmla="*/ 326 w 326"/>
                <a:gd name="T31" fmla="*/ 191 h 196"/>
                <a:gd name="T32" fmla="*/ 289 w 326"/>
                <a:gd name="T33" fmla="*/ 17 h 196"/>
                <a:gd name="T34" fmla="*/ 289 w 326"/>
                <a:gd name="T35" fmla="*/ 17 h 196"/>
                <a:gd name="T36" fmla="*/ 290 w 326"/>
                <a:gd name="T37" fmla="*/ 22 h 196"/>
                <a:gd name="T38" fmla="*/ 226 w 326"/>
                <a:gd name="T39" fmla="*/ 34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26" h="196">
                  <a:moveTo>
                    <a:pt x="226" y="34"/>
                  </a:moveTo>
                  <a:cubicBezTo>
                    <a:pt x="225" y="33"/>
                    <a:pt x="225" y="33"/>
                    <a:pt x="225" y="33"/>
                  </a:cubicBezTo>
                  <a:cubicBezTo>
                    <a:pt x="194" y="20"/>
                    <a:pt x="141" y="0"/>
                    <a:pt x="132" y="0"/>
                  </a:cubicBezTo>
                  <a:cubicBezTo>
                    <a:pt x="124" y="0"/>
                    <a:pt x="67" y="21"/>
                    <a:pt x="33" y="35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9" y="94"/>
                    <a:pt x="9" y="94"/>
                    <a:pt x="9" y="94"/>
                  </a:cubicBezTo>
                  <a:cubicBezTo>
                    <a:pt x="38" y="101"/>
                    <a:pt x="38" y="101"/>
                    <a:pt x="38" y="101"/>
                  </a:cubicBezTo>
                  <a:cubicBezTo>
                    <a:pt x="47" y="96"/>
                    <a:pt x="47" y="96"/>
                    <a:pt x="47" y="96"/>
                  </a:cubicBezTo>
                  <a:cubicBezTo>
                    <a:pt x="91" y="70"/>
                    <a:pt x="91" y="70"/>
                    <a:pt x="91" y="70"/>
                  </a:cubicBezTo>
                  <a:cubicBezTo>
                    <a:pt x="100" y="65"/>
                    <a:pt x="100" y="65"/>
                    <a:pt x="100" y="65"/>
                  </a:cubicBezTo>
                  <a:cubicBezTo>
                    <a:pt x="155" y="64"/>
                    <a:pt x="155" y="64"/>
                    <a:pt x="155" y="64"/>
                  </a:cubicBezTo>
                  <a:cubicBezTo>
                    <a:pt x="155" y="64"/>
                    <a:pt x="155" y="64"/>
                    <a:pt x="155" y="64"/>
                  </a:cubicBezTo>
                  <a:cubicBezTo>
                    <a:pt x="156" y="64"/>
                    <a:pt x="156" y="64"/>
                    <a:pt x="156" y="64"/>
                  </a:cubicBezTo>
                  <a:cubicBezTo>
                    <a:pt x="287" y="196"/>
                    <a:pt x="287" y="196"/>
                    <a:pt x="287" y="196"/>
                  </a:cubicBezTo>
                  <a:cubicBezTo>
                    <a:pt x="293" y="196"/>
                    <a:pt x="315" y="193"/>
                    <a:pt x="326" y="191"/>
                  </a:cubicBezTo>
                  <a:cubicBezTo>
                    <a:pt x="289" y="17"/>
                    <a:pt x="289" y="17"/>
                    <a:pt x="289" y="17"/>
                  </a:cubicBezTo>
                  <a:cubicBezTo>
                    <a:pt x="289" y="17"/>
                    <a:pt x="289" y="17"/>
                    <a:pt x="289" y="17"/>
                  </a:cubicBezTo>
                  <a:cubicBezTo>
                    <a:pt x="290" y="22"/>
                    <a:pt x="290" y="22"/>
                    <a:pt x="290" y="22"/>
                  </a:cubicBezTo>
                  <a:lnTo>
                    <a:pt x="226" y="34"/>
                  </a:lnTo>
                  <a:close/>
                </a:path>
              </a:pathLst>
            </a:custGeom>
            <a:solidFill>
              <a:srgbClr val="8585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70041" tIns="35021" rIns="70041" bIns="35021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868131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5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92" name="Freeform 49">
              <a:extLst>
                <a:ext uri="{FF2B5EF4-FFF2-40B4-BE49-F238E27FC236}">
                  <a16:creationId xmlns:a16="http://schemas.microsoft.com/office/drawing/2014/main" id="{B269ED9C-19D6-143E-4DB0-50A230EFBA73}"/>
                </a:ext>
              </a:extLst>
            </p:cNvPr>
            <p:cNvSpPr/>
            <p:nvPr/>
          </p:nvSpPr>
          <p:spPr bwMode="auto">
            <a:xfrm>
              <a:off x="5048251" y="1303020"/>
              <a:ext cx="904875" cy="631825"/>
            </a:xfrm>
            <a:custGeom>
              <a:avLst/>
              <a:gdLst>
                <a:gd name="T0" fmla="*/ 31 w 401"/>
                <a:gd name="T1" fmla="*/ 157 h 280"/>
                <a:gd name="T2" fmla="*/ 31 w 401"/>
                <a:gd name="T3" fmla="*/ 157 h 280"/>
                <a:gd name="T4" fmla="*/ 31 w 401"/>
                <a:gd name="T5" fmla="*/ 157 h 280"/>
                <a:gd name="T6" fmla="*/ 31 w 401"/>
                <a:gd name="T7" fmla="*/ 156 h 280"/>
                <a:gd name="T8" fmla="*/ 65 w 401"/>
                <a:gd name="T9" fmla="*/ 122 h 280"/>
                <a:gd name="T10" fmla="*/ 91 w 401"/>
                <a:gd name="T11" fmla="*/ 111 h 280"/>
                <a:gd name="T12" fmla="*/ 117 w 401"/>
                <a:gd name="T13" fmla="*/ 122 h 280"/>
                <a:gd name="T14" fmla="*/ 127 w 401"/>
                <a:gd name="T15" fmla="*/ 141 h 280"/>
                <a:gd name="T16" fmla="*/ 132 w 401"/>
                <a:gd name="T17" fmla="*/ 140 h 280"/>
                <a:gd name="T18" fmla="*/ 158 w 401"/>
                <a:gd name="T19" fmla="*/ 151 h 280"/>
                <a:gd name="T20" fmla="*/ 168 w 401"/>
                <a:gd name="T21" fmla="*/ 172 h 280"/>
                <a:gd name="T22" fmla="*/ 170 w 401"/>
                <a:gd name="T23" fmla="*/ 172 h 280"/>
                <a:gd name="T24" fmla="*/ 195 w 401"/>
                <a:gd name="T25" fmla="*/ 182 h 280"/>
                <a:gd name="T26" fmla="*/ 204 w 401"/>
                <a:gd name="T27" fmla="*/ 200 h 280"/>
                <a:gd name="T28" fmla="*/ 211 w 401"/>
                <a:gd name="T29" fmla="*/ 199 h 280"/>
                <a:gd name="T30" fmla="*/ 234 w 401"/>
                <a:gd name="T31" fmla="*/ 209 h 280"/>
                <a:gd name="T32" fmla="*/ 244 w 401"/>
                <a:gd name="T33" fmla="*/ 233 h 280"/>
                <a:gd name="T34" fmla="*/ 234 w 401"/>
                <a:gd name="T35" fmla="*/ 257 h 280"/>
                <a:gd name="T36" fmla="*/ 232 w 401"/>
                <a:gd name="T37" fmla="*/ 259 h 280"/>
                <a:gd name="T38" fmla="*/ 248 w 401"/>
                <a:gd name="T39" fmla="*/ 276 h 280"/>
                <a:gd name="T40" fmla="*/ 259 w 401"/>
                <a:gd name="T41" fmla="*/ 280 h 280"/>
                <a:gd name="T42" fmla="*/ 271 w 401"/>
                <a:gd name="T43" fmla="*/ 276 h 280"/>
                <a:gd name="T44" fmla="*/ 270 w 401"/>
                <a:gd name="T45" fmla="*/ 252 h 280"/>
                <a:gd name="T46" fmla="*/ 242 w 401"/>
                <a:gd name="T47" fmla="*/ 207 h 280"/>
                <a:gd name="T48" fmla="*/ 248 w 401"/>
                <a:gd name="T49" fmla="*/ 202 h 280"/>
                <a:gd name="T50" fmla="*/ 289 w 401"/>
                <a:gd name="T51" fmla="*/ 245 h 280"/>
                <a:gd name="T52" fmla="*/ 300 w 401"/>
                <a:gd name="T53" fmla="*/ 250 h 280"/>
                <a:gd name="T54" fmla="*/ 311 w 401"/>
                <a:gd name="T55" fmla="*/ 245 h 280"/>
                <a:gd name="T56" fmla="*/ 310 w 401"/>
                <a:gd name="T57" fmla="*/ 222 h 280"/>
                <a:gd name="T58" fmla="*/ 310 w 401"/>
                <a:gd name="T59" fmla="*/ 222 h 280"/>
                <a:gd name="T60" fmla="*/ 275 w 401"/>
                <a:gd name="T61" fmla="*/ 170 h 280"/>
                <a:gd name="T62" fmla="*/ 282 w 401"/>
                <a:gd name="T63" fmla="*/ 164 h 280"/>
                <a:gd name="T64" fmla="*/ 329 w 401"/>
                <a:gd name="T65" fmla="*/ 215 h 280"/>
                <a:gd name="T66" fmla="*/ 340 w 401"/>
                <a:gd name="T67" fmla="*/ 219 h 280"/>
                <a:gd name="T68" fmla="*/ 351 w 401"/>
                <a:gd name="T69" fmla="*/ 215 h 280"/>
                <a:gd name="T70" fmla="*/ 351 w 401"/>
                <a:gd name="T71" fmla="*/ 192 h 280"/>
                <a:gd name="T72" fmla="*/ 309 w 401"/>
                <a:gd name="T73" fmla="*/ 138 h 280"/>
                <a:gd name="T74" fmla="*/ 316 w 401"/>
                <a:gd name="T75" fmla="*/ 133 h 280"/>
                <a:gd name="T76" fmla="*/ 322 w 401"/>
                <a:gd name="T77" fmla="*/ 139 h 280"/>
                <a:gd name="T78" fmla="*/ 340 w 401"/>
                <a:gd name="T79" fmla="*/ 156 h 280"/>
                <a:gd name="T80" fmla="*/ 374 w 401"/>
                <a:gd name="T81" fmla="*/ 190 h 280"/>
                <a:gd name="T82" fmla="*/ 385 w 401"/>
                <a:gd name="T83" fmla="*/ 195 h 280"/>
                <a:gd name="T84" fmla="*/ 396 w 401"/>
                <a:gd name="T85" fmla="*/ 190 h 280"/>
                <a:gd name="T86" fmla="*/ 401 w 401"/>
                <a:gd name="T87" fmla="*/ 179 h 280"/>
                <a:gd name="T88" fmla="*/ 396 w 401"/>
                <a:gd name="T89" fmla="*/ 168 h 280"/>
                <a:gd name="T90" fmla="*/ 357 w 401"/>
                <a:gd name="T91" fmla="*/ 128 h 280"/>
                <a:gd name="T92" fmla="*/ 266 w 401"/>
                <a:gd name="T93" fmla="*/ 38 h 280"/>
                <a:gd name="T94" fmla="*/ 217 w 401"/>
                <a:gd name="T95" fmla="*/ 39 h 280"/>
                <a:gd name="T96" fmla="*/ 209 w 401"/>
                <a:gd name="T97" fmla="*/ 42 h 280"/>
                <a:gd name="T98" fmla="*/ 166 w 401"/>
                <a:gd name="T99" fmla="*/ 69 h 280"/>
                <a:gd name="T100" fmla="*/ 153 w 401"/>
                <a:gd name="T101" fmla="*/ 75 h 280"/>
                <a:gd name="T102" fmla="*/ 119 w 401"/>
                <a:gd name="T103" fmla="*/ 67 h 280"/>
                <a:gd name="T104" fmla="*/ 103 w 401"/>
                <a:gd name="T105" fmla="*/ 51 h 280"/>
                <a:gd name="T106" fmla="*/ 130 w 401"/>
                <a:gd name="T107" fmla="*/ 8 h 280"/>
                <a:gd name="T108" fmla="*/ 37 w 401"/>
                <a:gd name="T109" fmla="*/ 5 h 280"/>
                <a:gd name="T110" fmla="*/ 37 w 401"/>
                <a:gd name="T111" fmla="*/ 0 h 280"/>
                <a:gd name="T112" fmla="*/ 37 w 401"/>
                <a:gd name="T113" fmla="*/ 0 h 280"/>
                <a:gd name="T114" fmla="*/ 0 w 401"/>
                <a:gd name="T115" fmla="*/ 149 h 280"/>
                <a:gd name="T116" fmla="*/ 0 w 401"/>
                <a:gd name="T117" fmla="*/ 149 h 280"/>
                <a:gd name="T118" fmla="*/ 2 w 401"/>
                <a:gd name="T119" fmla="*/ 145 h 280"/>
                <a:gd name="T120" fmla="*/ 31 w 401"/>
                <a:gd name="T121" fmla="*/ 157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01" h="280">
                  <a:moveTo>
                    <a:pt x="31" y="157"/>
                  </a:moveTo>
                  <a:cubicBezTo>
                    <a:pt x="31" y="157"/>
                    <a:pt x="31" y="157"/>
                    <a:pt x="31" y="157"/>
                  </a:cubicBezTo>
                  <a:cubicBezTo>
                    <a:pt x="31" y="157"/>
                    <a:pt x="31" y="157"/>
                    <a:pt x="31" y="157"/>
                  </a:cubicBezTo>
                  <a:cubicBezTo>
                    <a:pt x="31" y="156"/>
                    <a:pt x="31" y="156"/>
                    <a:pt x="31" y="156"/>
                  </a:cubicBezTo>
                  <a:cubicBezTo>
                    <a:pt x="65" y="122"/>
                    <a:pt x="65" y="122"/>
                    <a:pt x="65" y="122"/>
                  </a:cubicBezTo>
                  <a:cubicBezTo>
                    <a:pt x="72" y="115"/>
                    <a:pt x="82" y="111"/>
                    <a:pt x="91" y="111"/>
                  </a:cubicBezTo>
                  <a:cubicBezTo>
                    <a:pt x="101" y="111"/>
                    <a:pt x="110" y="115"/>
                    <a:pt x="117" y="122"/>
                  </a:cubicBezTo>
                  <a:cubicBezTo>
                    <a:pt x="122" y="127"/>
                    <a:pt x="126" y="134"/>
                    <a:pt x="127" y="141"/>
                  </a:cubicBezTo>
                  <a:cubicBezTo>
                    <a:pt x="129" y="141"/>
                    <a:pt x="130" y="140"/>
                    <a:pt x="132" y="140"/>
                  </a:cubicBezTo>
                  <a:cubicBezTo>
                    <a:pt x="141" y="140"/>
                    <a:pt x="151" y="144"/>
                    <a:pt x="158" y="151"/>
                  </a:cubicBezTo>
                  <a:cubicBezTo>
                    <a:pt x="163" y="157"/>
                    <a:pt x="167" y="164"/>
                    <a:pt x="168" y="172"/>
                  </a:cubicBezTo>
                  <a:cubicBezTo>
                    <a:pt x="169" y="172"/>
                    <a:pt x="169" y="172"/>
                    <a:pt x="170" y="172"/>
                  </a:cubicBezTo>
                  <a:cubicBezTo>
                    <a:pt x="179" y="172"/>
                    <a:pt x="188" y="175"/>
                    <a:pt x="195" y="182"/>
                  </a:cubicBezTo>
                  <a:cubicBezTo>
                    <a:pt x="200" y="187"/>
                    <a:pt x="203" y="193"/>
                    <a:pt x="204" y="200"/>
                  </a:cubicBezTo>
                  <a:cubicBezTo>
                    <a:pt x="206" y="199"/>
                    <a:pt x="208" y="199"/>
                    <a:pt x="211" y="199"/>
                  </a:cubicBezTo>
                  <a:cubicBezTo>
                    <a:pt x="220" y="199"/>
                    <a:pt x="228" y="202"/>
                    <a:pt x="234" y="209"/>
                  </a:cubicBezTo>
                  <a:cubicBezTo>
                    <a:pt x="241" y="215"/>
                    <a:pt x="244" y="224"/>
                    <a:pt x="244" y="233"/>
                  </a:cubicBezTo>
                  <a:cubicBezTo>
                    <a:pt x="244" y="242"/>
                    <a:pt x="241" y="250"/>
                    <a:pt x="234" y="257"/>
                  </a:cubicBezTo>
                  <a:cubicBezTo>
                    <a:pt x="232" y="259"/>
                    <a:pt x="232" y="259"/>
                    <a:pt x="232" y="259"/>
                  </a:cubicBezTo>
                  <a:cubicBezTo>
                    <a:pt x="248" y="276"/>
                    <a:pt x="248" y="276"/>
                    <a:pt x="248" y="276"/>
                  </a:cubicBezTo>
                  <a:cubicBezTo>
                    <a:pt x="251" y="279"/>
                    <a:pt x="255" y="280"/>
                    <a:pt x="259" y="280"/>
                  </a:cubicBezTo>
                  <a:cubicBezTo>
                    <a:pt x="264" y="280"/>
                    <a:pt x="268" y="278"/>
                    <a:pt x="271" y="276"/>
                  </a:cubicBezTo>
                  <a:cubicBezTo>
                    <a:pt x="279" y="268"/>
                    <a:pt x="270" y="252"/>
                    <a:pt x="270" y="252"/>
                  </a:cubicBezTo>
                  <a:cubicBezTo>
                    <a:pt x="242" y="207"/>
                    <a:pt x="242" y="207"/>
                    <a:pt x="242" y="207"/>
                  </a:cubicBezTo>
                  <a:cubicBezTo>
                    <a:pt x="248" y="202"/>
                    <a:pt x="248" y="202"/>
                    <a:pt x="248" y="202"/>
                  </a:cubicBezTo>
                  <a:cubicBezTo>
                    <a:pt x="289" y="245"/>
                    <a:pt x="289" y="245"/>
                    <a:pt x="289" y="245"/>
                  </a:cubicBezTo>
                  <a:cubicBezTo>
                    <a:pt x="291" y="248"/>
                    <a:pt x="295" y="250"/>
                    <a:pt x="300" y="250"/>
                  </a:cubicBezTo>
                  <a:cubicBezTo>
                    <a:pt x="304" y="250"/>
                    <a:pt x="308" y="248"/>
                    <a:pt x="311" y="245"/>
                  </a:cubicBezTo>
                  <a:cubicBezTo>
                    <a:pt x="315" y="241"/>
                    <a:pt x="318" y="235"/>
                    <a:pt x="310" y="222"/>
                  </a:cubicBezTo>
                  <a:cubicBezTo>
                    <a:pt x="310" y="222"/>
                    <a:pt x="310" y="222"/>
                    <a:pt x="310" y="222"/>
                  </a:cubicBezTo>
                  <a:cubicBezTo>
                    <a:pt x="275" y="170"/>
                    <a:pt x="275" y="170"/>
                    <a:pt x="275" y="170"/>
                  </a:cubicBezTo>
                  <a:cubicBezTo>
                    <a:pt x="282" y="164"/>
                    <a:pt x="282" y="164"/>
                    <a:pt x="282" y="164"/>
                  </a:cubicBezTo>
                  <a:cubicBezTo>
                    <a:pt x="329" y="215"/>
                    <a:pt x="329" y="215"/>
                    <a:pt x="329" y="215"/>
                  </a:cubicBezTo>
                  <a:cubicBezTo>
                    <a:pt x="332" y="218"/>
                    <a:pt x="336" y="219"/>
                    <a:pt x="340" y="219"/>
                  </a:cubicBezTo>
                  <a:cubicBezTo>
                    <a:pt x="344" y="219"/>
                    <a:pt x="348" y="218"/>
                    <a:pt x="351" y="215"/>
                  </a:cubicBezTo>
                  <a:cubicBezTo>
                    <a:pt x="357" y="209"/>
                    <a:pt x="357" y="200"/>
                    <a:pt x="351" y="192"/>
                  </a:cubicBezTo>
                  <a:cubicBezTo>
                    <a:pt x="309" y="138"/>
                    <a:pt x="309" y="138"/>
                    <a:pt x="309" y="138"/>
                  </a:cubicBezTo>
                  <a:cubicBezTo>
                    <a:pt x="316" y="133"/>
                    <a:pt x="316" y="133"/>
                    <a:pt x="316" y="133"/>
                  </a:cubicBezTo>
                  <a:cubicBezTo>
                    <a:pt x="316" y="133"/>
                    <a:pt x="319" y="136"/>
                    <a:pt x="322" y="139"/>
                  </a:cubicBezTo>
                  <a:cubicBezTo>
                    <a:pt x="329" y="145"/>
                    <a:pt x="338" y="155"/>
                    <a:pt x="340" y="156"/>
                  </a:cubicBezTo>
                  <a:cubicBezTo>
                    <a:pt x="374" y="190"/>
                    <a:pt x="374" y="190"/>
                    <a:pt x="374" y="190"/>
                  </a:cubicBezTo>
                  <a:cubicBezTo>
                    <a:pt x="377" y="193"/>
                    <a:pt x="381" y="195"/>
                    <a:pt x="385" y="195"/>
                  </a:cubicBezTo>
                  <a:cubicBezTo>
                    <a:pt x="389" y="195"/>
                    <a:pt x="393" y="193"/>
                    <a:pt x="396" y="190"/>
                  </a:cubicBezTo>
                  <a:cubicBezTo>
                    <a:pt x="399" y="187"/>
                    <a:pt x="401" y="183"/>
                    <a:pt x="401" y="179"/>
                  </a:cubicBezTo>
                  <a:cubicBezTo>
                    <a:pt x="401" y="175"/>
                    <a:pt x="399" y="171"/>
                    <a:pt x="396" y="168"/>
                  </a:cubicBezTo>
                  <a:cubicBezTo>
                    <a:pt x="357" y="128"/>
                    <a:pt x="357" y="128"/>
                    <a:pt x="357" y="128"/>
                  </a:cubicBezTo>
                  <a:cubicBezTo>
                    <a:pt x="266" y="38"/>
                    <a:pt x="266" y="38"/>
                    <a:pt x="266" y="38"/>
                  </a:cubicBezTo>
                  <a:cubicBezTo>
                    <a:pt x="217" y="39"/>
                    <a:pt x="217" y="39"/>
                    <a:pt x="217" y="39"/>
                  </a:cubicBezTo>
                  <a:cubicBezTo>
                    <a:pt x="209" y="42"/>
                    <a:pt x="209" y="42"/>
                    <a:pt x="209" y="42"/>
                  </a:cubicBezTo>
                  <a:cubicBezTo>
                    <a:pt x="166" y="69"/>
                    <a:pt x="166" y="69"/>
                    <a:pt x="166" y="69"/>
                  </a:cubicBezTo>
                  <a:cubicBezTo>
                    <a:pt x="153" y="75"/>
                    <a:pt x="153" y="75"/>
                    <a:pt x="153" y="75"/>
                  </a:cubicBezTo>
                  <a:cubicBezTo>
                    <a:pt x="119" y="67"/>
                    <a:pt x="119" y="67"/>
                    <a:pt x="119" y="67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30" y="8"/>
                    <a:pt x="130" y="8"/>
                    <a:pt x="130" y="8"/>
                  </a:cubicBezTo>
                  <a:cubicBezTo>
                    <a:pt x="37" y="5"/>
                    <a:pt x="37" y="5"/>
                    <a:pt x="37" y="5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2" y="145"/>
                    <a:pt x="2" y="145"/>
                    <a:pt x="2" y="145"/>
                  </a:cubicBezTo>
                  <a:lnTo>
                    <a:pt x="31" y="157"/>
                  </a:lnTo>
                  <a:close/>
                </a:path>
              </a:pathLst>
            </a:custGeom>
            <a:solidFill>
              <a:srgbClr val="7891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70041" tIns="35021" rIns="70041" bIns="35021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868131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5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93" name="Freeform 50">
              <a:extLst>
                <a:ext uri="{FF2B5EF4-FFF2-40B4-BE49-F238E27FC236}">
                  <a16:creationId xmlns:a16="http://schemas.microsoft.com/office/drawing/2014/main" id="{832185E7-8CA9-9807-62B1-30131B5F2B2C}"/>
                </a:ext>
              </a:extLst>
            </p:cNvPr>
            <p:cNvSpPr/>
            <p:nvPr/>
          </p:nvSpPr>
          <p:spPr bwMode="auto">
            <a:xfrm>
              <a:off x="5110163" y="1574483"/>
              <a:ext cx="471488" cy="377825"/>
            </a:xfrm>
            <a:custGeom>
              <a:avLst/>
              <a:gdLst>
                <a:gd name="T0" fmla="*/ 209 w 209"/>
                <a:gd name="T1" fmla="*/ 113 h 168"/>
                <a:gd name="T2" fmla="*/ 201 w 209"/>
                <a:gd name="T3" fmla="*/ 95 h 168"/>
                <a:gd name="T4" fmla="*/ 184 w 209"/>
                <a:gd name="T5" fmla="*/ 87 h 168"/>
                <a:gd name="T6" fmla="*/ 168 w 209"/>
                <a:gd name="T7" fmla="*/ 92 h 168"/>
                <a:gd name="T8" fmla="*/ 169 w 209"/>
                <a:gd name="T9" fmla="*/ 86 h 168"/>
                <a:gd name="T10" fmla="*/ 162 w 209"/>
                <a:gd name="T11" fmla="*/ 68 h 168"/>
                <a:gd name="T12" fmla="*/ 143 w 209"/>
                <a:gd name="T13" fmla="*/ 60 h 168"/>
                <a:gd name="T14" fmla="*/ 132 w 209"/>
                <a:gd name="T15" fmla="*/ 63 h 168"/>
                <a:gd name="T16" fmla="*/ 133 w 209"/>
                <a:gd name="T17" fmla="*/ 57 h 168"/>
                <a:gd name="T18" fmla="*/ 125 w 209"/>
                <a:gd name="T19" fmla="*/ 37 h 168"/>
                <a:gd name="T20" fmla="*/ 105 w 209"/>
                <a:gd name="T21" fmla="*/ 29 h 168"/>
                <a:gd name="T22" fmla="*/ 92 w 209"/>
                <a:gd name="T23" fmla="*/ 32 h 168"/>
                <a:gd name="T24" fmla="*/ 93 w 209"/>
                <a:gd name="T25" fmla="*/ 28 h 168"/>
                <a:gd name="T26" fmla="*/ 84 w 209"/>
                <a:gd name="T27" fmla="*/ 8 h 168"/>
                <a:gd name="T28" fmla="*/ 64 w 209"/>
                <a:gd name="T29" fmla="*/ 0 h 168"/>
                <a:gd name="T30" fmla="*/ 44 w 209"/>
                <a:gd name="T31" fmla="*/ 8 h 168"/>
                <a:gd name="T32" fmla="*/ 10 w 209"/>
                <a:gd name="T33" fmla="*/ 42 h 168"/>
                <a:gd name="T34" fmla="*/ 9 w 209"/>
                <a:gd name="T35" fmla="*/ 44 h 168"/>
                <a:gd name="T36" fmla="*/ 4 w 209"/>
                <a:gd name="T37" fmla="*/ 51 h 168"/>
                <a:gd name="T38" fmla="*/ 10 w 209"/>
                <a:gd name="T39" fmla="*/ 82 h 168"/>
                <a:gd name="T40" fmla="*/ 30 w 209"/>
                <a:gd name="T41" fmla="*/ 91 h 168"/>
                <a:gd name="T42" fmla="*/ 42 w 209"/>
                <a:gd name="T43" fmla="*/ 88 h 168"/>
                <a:gd name="T44" fmla="*/ 50 w 209"/>
                <a:gd name="T45" fmla="*/ 111 h 168"/>
                <a:gd name="T46" fmla="*/ 70 w 209"/>
                <a:gd name="T47" fmla="*/ 120 h 168"/>
                <a:gd name="T48" fmla="*/ 87 w 209"/>
                <a:gd name="T49" fmla="*/ 114 h 168"/>
                <a:gd name="T50" fmla="*/ 94 w 209"/>
                <a:gd name="T51" fmla="*/ 135 h 168"/>
                <a:gd name="T52" fmla="*/ 112 w 209"/>
                <a:gd name="T53" fmla="*/ 143 h 168"/>
                <a:gd name="T54" fmla="*/ 129 w 209"/>
                <a:gd name="T55" fmla="*/ 137 h 168"/>
                <a:gd name="T56" fmla="*/ 128 w 209"/>
                <a:gd name="T57" fmla="*/ 143 h 168"/>
                <a:gd name="T58" fmla="*/ 135 w 209"/>
                <a:gd name="T59" fmla="*/ 161 h 168"/>
                <a:gd name="T60" fmla="*/ 153 w 209"/>
                <a:gd name="T61" fmla="*/ 168 h 168"/>
                <a:gd name="T62" fmla="*/ 171 w 209"/>
                <a:gd name="T63" fmla="*/ 161 h 168"/>
                <a:gd name="T64" fmla="*/ 190 w 209"/>
                <a:gd name="T65" fmla="*/ 142 h 168"/>
                <a:gd name="T66" fmla="*/ 196 w 209"/>
                <a:gd name="T67" fmla="*/ 137 h 168"/>
                <a:gd name="T68" fmla="*/ 201 w 209"/>
                <a:gd name="T69" fmla="*/ 131 h 168"/>
                <a:gd name="T70" fmla="*/ 209 w 209"/>
                <a:gd name="T71" fmla="*/ 113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09" h="168">
                  <a:moveTo>
                    <a:pt x="209" y="113"/>
                  </a:moveTo>
                  <a:cubicBezTo>
                    <a:pt x="209" y="106"/>
                    <a:pt x="206" y="100"/>
                    <a:pt x="201" y="95"/>
                  </a:cubicBezTo>
                  <a:cubicBezTo>
                    <a:pt x="197" y="90"/>
                    <a:pt x="190" y="87"/>
                    <a:pt x="184" y="87"/>
                  </a:cubicBezTo>
                  <a:cubicBezTo>
                    <a:pt x="178" y="87"/>
                    <a:pt x="173" y="89"/>
                    <a:pt x="168" y="92"/>
                  </a:cubicBezTo>
                  <a:cubicBezTo>
                    <a:pt x="169" y="90"/>
                    <a:pt x="169" y="88"/>
                    <a:pt x="169" y="86"/>
                  </a:cubicBezTo>
                  <a:cubicBezTo>
                    <a:pt x="169" y="79"/>
                    <a:pt x="166" y="73"/>
                    <a:pt x="162" y="68"/>
                  </a:cubicBezTo>
                  <a:cubicBezTo>
                    <a:pt x="157" y="63"/>
                    <a:pt x="150" y="60"/>
                    <a:pt x="143" y="60"/>
                  </a:cubicBezTo>
                  <a:cubicBezTo>
                    <a:pt x="139" y="60"/>
                    <a:pt x="136" y="61"/>
                    <a:pt x="132" y="63"/>
                  </a:cubicBezTo>
                  <a:cubicBezTo>
                    <a:pt x="133" y="61"/>
                    <a:pt x="133" y="59"/>
                    <a:pt x="133" y="57"/>
                  </a:cubicBezTo>
                  <a:cubicBezTo>
                    <a:pt x="133" y="50"/>
                    <a:pt x="130" y="43"/>
                    <a:pt x="125" y="37"/>
                  </a:cubicBezTo>
                  <a:cubicBezTo>
                    <a:pt x="119" y="32"/>
                    <a:pt x="112" y="29"/>
                    <a:pt x="105" y="29"/>
                  </a:cubicBezTo>
                  <a:cubicBezTo>
                    <a:pt x="100" y="29"/>
                    <a:pt x="96" y="30"/>
                    <a:pt x="92" y="32"/>
                  </a:cubicBezTo>
                  <a:cubicBezTo>
                    <a:pt x="92" y="31"/>
                    <a:pt x="93" y="29"/>
                    <a:pt x="93" y="28"/>
                  </a:cubicBezTo>
                  <a:cubicBezTo>
                    <a:pt x="93" y="21"/>
                    <a:pt x="90" y="14"/>
                    <a:pt x="84" y="8"/>
                  </a:cubicBezTo>
                  <a:cubicBezTo>
                    <a:pt x="79" y="3"/>
                    <a:pt x="72" y="0"/>
                    <a:pt x="64" y="0"/>
                  </a:cubicBezTo>
                  <a:cubicBezTo>
                    <a:pt x="57" y="0"/>
                    <a:pt x="50" y="3"/>
                    <a:pt x="44" y="8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3"/>
                    <a:pt x="9" y="43"/>
                    <a:pt x="9" y="44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0" y="61"/>
                    <a:pt x="2" y="74"/>
                    <a:pt x="10" y="82"/>
                  </a:cubicBezTo>
                  <a:cubicBezTo>
                    <a:pt x="16" y="88"/>
                    <a:pt x="23" y="91"/>
                    <a:pt x="30" y="91"/>
                  </a:cubicBezTo>
                  <a:cubicBezTo>
                    <a:pt x="34" y="91"/>
                    <a:pt x="39" y="90"/>
                    <a:pt x="42" y="88"/>
                  </a:cubicBezTo>
                  <a:cubicBezTo>
                    <a:pt x="41" y="96"/>
                    <a:pt x="44" y="105"/>
                    <a:pt x="50" y="111"/>
                  </a:cubicBezTo>
                  <a:cubicBezTo>
                    <a:pt x="56" y="117"/>
                    <a:pt x="63" y="120"/>
                    <a:pt x="70" y="120"/>
                  </a:cubicBezTo>
                  <a:cubicBezTo>
                    <a:pt x="76" y="120"/>
                    <a:pt x="82" y="118"/>
                    <a:pt x="87" y="114"/>
                  </a:cubicBezTo>
                  <a:cubicBezTo>
                    <a:pt x="86" y="122"/>
                    <a:pt x="88" y="130"/>
                    <a:pt x="94" y="135"/>
                  </a:cubicBezTo>
                  <a:cubicBezTo>
                    <a:pt x="99" y="140"/>
                    <a:pt x="105" y="143"/>
                    <a:pt x="112" y="143"/>
                  </a:cubicBezTo>
                  <a:cubicBezTo>
                    <a:pt x="118" y="143"/>
                    <a:pt x="124" y="141"/>
                    <a:pt x="129" y="137"/>
                  </a:cubicBezTo>
                  <a:cubicBezTo>
                    <a:pt x="128" y="139"/>
                    <a:pt x="128" y="141"/>
                    <a:pt x="128" y="143"/>
                  </a:cubicBezTo>
                  <a:cubicBezTo>
                    <a:pt x="128" y="150"/>
                    <a:pt x="131" y="156"/>
                    <a:pt x="135" y="161"/>
                  </a:cubicBezTo>
                  <a:cubicBezTo>
                    <a:pt x="140" y="166"/>
                    <a:pt x="147" y="168"/>
                    <a:pt x="153" y="168"/>
                  </a:cubicBezTo>
                  <a:cubicBezTo>
                    <a:pt x="160" y="168"/>
                    <a:pt x="167" y="166"/>
                    <a:pt x="171" y="161"/>
                  </a:cubicBezTo>
                  <a:cubicBezTo>
                    <a:pt x="190" y="142"/>
                    <a:pt x="190" y="142"/>
                    <a:pt x="190" y="142"/>
                  </a:cubicBezTo>
                  <a:cubicBezTo>
                    <a:pt x="196" y="137"/>
                    <a:pt x="196" y="137"/>
                    <a:pt x="196" y="137"/>
                  </a:cubicBezTo>
                  <a:cubicBezTo>
                    <a:pt x="201" y="131"/>
                    <a:pt x="201" y="131"/>
                    <a:pt x="201" y="131"/>
                  </a:cubicBezTo>
                  <a:cubicBezTo>
                    <a:pt x="206" y="126"/>
                    <a:pt x="209" y="120"/>
                    <a:pt x="209" y="113"/>
                  </a:cubicBezTo>
                  <a:close/>
                </a:path>
              </a:pathLst>
            </a:custGeom>
            <a:solidFill>
              <a:srgbClr val="8585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70041" tIns="35021" rIns="70041" bIns="35021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868131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5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</p:grpSp>
      <p:sp>
        <p:nvSpPr>
          <p:cNvPr id="94" name="Rectangle 1123">
            <a:extLst>
              <a:ext uri="{FF2B5EF4-FFF2-40B4-BE49-F238E27FC236}">
                <a16:creationId xmlns:a16="http://schemas.microsoft.com/office/drawing/2014/main" id="{E1F3C310-6B7F-FAD1-0753-780F62CE4158}"/>
              </a:ext>
            </a:extLst>
          </p:cNvPr>
          <p:cNvSpPr/>
          <p:nvPr/>
        </p:nvSpPr>
        <p:spPr bwMode="auto">
          <a:xfrm>
            <a:off x="6721601" y="4834482"/>
            <a:ext cx="162766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COMERCIAL</a:t>
            </a:r>
          </a:p>
        </p:txBody>
      </p:sp>
      <p:sp>
        <p:nvSpPr>
          <p:cNvPr id="95" name="Rectangle 1126">
            <a:extLst>
              <a:ext uri="{FF2B5EF4-FFF2-40B4-BE49-F238E27FC236}">
                <a16:creationId xmlns:a16="http://schemas.microsoft.com/office/drawing/2014/main" id="{4CCBDC74-4C1D-BC30-3F4E-DB9A659C7F73}"/>
              </a:ext>
            </a:extLst>
          </p:cNvPr>
          <p:cNvSpPr/>
          <p:nvPr/>
        </p:nvSpPr>
        <p:spPr bwMode="auto">
          <a:xfrm>
            <a:off x="6721601" y="5449098"/>
            <a:ext cx="162766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RH</a:t>
            </a:r>
          </a:p>
        </p:txBody>
      </p:sp>
      <p:sp>
        <p:nvSpPr>
          <p:cNvPr id="96" name="Rectangle 1127">
            <a:extLst>
              <a:ext uri="{FF2B5EF4-FFF2-40B4-BE49-F238E27FC236}">
                <a16:creationId xmlns:a16="http://schemas.microsoft.com/office/drawing/2014/main" id="{D823198A-BF22-F4E3-E1C7-22C53704A1F5}"/>
              </a:ext>
            </a:extLst>
          </p:cNvPr>
          <p:cNvSpPr/>
          <p:nvPr/>
        </p:nvSpPr>
        <p:spPr bwMode="auto">
          <a:xfrm>
            <a:off x="6721601" y="5653971"/>
            <a:ext cx="162766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TI</a:t>
            </a:r>
          </a:p>
        </p:txBody>
      </p:sp>
      <p:sp>
        <p:nvSpPr>
          <p:cNvPr id="97" name="Rectangle 1128">
            <a:extLst>
              <a:ext uri="{FF2B5EF4-FFF2-40B4-BE49-F238E27FC236}">
                <a16:creationId xmlns:a16="http://schemas.microsoft.com/office/drawing/2014/main" id="{75A9F9DC-7CC6-9378-FD81-922ABF00670B}"/>
              </a:ext>
            </a:extLst>
          </p:cNvPr>
          <p:cNvSpPr/>
          <p:nvPr/>
        </p:nvSpPr>
        <p:spPr bwMode="auto">
          <a:xfrm>
            <a:off x="6721601" y="5039354"/>
            <a:ext cx="162766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FUNCIONES CORE</a:t>
            </a:r>
          </a:p>
        </p:txBody>
      </p:sp>
      <p:sp>
        <p:nvSpPr>
          <p:cNvPr id="98" name="Rectangle 5">
            <a:extLst>
              <a:ext uri="{FF2B5EF4-FFF2-40B4-BE49-F238E27FC236}">
                <a16:creationId xmlns:a16="http://schemas.microsoft.com/office/drawing/2014/main" id="{41C583CB-FCD3-7CAF-7AA4-ECA934785B43}"/>
              </a:ext>
            </a:extLst>
          </p:cNvPr>
          <p:cNvSpPr/>
          <p:nvPr/>
        </p:nvSpPr>
        <p:spPr bwMode="auto">
          <a:xfrm>
            <a:off x="6721601" y="5244226"/>
            <a:ext cx="162766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FINANZAS</a:t>
            </a:r>
          </a:p>
        </p:txBody>
      </p:sp>
      <p:sp>
        <p:nvSpPr>
          <p:cNvPr id="99" name="Rectangle 19">
            <a:extLst>
              <a:ext uri="{FF2B5EF4-FFF2-40B4-BE49-F238E27FC236}">
                <a16:creationId xmlns:a16="http://schemas.microsoft.com/office/drawing/2014/main" id="{27BC51B6-F7E8-6656-0F39-1273BC27737B}"/>
              </a:ext>
            </a:extLst>
          </p:cNvPr>
          <p:cNvSpPr/>
          <p:nvPr/>
        </p:nvSpPr>
        <p:spPr bwMode="auto">
          <a:xfrm>
            <a:off x="330200" y="1729084"/>
            <a:ext cx="11531600" cy="1550529"/>
          </a:xfrm>
          <a:prstGeom prst="rect">
            <a:avLst/>
          </a:prstGeom>
          <a:noFill/>
          <a:ln w="19050" cap="flat" cmpd="sng" algn="ctr">
            <a:solidFill>
              <a:srgbClr val="FF7F32">
                <a:alpha val="25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00" name="Rectangle 20">
            <a:extLst>
              <a:ext uri="{FF2B5EF4-FFF2-40B4-BE49-F238E27FC236}">
                <a16:creationId xmlns:a16="http://schemas.microsoft.com/office/drawing/2014/main" id="{304C91F2-FA45-5676-F6B3-481F7F4EECDE}"/>
              </a:ext>
            </a:extLst>
          </p:cNvPr>
          <p:cNvSpPr/>
          <p:nvPr/>
        </p:nvSpPr>
        <p:spPr bwMode="auto">
          <a:xfrm>
            <a:off x="476602" y="1484557"/>
            <a:ext cx="3090397" cy="231318"/>
          </a:xfrm>
          <a:prstGeom prst="rect">
            <a:avLst/>
          </a:prstGeom>
          <a:solidFill>
            <a:srgbClr val="FF7F3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600" b="1" i="0" u="none" strike="noStrike" kern="1200" cap="none" spc="30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Principios</a:t>
            </a:r>
            <a:r>
              <a:rPr kumimoji="0" lang="en-US" sz="16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 de </a:t>
            </a:r>
            <a:r>
              <a:rPr kumimoji="0" lang="en-US" sz="1600" b="1" i="0" u="none" strike="noStrike" kern="1200" cap="none" spc="30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diseño</a:t>
            </a:r>
            <a:endParaRPr kumimoji="0" lang="en-US" sz="1600" b="1" i="0" u="none" strike="noStrike" kern="1200" cap="none" spc="30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01" name="Rectangle 23">
            <a:extLst>
              <a:ext uri="{FF2B5EF4-FFF2-40B4-BE49-F238E27FC236}">
                <a16:creationId xmlns:a16="http://schemas.microsoft.com/office/drawing/2014/main" id="{885C0B7F-08CF-9E95-47E1-3D76C84835CD}"/>
              </a:ext>
            </a:extLst>
          </p:cNvPr>
          <p:cNvSpPr/>
          <p:nvPr/>
        </p:nvSpPr>
        <p:spPr bwMode="auto">
          <a:xfrm>
            <a:off x="590550" y="1990853"/>
            <a:ext cx="2489200" cy="1108497"/>
          </a:xfrm>
          <a:prstGeom prst="rect">
            <a:avLst/>
          </a:prstGeom>
          <a:solidFill>
            <a:schemeClr val="accent5">
              <a:lumMod val="40000"/>
              <a:lumOff val="60000"/>
              <a:alpha val="25000"/>
            </a:schemeClr>
          </a:solidFill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 panose="020B0604020202020204" pitchFamily="34" charset="0"/>
              </a:rPr>
              <a:t>Organizarnos para escalar nuestro </a:t>
            </a:r>
            <a:r>
              <a:rPr kumimoji="0" lang="es-MX" sz="1400" b="1" i="1" u="none" strike="noStrike" kern="1200" cap="none" spc="0" normalizeH="0" baseline="0" noProof="0" err="1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 panose="020B0604020202020204" pitchFamily="34" charset="0"/>
              </a:rPr>
              <a:t>core</a:t>
            </a:r>
            <a:r>
              <a:rPr kumimoji="0" lang="es-MX" sz="14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 panose="020B0604020202020204" pitchFamily="34" charset="0"/>
              </a:rPr>
              <a:t> y crear el futuro</a:t>
            </a:r>
          </a:p>
        </p:txBody>
      </p:sp>
      <p:sp>
        <p:nvSpPr>
          <p:cNvPr id="102" name="Rectangle 22">
            <a:extLst>
              <a:ext uri="{FF2B5EF4-FFF2-40B4-BE49-F238E27FC236}">
                <a16:creationId xmlns:a16="http://schemas.microsoft.com/office/drawing/2014/main" id="{ED97AFC6-E30A-54C5-7455-BE949C0475AA}"/>
              </a:ext>
            </a:extLst>
          </p:cNvPr>
          <p:cNvSpPr/>
          <p:nvPr/>
        </p:nvSpPr>
        <p:spPr bwMode="auto">
          <a:xfrm>
            <a:off x="3431116" y="1992917"/>
            <a:ext cx="2489200" cy="1108497"/>
          </a:xfrm>
          <a:prstGeom prst="rect">
            <a:avLst/>
          </a:prstGeom>
          <a:solidFill>
            <a:schemeClr val="accent5">
              <a:lumMod val="40000"/>
              <a:lumOff val="60000"/>
              <a:alpha val="25000"/>
            </a:schemeClr>
          </a:solidFill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Aptos" panose="020B0004020202020204" pitchFamily="34" charset="0"/>
                <a:cs typeface="Arial" panose="020B0604020202020204" pitchFamily="34" charset="0"/>
              </a:rPr>
              <a:t>Liderar centralmente y empoderar la ejecución local</a:t>
            </a:r>
          </a:p>
        </p:txBody>
      </p:sp>
      <p:sp>
        <p:nvSpPr>
          <p:cNvPr id="103" name="Rectangle 26">
            <a:extLst>
              <a:ext uri="{FF2B5EF4-FFF2-40B4-BE49-F238E27FC236}">
                <a16:creationId xmlns:a16="http://schemas.microsoft.com/office/drawing/2014/main" id="{E50C9D03-6102-4891-1466-D20FDA09660A}"/>
              </a:ext>
            </a:extLst>
          </p:cNvPr>
          <p:cNvSpPr/>
          <p:nvPr/>
        </p:nvSpPr>
        <p:spPr bwMode="auto">
          <a:xfrm>
            <a:off x="6271682" y="1992917"/>
            <a:ext cx="2489200" cy="1108497"/>
          </a:xfrm>
          <a:prstGeom prst="rect">
            <a:avLst/>
          </a:prstGeom>
          <a:solidFill>
            <a:schemeClr val="accent5">
              <a:lumMod val="40000"/>
              <a:lumOff val="60000"/>
              <a:alpha val="25000"/>
            </a:schemeClr>
          </a:solidFill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Aptos" panose="020B0004020202020204" pitchFamily="34" charset="0"/>
                <a:cs typeface="Arial" panose="020B0604020202020204" pitchFamily="34" charset="0"/>
              </a:rPr>
              <a:t>Operar con excelencia y orientado al cliente</a:t>
            </a:r>
          </a:p>
        </p:txBody>
      </p:sp>
      <p:sp>
        <p:nvSpPr>
          <p:cNvPr id="104" name="Rectangle 25">
            <a:extLst>
              <a:ext uri="{FF2B5EF4-FFF2-40B4-BE49-F238E27FC236}">
                <a16:creationId xmlns:a16="http://schemas.microsoft.com/office/drawing/2014/main" id="{2D18B3D1-C20D-B297-5975-7909670A0B90}"/>
              </a:ext>
            </a:extLst>
          </p:cNvPr>
          <p:cNvSpPr/>
          <p:nvPr/>
        </p:nvSpPr>
        <p:spPr bwMode="auto">
          <a:xfrm>
            <a:off x="9112250" y="1992917"/>
            <a:ext cx="2489200" cy="1108497"/>
          </a:xfrm>
          <a:prstGeom prst="rect">
            <a:avLst/>
          </a:prstGeom>
          <a:solidFill>
            <a:schemeClr val="accent5">
              <a:lumMod val="40000"/>
              <a:lumOff val="60000"/>
              <a:alpha val="25000"/>
            </a:schemeClr>
          </a:solidFill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Aptos" panose="020B0004020202020204" pitchFamily="34" charset="0"/>
                <a:cs typeface="Arial" panose="020B0604020202020204" pitchFamily="34" charset="0"/>
              </a:rPr>
              <a:t>Simplificar para un crecimiento rentable</a:t>
            </a:r>
          </a:p>
        </p:txBody>
      </p:sp>
      <p:sp>
        <p:nvSpPr>
          <p:cNvPr id="105" name="btfpNumberBubble655047">
            <a:extLst>
              <a:ext uri="{FF2B5EF4-FFF2-40B4-BE49-F238E27FC236}">
                <a16:creationId xmlns:a16="http://schemas.microsoft.com/office/drawing/2014/main" id="{005DA51A-613F-3A4F-F71E-E4A92D9885B5}"/>
              </a:ext>
            </a:extLst>
          </p:cNvPr>
          <p:cNvSpPr/>
          <p:nvPr/>
        </p:nvSpPr>
        <p:spPr bwMode="gray">
          <a:xfrm>
            <a:off x="3293112" y="1881509"/>
            <a:ext cx="276008" cy="276008"/>
          </a:xfrm>
          <a:prstGeom prst="ellipse">
            <a:avLst/>
          </a:prstGeom>
          <a:solidFill>
            <a:srgbClr val="FF7F32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2</a:t>
            </a:r>
          </a:p>
        </p:txBody>
      </p:sp>
      <p:sp>
        <p:nvSpPr>
          <p:cNvPr id="106" name="btfpNumberBubble655047">
            <a:extLst>
              <a:ext uri="{FF2B5EF4-FFF2-40B4-BE49-F238E27FC236}">
                <a16:creationId xmlns:a16="http://schemas.microsoft.com/office/drawing/2014/main" id="{9EE30D9B-E833-1A7D-F04B-8D055253F3F0}"/>
              </a:ext>
            </a:extLst>
          </p:cNvPr>
          <p:cNvSpPr/>
          <p:nvPr/>
        </p:nvSpPr>
        <p:spPr bwMode="gray">
          <a:xfrm>
            <a:off x="8974246" y="1881509"/>
            <a:ext cx="276008" cy="276008"/>
          </a:xfrm>
          <a:prstGeom prst="ellipse">
            <a:avLst/>
          </a:prstGeom>
          <a:solidFill>
            <a:srgbClr val="FF7F32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4</a:t>
            </a:r>
          </a:p>
        </p:txBody>
      </p:sp>
      <p:sp>
        <p:nvSpPr>
          <p:cNvPr id="107" name="btfpNumberBubble655047">
            <a:extLst>
              <a:ext uri="{FF2B5EF4-FFF2-40B4-BE49-F238E27FC236}">
                <a16:creationId xmlns:a16="http://schemas.microsoft.com/office/drawing/2014/main" id="{9F8130CA-449E-6084-3241-84039FDE09F3}"/>
              </a:ext>
            </a:extLst>
          </p:cNvPr>
          <p:cNvSpPr/>
          <p:nvPr/>
        </p:nvSpPr>
        <p:spPr bwMode="gray">
          <a:xfrm>
            <a:off x="6133678" y="1881509"/>
            <a:ext cx="276008" cy="276008"/>
          </a:xfrm>
          <a:prstGeom prst="ellipse">
            <a:avLst/>
          </a:prstGeom>
          <a:solidFill>
            <a:srgbClr val="FF7F32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3</a:t>
            </a:r>
          </a:p>
        </p:txBody>
      </p:sp>
      <p:sp>
        <p:nvSpPr>
          <p:cNvPr id="108" name="btfpNumberBubble655047">
            <a:extLst>
              <a:ext uri="{FF2B5EF4-FFF2-40B4-BE49-F238E27FC236}">
                <a16:creationId xmlns:a16="http://schemas.microsoft.com/office/drawing/2014/main" id="{DC034213-6FF6-2D4E-D306-B35987110696}"/>
              </a:ext>
            </a:extLst>
          </p:cNvPr>
          <p:cNvSpPr/>
          <p:nvPr/>
        </p:nvSpPr>
        <p:spPr bwMode="gray">
          <a:xfrm>
            <a:off x="452546" y="1881509"/>
            <a:ext cx="276008" cy="276008"/>
          </a:xfrm>
          <a:prstGeom prst="ellipse">
            <a:avLst/>
          </a:prstGeom>
          <a:solidFill>
            <a:srgbClr val="FF7F32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1</a:t>
            </a:r>
          </a:p>
        </p:txBody>
      </p:sp>
      <p:sp>
        <p:nvSpPr>
          <p:cNvPr id="109" name="btfpSequenceArrow919092">
            <a:extLst>
              <a:ext uri="{FF2B5EF4-FFF2-40B4-BE49-F238E27FC236}">
                <a16:creationId xmlns:a16="http://schemas.microsoft.com/office/drawing/2014/main" id="{863B0D01-EE1A-660C-471F-11F6F08F4966}"/>
              </a:ext>
            </a:extLst>
          </p:cNvPr>
          <p:cNvSpPr/>
          <p:nvPr/>
        </p:nvSpPr>
        <p:spPr bwMode="auto">
          <a:xfrm rot="5400000">
            <a:off x="5969873" y="2930480"/>
            <a:ext cx="252255" cy="972980"/>
          </a:xfrm>
          <a:custGeom>
            <a:avLst/>
            <a:gdLst/>
            <a:ahLst/>
            <a:cxnLst/>
            <a:rect l="0" t="0" r="0" b="0"/>
            <a:pathLst>
              <a:path w="252255" h="972980">
                <a:moveTo>
                  <a:pt x="38100" y="0"/>
                </a:moveTo>
                <a:lnTo>
                  <a:pt x="252254" y="486489"/>
                </a:lnTo>
                <a:lnTo>
                  <a:pt x="38100" y="972979"/>
                </a:lnTo>
                <a:lnTo>
                  <a:pt x="0" y="972979"/>
                </a:lnTo>
                <a:lnTo>
                  <a:pt x="214154" y="486489"/>
                </a:lnTo>
                <a:lnTo>
                  <a:pt x="0" y="0"/>
                </a:lnTo>
              </a:path>
            </a:pathLst>
          </a:custGeom>
          <a:solidFill>
            <a:srgbClr val="D6D6D6"/>
          </a:solidFill>
          <a:ln w="9525" cap="flat" cmpd="sng" algn="ctr">
            <a:solidFill>
              <a:srgbClr val="D6D6D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177800" marR="0" lvl="0" indent="-177800" algn="ctr" defTabSz="711200" rtl="0" eaLnBrk="1" fontAlgn="auto" latinLnBrk="0" hangingPunct="1">
              <a:lnSpc>
                <a:spcPct val="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10" name="Rectangle 6">
            <a:extLst>
              <a:ext uri="{FF2B5EF4-FFF2-40B4-BE49-F238E27FC236}">
                <a16:creationId xmlns:a16="http://schemas.microsoft.com/office/drawing/2014/main" id="{DA07694D-F337-F6B0-F6C2-56152EE58365}"/>
              </a:ext>
            </a:extLst>
          </p:cNvPr>
          <p:cNvSpPr/>
          <p:nvPr/>
        </p:nvSpPr>
        <p:spPr bwMode="auto">
          <a:xfrm>
            <a:off x="333729" y="6102591"/>
            <a:ext cx="11528071" cy="380157"/>
          </a:xfrm>
          <a:prstGeom prst="rect">
            <a:avLst/>
          </a:prstGeom>
          <a:solidFill>
            <a:srgbClr val="DCE2D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600" b="1" i="0" u="none" strike="noStrike" kern="1200" cap="none" spc="300" normalizeH="0" baseline="0" noProof="0">
                <a:ln>
                  <a:noFill/>
                </a:ln>
                <a:solidFill>
                  <a:srgbClr val="507867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GESTIÓN DEL CAMBIO</a:t>
            </a:r>
          </a:p>
        </p:txBody>
      </p:sp>
      <p:sp>
        <p:nvSpPr>
          <p:cNvPr id="111" name="Rectangle 1035">
            <a:extLst>
              <a:ext uri="{FF2B5EF4-FFF2-40B4-BE49-F238E27FC236}">
                <a16:creationId xmlns:a16="http://schemas.microsoft.com/office/drawing/2014/main" id="{B2F98F96-CE84-F630-62FA-CBD6A294E51D}"/>
              </a:ext>
            </a:extLst>
          </p:cNvPr>
          <p:cNvSpPr/>
          <p:nvPr/>
        </p:nvSpPr>
        <p:spPr bwMode="auto">
          <a:xfrm>
            <a:off x="9519383" y="4946755"/>
            <a:ext cx="181091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7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FOROS /CONECIONES</a:t>
            </a:r>
          </a:p>
        </p:txBody>
      </p:sp>
      <p:sp>
        <p:nvSpPr>
          <p:cNvPr id="112" name="Rectangle 1036">
            <a:extLst>
              <a:ext uri="{FF2B5EF4-FFF2-40B4-BE49-F238E27FC236}">
                <a16:creationId xmlns:a16="http://schemas.microsoft.com/office/drawing/2014/main" id="{162D803B-72AA-172B-2DEB-9BDAB77424C2}"/>
              </a:ext>
            </a:extLst>
          </p:cNvPr>
          <p:cNvSpPr/>
          <p:nvPr/>
        </p:nvSpPr>
        <p:spPr bwMode="auto">
          <a:xfrm>
            <a:off x="9519383" y="5154728"/>
            <a:ext cx="181091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DECISIONES CLAVE</a:t>
            </a:r>
          </a:p>
        </p:txBody>
      </p:sp>
      <p:sp>
        <p:nvSpPr>
          <p:cNvPr id="113" name="Rectangle 1037">
            <a:extLst>
              <a:ext uri="{FF2B5EF4-FFF2-40B4-BE49-F238E27FC236}">
                <a16:creationId xmlns:a16="http://schemas.microsoft.com/office/drawing/2014/main" id="{E0B79A87-18B3-4E59-8FB9-A4F4AFA2D258}"/>
              </a:ext>
            </a:extLst>
          </p:cNvPr>
          <p:cNvSpPr/>
          <p:nvPr/>
        </p:nvSpPr>
        <p:spPr bwMode="auto">
          <a:xfrm>
            <a:off x="9519383" y="5362701"/>
            <a:ext cx="181091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7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RESPONSABILIDADES</a:t>
            </a:r>
          </a:p>
        </p:txBody>
      </p:sp>
      <p:sp>
        <p:nvSpPr>
          <p:cNvPr id="114" name="Rectangle 1038">
            <a:extLst>
              <a:ext uri="{FF2B5EF4-FFF2-40B4-BE49-F238E27FC236}">
                <a16:creationId xmlns:a16="http://schemas.microsoft.com/office/drawing/2014/main" id="{CD6A2270-DB89-3133-2E48-EC675A6C58F8}"/>
              </a:ext>
            </a:extLst>
          </p:cNvPr>
          <p:cNvSpPr/>
          <p:nvPr/>
        </p:nvSpPr>
        <p:spPr bwMode="auto">
          <a:xfrm>
            <a:off x="9519383" y="5570673"/>
            <a:ext cx="181091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INTERACCIONES</a:t>
            </a:r>
          </a:p>
        </p:txBody>
      </p:sp>
      <p:sp>
        <p:nvSpPr>
          <p:cNvPr id="115" name="Rectangle 2">
            <a:extLst>
              <a:ext uri="{FF2B5EF4-FFF2-40B4-BE49-F238E27FC236}">
                <a16:creationId xmlns:a16="http://schemas.microsoft.com/office/drawing/2014/main" id="{B1337DD6-F3BE-DCEF-6601-259820CBE6FF}"/>
              </a:ext>
            </a:extLst>
          </p:cNvPr>
          <p:cNvSpPr/>
          <p:nvPr/>
        </p:nvSpPr>
        <p:spPr bwMode="auto">
          <a:xfrm>
            <a:off x="936520" y="5051939"/>
            <a:ext cx="1795959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CORPORATIVO OXXO</a:t>
            </a:r>
          </a:p>
        </p:txBody>
      </p:sp>
      <p:sp>
        <p:nvSpPr>
          <p:cNvPr id="116" name="Rectangle 4">
            <a:extLst>
              <a:ext uri="{FF2B5EF4-FFF2-40B4-BE49-F238E27FC236}">
                <a16:creationId xmlns:a16="http://schemas.microsoft.com/office/drawing/2014/main" id="{9FA25082-8E0B-179F-36DC-A9D6AAF8D838}"/>
              </a:ext>
            </a:extLst>
          </p:cNvPr>
          <p:cNvSpPr/>
          <p:nvPr/>
        </p:nvSpPr>
        <p:spPr bwMode="auto">
          <a:xfrm>
            <a:off x="936520" y="4834482"/>
            <a:ext cx="1795959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FEMSA / P&amp;H</a:t>
            </a:r>
          </a:p>
        </p:txBody>
      </p:sp>
      <p:sp>
        <p:nvSpPr>
          <p:cNvPr id="117" name="Rectangle 1034">
            <a:extLst>
              <a:ext uri="{FF2B5EF4-FFF2-40B4-BE49-F238E27FC236}">
                <a16:creationId xmlns:a16="http://schemas.microsoft.com/office/drawing/2014/main" id="{E596122A-26B0-E42B-67AA-D2FC48AD597F}"/>
              </a:ext>
            </a:extLst>
          </p:cNvPr>
          <p:cNvSpPr/>
          <p:nvPr/>
        </p:nvSpPr>
        <p:spPr bwMode="auto">
          <a:xfrm>
            <a:off x="936520" y="5269396"/>
            <a:ext cx="1795959" cy="151699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ZONA / CLUSTER</a:t>
            </a:r>
          </a:p>
        </p:txBody>
      </p:sp>
      <p:sp>
        <p:nvSpPr>
          <p:cNvPr id="118" name="Rectangle 3">
            <a:extLst>
              <a:ext uri="{FF2B5EF4-FFF2-40B4-BE49-F238E27FC236}">
                <a16:creationId xmlns:a16="http://schemas.microsoft.com/office/drawing/2014/main" id="{420B8C32-9A23-948A-66FA-050F5441045B}"/>
              </a:ext>
            </a:extLst>
          </p:cNvPr>
          <p:cNvSpPr/>
          <p:nvPr/>
        </p:nvSpPr>
        <p:spPr bwMode="auto">
          <a:xfrm>
            <a:off x="936520" y="5653971"/>
            <a:ext cx="878916" cy="151699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PLAZA</a:t>
            </a:r>
          </a:p>
        </p:txBody>
      </p:sp>
      <p:sp>
        <p:nvSpPr>
          <p:cNvPr id="119" name="Rectangle 1033">
            <a:extLst>
              <a:ext uri="{FF2B5EF4-FFF2-40B4-BE49-F238E27FC236}">
                <a16:creationId xmlns:a16="http://schemas.microsoft.com/office/drawing/2014/main" id="{B22A2806-FB73-3A99-D373-C496DE0AAA49}"/>
              </a:ext>
            </a:extLst>
          </p:cNvPr>
          <p:cNvSpPr/>
          <p:nvPr/>
        </p:nvSpPr>
        <p:spPr bwMode="auto">
          <a:xfrm>
            <a:off x="936520" y="5461684"/>
            <a:ext cx="878916" cy="151699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REGION</a:t>
            </a:r>
          </a:p>
        </p:txBody>
      </p:sp>
      <p:sp>
        <p:nvSpPr>
          <p:cNvPr id="120" name="Rectangle 1033">
            <a:extLst>
              <a:ext uri="{FF2B5EF4-FFF2-40B4-BE49-F238E27FC236}">
                <a16:creationId xmlns:a16="http://schemas.microsoft.com/office/drawing/2014/main" id="{670E34BD-A353-9533-AE4B-EEB9EFCE9B7F}"/>
              </a:ext>
            </a:extLst>
          </p:cNvPr>
          <p:cNvSpPr/>
          <p:nvPr/>
        </p:nvSpPr>
        <p:spPr bwMode="auto">
          <a:xfrm>
            <a:off x="1853563" y="5461684"/>
            <a:ext cx="878916" cy="343986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CEDIS / CT</a:t>
            </a:r>
          </a:p>
        </p:txBody>
      </p:sp>
      <p:sp>
        <p:nvSpPr>
          <p:cNvPr id="141" name="Rectángulo 140">
            <a:extLst>
              <a:ext uri="{FF2B5EF4-FFF2-40B4-BE49-F238E27FC236}">
                <a16:creationId xmlns:a16="http://schemas.microsoft.com/office/drawing/2014/main" id="{8C821ACB-7AD0-3C3F-0A2E-C0FC1CACCAAC}"/>
              </a:ext>
            </a:extLst>
          </p:cNvPr>
          <p:cNvSpPr/>
          <p:nvPr/>
        </p:nvSpPr>
        <p:spPr>
          <a:xfrm>
            <a:off x="0" y="1065224"/>
            <a:ext cx="12192000" cy="5815636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pSp>
        <p:nvGrpSpPr>
          <p:cNvPr id="140" name="Grupo 139">
            <a:extLst>
              <a:ext uri="{FF2B5EF4-FFF2-40B4-BE49-F238E27FC236}">
                <a16:creationId xmlns:a16="http://schemas.microsoft.com/office/drawing/2014/main" id="{683D45E2-69C3-C319-0B78-12EDFA89C44D}"/>
              </a:ext>
            </a:extLst>
          </p:cNvPr>
          <p:cNvGrpSpPr/>
          <p:nvPr/>
        </p:nvGrpSpPr>
        <p:grpSpPr>
          <a:xfrm>
            <a:off x="0" y="2388115"/>
            <a:ext cx="12192000" cy="3166296"/>
            <a:chOff x="0" y="2388115"/>
            <a:chExt cx="12192000" cy="3166296"/>
          </a:xfrm>
        </p:grpSpPr>
        <p:grpSp>
          <p:nvGrpSpPr>
            <p:cNvPr id="122" name="btfpColumnIndicatorGroup2">
              <a:extLst>
                <a:ext uri="{FF2B5EF4-FFF2-40B4-BE49-F238E27FC236}">
                  <a16:creationId xmlns:a16="http://schemas.microsoft.com/office/drawing/2014/main" id="{BA3CE7D1-4E33-0D0F-0963-EB6B7923228D}"/>
                </a:ext>
              </a:extLst>
            </p:cNvPr>
            <p:cNvGrpSpPr/>
            <p:nvPr>
              <p:custDataLst>
                <p:tags r:id="rId2"/>
              </p:custDataLst>
            </p:nvPr>
          </p:nvGrpSpPr>
          <p:grpSpPr>
            <a:xfrm>
              <a:off x="0" y="5417251"/>
              <a:ext cx="12192000" cy="137160"/>
              <a:chOff x="0" y="6926580"/>
              <a:chExt cx="12192000" cy="137160"/>
            </a:xfrm>
          </p:grpSpPr>
          <p:sp>
            <p:nvSpPr>
              <p:cNvPr id="123" name="btfpColumnGapBlocker347912">
                <a:extLst>
                  <a:ext uri="{FF2B5EF4-FFF2-40B4-BE49-F238E27FC236}">
                    <a16:creationId xmlns:a16="http://schemas.microsoft.com/office/drawing/2014/main" id="{F1A6A9F7-4702-C699-46CF-CEBD8AEFAA65}"/>
                  </a:ext>
                </a:extLst>
              </p:cNvPr>
              <p:cNvSpPr/>
              <p:nvPr>
                <p:custDataLst>
                  <p:tags r:id="rId13"/>
                </p:custDataLst>
              </p:nvPr>
            </p:nvSpPr>
            <p:spPr bwMode="auto">
              <a:xfrm>
                <a:off x="11861800" y="6926580"/>
                <a:ext cx="330200" cy="137160"/>
              </a:xfrm>
              <a:prstGeom prst="rect">
                <a:avLst/>
              </a:prstGeom>
              <a:pattFill prst="ltUpDiag">
                <a:fgClr>
                  <a:srgbClr val="333333">
                    <a:alpha val="25000"/>
                  </a:srgbClr>
                </a:fgClr>
                <a:bgClr>
                  <a:srgbClr val="FFFFFF">
                    <a:alpha val="25000"/>
                  </a:srgbClr>
                </a:bgClr>
              </a:patt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base" latinLnBrk="0" hangingPunct="0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endParaRPr>
              </a:p>
            </p:txBody>
          </p:sp>
          <p:sp>
            <p:nvSpPr>
              <p:cNvPr id="124" name="btfpColumnGapBlocker117571">
                <a:extLst>
                  <a:ext uri="{FF2B5EF4-FFF2-40B4-BE49-F238E27FC236}">
                    <a16:creationId xmlns:a16="http://schemas.microsoft.com/office/drawing/2014/main" id="{840C7F32-F7AF-EFCE-8AB1-5FD9CB4EF4A6}"/>
                  </a:ext>
                </a:extLst>
              </p:cNvPr>
              <p:cNvSpPr/>
              <p:nvPr>
                <p:custDataLst>
                  <p:tags r:id="rId14"/>
                </p:custDataLst>
              </p:nvPr>
            </p:nvSpPr>
            <p:spPr bwMode="auto">
              <a:xfrm>
                <a:off x="5829300" y="6926580"/>
                <a:ext cx="533400" cy="137160"/>
              </a:xfrm>
              <a:prstGeom prst="rect">
                <a:avLst/>
              </a:prstGeom>
              <a:pattFill prst="ltUpDiag">
                <a:fgClr>
                  <a:srgbClr val="333333">
                    <a:alpha val="25000"/>
                  </a:srgbClr>
                </a:fgClr>
                <a:bgClr>
                  <a:srgbClr val="FFFFFF">
                    <a:alpha val="25000"/>
                  </a:srgbClr>
                </a:bgClr>
              </a:patt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base" latinLnBrk="0" hangingPunct="0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endParaRPr>
              </a:p>
            </p:txBody>
          </p:sp>
          <p:cxnSp>
            <p:nvCxnSpPr>
              <p:cNvPr id="125" name="btfpColumnIndicator219476">
                <a:extLst>
                  <a:ext uri="{FF2B5EF4-FFF2-40B4-BE49-F238E27FC236}">
                    <a16:creationId xmlns:a16="http://schemas.microsoft.com/office/drawing/2014/main" id="{4169880F-4E69-55BE-20B2-F306B34CB7E0}"/>
                  </a:ext>
                </a:extLst>
              </p:cNvPr>
              <p:cNvCxnSpPr/>
              <p:nvPr>
                <p:custDataLst>
                  <p:tags r:id="rId15"/>
                </p:custDataLst>
              </p:nvPr>
            </p:nvCxnSpPr>
            <p:spPr bwMode="auto">
              <a:xfrm flipH="1" flipV="1">
                <a:off x="11861800" y="6926580"/>
                <a:ext cx="0" cy="137160"/>
              </a:xfrm>
              <a:prstGeom prst="line">
                <a:avLst/>
              </a:prstGeom>
              <a:solidFill>
                <a:schemeClr val="accent1"/>
              </a:solidFill>
              <a:ln w="3175" cap="flat" cmpd="sng" algn="ctr">
                <a:solidFill>
                  <a:srgbClr val="B4B4B4">
                    <a:alpha val="2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26" name="btfpColumnIndicator676053">
                <a:extLst>
                  <a:ext uri="{FF2B5EF4-FFF2-40B4-BE49-F238E27FC236}">
                    <a16:creationId xmlns:a16="http://schemas.microsoft.com/office/drawing/2014/main" id="{431A3C9E-436C-B52A-98E3-C07D22A55686}"/>
                  </a:ext>
                </a:extLst>
              </p:cNvPr>
              <p:cNvCxnSpPr/>
              <p:nvPr>
                <p:custDataLst>
                  <p:tags r:id="rId16"/>
                </p:custDataLst>
              </p:nvPr>
            </p:nvCxnSpPr>
            <p:spPr bwMode="auto">
              <a:xfrm flipH="1" flipV="1">
                <a:off x="6362700" y="6926580"/>
                <a:ext cx="0" cy="137160"/>
              </a:xfrm>
              <a:prstGeom prst="line">
                <a:avLst/>
              </a:prstGeom>
              <a:solidFill>
                <a:schemeClr val="accent1"/>
              </a:solidFill>
              <a:ln w="3175" cap="flat" cmpd="sng" algn="ctr">
                <a:solidFill>
                  <a:srgbClr val="B4B4B4">
                    <a:alpha val="2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27" name="btfpColumnGapBlocker434925">
                <a:extLst>
                  <a:ext uri="{FF2B5EF4-FFF2-40B4-BE49-F238E27FC236}">
                    <a16:creationId xmlns:a16="http://schemas.microsoft.com/office/drawing/2014/main" id="{AC8102E3-F38C-E606-6C82-4648A39F40FA}"/>
                  </a:ext>
                </a:extLst>
              </p:cNvPr>
              <p:cNvSpPr/>
              <p:nvPr>
                <p:custDataLst>
                  <p:tags r:id="rId17"/>
                </p:custDataLst>
              </p:nvPr>
            </p:nvSpPr>
            <p:spPr bwMode="auto">
              <a:xfrm>
                <a:off x="0" y="6926580"/>
                <a:ext cx="330200" cy="137160"/>
              </a:xfrm>
              <a:prstGeom prst="rect">
                <a:avLst/>
              </a:prstGeom>
              <a:pattFill prst="ltUpDiag">
                <a:fgClr>
                  <a:srgbClr val="333333">
                    <a:alpha val="25000"/>
                  </a:srgbClr>
                </a:fgClr>
                <a:bgClr>
                  <a:srgbClr val="FFFFFF">
                    <a:alpha val="25000"/>
                  </a:srgbClr>
                </a:bgClr>
              </a:patt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base" latinLnBrk="0" hangingPunct="0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endParaRPr>
              </a:p>
            </p:txBody>
          </p:sp>
          <p:cxnSp>
            <p:nvCxnSpPr>
              <p:cNvPr id="128" name="btfpColumnIndicator578020">
                <a:extLst>
                  <a:ext uri="{FF2B5EF4-FFF2-40B4-BE49-F238E27FC236}">
                    <a16:creationId xmlns:a16="http://schemas.microsoft.com/office/drawing/2014/main" id="{B96B4223-BDE9-33C2-502F-DB6F5362AE4F}"/>
                  </a:ext>
                </a:extLst>
              </p:cNvPr>
              <p:cNvCxnSpPr/>
              <p:nvPr>
                <p:custDataLst>
                  <p:tags r:id="rId18"/>
                </p:custDataLst>
              </p:nvPr>
            </p:nvCxnSpPr>
            <p:spPr bwMode="auto">
              <a:xfrm flipH="1" flipV="1">
                <a:off x="5829300" y="6926580"/>
                <a:ext cx="0" cy="137160"/>
              </a:xfrm>
              <a:prstGeom prst="line">
                <a:avLst/>
              </a:prstGeom>
              <a:solidFill>
                <a:schemeClr val="accent1"/>
              </a:solidFill>
              <a:ln w="3175" cap="flat" cmpd="sng" algn="ctr">
                <a:solidFill>
                  <a:srgbClr val="B4B4B4">
                    <a:alpha val="2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29" name="btfpColumnIndicator720107">
                <a:extLst>
                  <a:ext uri="{FF2B5EF4-FFF2-40B4-BE49-F238E27FC236}">
                    <a16:creationId xmlns:a16="http://schemas.microsoft.com/office/drawing/2014/main" id="{711912C1-3038-E558-F5E7-159F1BD9A405}"/>
                  </a:ext>
                </a:extLst>
              </p:cNvPr>
              <p:cNvCxnSpPr/>
              <p:nvPr>
                <p:custDataLst>
                  <p:tags r:id="rId19"/>
                </p:custDataLst>
              </p:nvPr>
            </p:nvCxnSpPr>
            <p:spPr bwMode="auto">
              <a:xfrm flipH="1" flipV="1">
                <a:off x="330200" y="6926580"/>
                <a:ext cx="0" cy="137160"/>
              </a:xfrm>
              <a:prstGeom prst="line">
                <a:avLst/>
              </a:prstGeom>
              <a:solidFill>
                <a:schemeClr val="accent1"/>
              </a:solidFill>
              <a:ln w="3175" cap="flat" cmpd="sng" algn="ctr">
                <a:solidFill>
                  <a:srgbClr val="B4B4B4">
                    <a:alpha val="2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130" name="Rectangle 43">
              <a:extLst>
                <a:ext uri="{FF2B5EF4-FFF2-40B4-BE49-F238E27FC236}">
                  <a16:creationId xmlns:a16="http://schemas.microsoft.com/office/drawing/2014/main" id="{A0309CFB-ED6C-0AD3-3705-F2C29DA95637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 bwMode="auto">
            <a:xfrm>
              <a:off x="0" y="2388115"/>
              <a:ext cx="12192000" cy="2968508"/>
            </a:xfrm>
            <a:prstGeom prst="rect">
              <a:avLst/>
            </a:prstGeom>
            <a:solidFill>
              <a:srgbClr val="000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131" name="Rectangle 44">
              <a:extLst>
                <a:ext uri="{FF2B5EF4-FFF2-40B4-BE49-F238E27FC236}">
                  <a16:creationId xmlns:a16="http://schemas.microsoft.com/office/drawing/2014/main" id="{E867C3AD-DA9E-A589-1293-DD17572C4FC0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 bwMode="auto">
            <a:xfrm>
              <a:off x="482138" y="2987407"/>
              <a:ext cx="11582862" cy="2219428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18288" tIns="27432" rIns="0" bIns="0" rtlCol="0">
              <a:noAutofit/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ES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Cambio organizacional con enfoque al </a:t>
              </a:r>
              <a:r>
                <a:rPr kumimoji="0" lang="es-ES" sz="1200" b="1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crecimiento </a:t>
              </a:r>
              <a:r>
                <a:rPr kumimoji="0" lang="es-ES" sz="1200" b="1" i="1" u="sng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core</a:t>
              </a:r>
              <a:r>
                <a:rPr kumimoji="0" lang="es-ES" sz="1200" b="1" i="1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</a:t>
              </a:r>
              <a:r>
                <a:rPr kumimoji="0" lang="es-ES" sz="1200" b="1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de negocio,</a:t>
              </a:r>
              <a:r>
                <a:rPr kumimoji="0" lang="es-ES" sz="1200" b="1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mediante tres misiones estratégicas: Impulso, Reposición Diaria y </a:t>
              </a:r>
              <a:r>
                <a:rPr kumimoji="0" lang="es-ES" sz="1200" b="1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Foodvenience</a:t>
              </a:r>
              <a:r>
                <a:rPr lang="es-ES" sz="1200" b="1">
                  <a:solidFill>
                    <a:srgbClr val="FFFFFF"/>
                  </a:solidFill>
                  <a:latin typeface="Open Sans"/>
                  <a:ea typeface="Open Sans"/>
                  <a:cs typeface="Arial"/>
                </a:rPr>
                <a:t>, reenfocando nuestra estrategia comercial. </a:t>
              </a:r>
              <a:endParaRPr kumimoji="0" lang="es-ES" sz="1200" b="1" i="0" u="sng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Evolución de la plataforma de </a:t>
              </a:r>
              <a:r>
                <a:rPr kumimoji="0" lang="es-MX" sz="1200" b="1" i="0" u="sng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Customer</a:t>
              </a: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&amp; </a:t>
              </a:r>
              <a:r>
                <a:rPr kumimoji="0" lang="es-MX" sz="1200" b="1" i="0" u="sng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Mkt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con autonomía en </a:t>
              </a:r>
              <a:r>
                <a:rPr lang="es-MX" sz="1200" b="1">
                  <a:solidFill>
                    <a:srgbClr val="FFFFFF"/>
                  </a:solidFill>
                  <a:latin typeface="Open Sans"/>
                  <a:ea typeface="Open Sans"/>
                  <a:cs typeface="Arial"/>
                </a:rPr>
                <a:t>la definición del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</a:t>
              </a:r>
              <a:r>
                <a:rPr kumimoji="0" lang="es-MX" sz="1200" b="1" i="0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Customer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</a:t>
              </a:r>
              <a:r>
                <a:rPr kumimoji="0" lang="es-MX" sz="1200" b="1" i="0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Value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</a:t>
              </a:r>
              <a:r>
                <a:rPr kumimoji="0" lang="es-MX" sz="1200" b="1" i="0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Proposition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e integración del área de Marketing.</a:t>
              </a:r>
            </a:p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Integración de Expansión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dentro de la plataforma de Operaciones.</a:t>
              </a:r>
              <a:endParaRPr kumimoji="0" lang="en-US" sz="1200" b="1" i="0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Creación de un área independiente de Excelencia Operativa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, responsable del modelo de madurez de procesos </a:t>
              </a:r>
              <a:r>
                <a:rPr kumimoji="0" lang="es-MX" sz="1200" b="1" i="1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end</a:t>
              </a:r>
              <a:r>
                <a:rPr kumimoji="0" lang="es-MX" sz="1200" b="1" i="1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-to-</a:t>
              </a:r>
              <a:r>
                <a:rPr kumimoji="0" lang="es-MX" sz="1200" b="1" i="1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end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y del mapeo y diseño de procesos de operación en tienda.</a:t>
              </a:r>
              <a:endParaRPr kumimoji="0" lang="en-US" sz="1200" b="1" i="0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Evolución de Estrategia y Transformación,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para orquestar y monitorear la implementación de los cambios estratégicos en la organización y asegurar que las iniciativas prioritarias alcancen su potencial mediante la gestión de la </a:t>
              </a:r>
              <a:r>
                <a:rPr kumimoji="0" lang="es-MX" sz="1200" b="1" i="1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Value</a:t>
              </a:r>
              <a:r>
                <a:rPr kumimoji="0" lang="es-MX" sz="1200" b="1" i="1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Management Office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.</a:t>
              </a:r>
            </a:p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MX" sz="1200" b="1" i="0" u="sng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Despriorización</a:t>
              </a: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de Entrega Directa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, integrando las operaciones restantes al BAU de Comercial.</a:t>
              </a:r>
              <a:endParaRPr lang="en-US" sz="1200">
                <a:solidFill>
                  <a:srgbClr val="FFFFFF"/>
                </a:solidFill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132" name="TextBox 46">
              <a:extLst>
                <a:ext uri="{FF2B5EF4-FFF2-40B4-BE49-F238E27FC236}">
                  <a16:creationId xmlns:a16="http://schemas.microsoft.com/office/drawing/2014/main" id="{3729786C-8444-87B3-9718-2BE640E07E09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299223" y="2478954"/>
              <a:ext cx="3722445" cy="338554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t">
              <a:spAutoFit/>
            </a:bodyPr>
            <a:lstStyle/>
            <a:p>
              <a:pPr marL="0" marR="0" lvl="0" indent="0" algn="l" defTabSz="711200" rtl="0" eaLnBrk="0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30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PRINCIPALES CAMBIOS</a:t>
              </a:r>
            </a:p>
          </p:txBody>
        </p:sp>
        <p:sp>
          <p:nvSpPr>
            <p:cNvPr id="133" name="btfpNumberBubble112603">
              <a:extLst>
                <a:ext uri="{FF2B5EF4-FFF2-40B4-BE49-F238E27FC236}">
                  <a16:creationId xmlns:a16="http://schemas.microsoft.com/office/drawing/2014/main" id="{12594008-D6B4-8AF3-902D-A453EA8FEF74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 bwMode="auto">
            <a:xfrm>
              <a:off x="429515" y="3013094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1</a:t>
              </a:r>
            </a:p>
          </p:txBody>
        </p:sp>
        <p:sp>
          <p:nvSpPr>
            <p:cNvPr id="134" name="btfpNumberBubble112603">
              <a:extLst>
                <a:ext uri="{FF2B5EF4-FFF2-40B4-BE49-F238E27FC236}">
                  <a16:creationId xmlns:a16="http://schemas.microsoft.com/office/drawing/2014/main" id="{CF9E118D-ABA1-DC66-ED4E-4A1FD539C9B4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auto">
            <a:xfrm>
              <a:off x="429515" y="3463584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2</a:t>
              </a:r>
            </a:p>
          </p:txBody>
        </p:sp>
        <p:sp>
          <p:nvSpPr>
            <p:cNvPr id="135" name="btfpNumberBubble112603">
              <a:extLst>
                <a:ext uri="{FF2B5EF4-FFF2-40B4-BE49-F238E27FC236}">
                  <a16:creationId xmlns:a16="http://schemas.microsoft.com/office/drawing/2014/main" id="{507BFD97-BA8A-9154-C9AE-9A40CAF23B02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 bwMode="auto">
            <a:xfrm>
              <a:off x="429515" y="3708983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3</a:t>
              </a:r>
            </a:p>
          </p:txBody>
        </p:sp>
        <p:sp>
          <p:nvSpPr>
            <p:cNvPr id="136" name="btfpNumberBubble112603">
              <a:extLst>
                <a:ext uri="{FF2B5EF4-FFF2-40B4-BE49-F238E27FC236}">
                  <a16:creationId xmlns:a16="http://schemas.microsoft.com/office/drawing/2014/main" id="{125A1D6A-1E4C-D302-AF90-10019567E8C8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 bwMode="auto">
            <a:xfrm>
              <a:off x="429515" y="3990490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4</a:t>
              </a:r>
            </a:p>
          </p:txBody>
        </p:sp>
        <p:sp>
          <p:nvSpPr>
            <p:cNvPr id="137" name="btfpNumberBubble112603">
              <a:extLst>
                <a:ext uri="{FF2B5EF4-FFF2-40B4-BE49-F238E27FC236}">
                  <a16:creationId xmlns:a16="http://schemas.microsoft.com/office/drawing/2014/main" id="{3340BF1C-FF5E-5302-5338-11B00CFDE0DD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 bwMode="auto">
            <a:xfrm>
              <a:off x="429515" y="4415994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5</a:t>
              </a:r>
            </a:p>
          </p:txBody>
        </p:sp>
        <p:sp>
          <p:nvSpPr>
            <p:cNvPr id="138" name="btfpNumberBubble112603">
              <a:extLst>
                <a:ext uri="{FF2B5EF4-FFF2-40B4-BE49-F238E27FC236}">
                  <a16:creationId xmlns:a16="http://schemas.microsoft.com/office/drawing/2014/main" id="{9BD7B82C-995A-D62A-E756-CD2BB10D11F3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 bwMode="auto">
            <a:xfrm>
              <a:off x="429515" y="4855017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6</a:t>
              </a:r>
            </a:p>
          </p:txBody>
        </p:sp>
        <p:sp>
          <p:nvSpPr>
            <p:cNvPr id="139" name="Rectangle 59">
              <a:extLst>
                <a:ext uri="{FF2B5EF4-FFF2-40B4-BE49-F238E27FC236}">
                  <a16:creationId xmlns:a16="http://schemas.microsoft.com/office/drawing/2014/main" id="{E4F07185-88B7-B780-027C-AB69F574CA50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 bwMode="gray">
            <a:xfrm>
              <a:off x="368455" y="2822059"/>
              <a:ext cx="1141197" cy="50556"/>
            </a:xfrm>
            <a:prstGeom prst="rect">
              <a:avLst/>
            </a:prstGeom>
            <a:gradFill>
              <a:gsLst>
                <a:gs pos="0">
                  <a:schemeClr val="accent3"/>
                </a:gs>
                <a:gs pos="100000">
                  <a:schemeClr val="accent6"/>
                </a:gs>
              </a:gsLst>
              <a:lin ang="3600000" scaled="0"/>
            </a:gradFill>
            <a:ln w="9525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9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Open Sans"/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02862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CA259E49-32B0-B943-01D4-022070342295}"/>
              </a:ext>
            </a:extLst>
          </p:cNvPr>
          <p:cNvSpPr/>
          <p:nvPr/>
        </p:nvSpPr>
        <p:spPr>
          <a:xfrm>
            <a:off x="8096889" y="3114675"/>
            <a:ext cx="3485512" cy="2743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9184C03-AC28-9BA4-B756-2CD86384DEE3}"/>
              </a:ext>
            </a:extLst>
          </p:cNvPr>
          <p:cNvSpPr/>
          <p:nvPr/>
        </p:nvSpPr>
        <p:spPr>
          <a:xfrm>
            <a:off x="4429966" y="3114675"/>
            <a:ext cx="3549131" cy="2743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273D5BA-85D3-C47A-239B-E8DD6B484D22}"/>
              </a:ext>
            </a:extLst>
          </p:cNvPr>
          <p:cNvSpPr/>
          <p:nvPr/>
        </p:nvSpPr>
        <p:spPr>
          <a:xfrm>
            <a:off x="609600" y="3114675"/>
            <a:ext cx="3700071" cy="2743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9" name="Flecha: a la derecha 68">
            <a:extLst>
              <a:ext uri="{FF2B5EF4-FFF2-40B4-BE49-F238E27FC236}">
                <a16:creationId xmlns:a16="http://schemas.microsoft.com/office/drawing/2014/main" id="{0F49035D-4286-8AF0-D171-A4BE2E53D8AE}"/>
              </a:ext>
            </a:extLst>
          </p:cNvPr>
          <p:cNvSpPr/>
          <p:nvPr/>
        </p:nvSpPr>
        <p:spPr>
          <a:xfrm>
            <a:off x="1009650" y="2039750"/>
            <a:ext cx="10334625" cy="52939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4" name="Rectangle 16">
            <a:extLst>
              <a:ext uri="{FF2B5EF4-FFF2-40B4-BE49-F238E27FC236}">
                <a16:creationId xmlns:a16="http://schemas.microsoft.com/office/drawing/2014/main" id="{6D95FF1C-5BB1-D6DC-1F1A-460AB5B989A3}"/>
              </a:ext>
            </a:extLst>
          </p:cNvPr>
          <p:cNvSpPr/>
          <p:nvPr/>
        </p:nvSpPr>
        <p:spPr bwMode="auto">
          <a:xfrm>
            <a:off x="1530285" y="1885702"/>
            <a:ext cx="2147110" cy="894316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12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Higiénicos Organizacionales </a:t>
            </a:r>
          </a:p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8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Documentación de Roles</a:t>
            </a:r>
          </a:p>
        </p:txBody>
      </p:sp>
      <p:sp>
        <p:nvSpPr>
          <p:cNvPr id="65" name="Rectangle 15">
            <a:extLst>
              <a:ext uri="{FF2B5EF4-FFF2-40B4-BE49-F238E27FC236}">
                <a16:creationId xmlns:a16="http://schemas.microsoft.com/office/drawing/2014/main" id="{CC6BD857-6011-7AFA-3B1A-BBDA85228126}"/>
              </a:ext>
            </a:extLst>
          </p:cNvPr>
          <p:cNvSpPr/>
          <p:nvPr/>
        </p:nvSpPr>
        <p:spPr bwMode="auto">
          <a:xfrm>
            <a:off x="3939365" y="1885703"/>
            <a:ext cx="2147110" cy="894316"/>
          </a:xfrm>
          <a:prstGeom prst="rect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12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Interacciones Críticas</a:t>
            </a:r>
          </a:p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8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Workshops Cross-plataformas</a:t>
            </a:r>
          </a:p>
        </p:txBody>
      </p:sp>
      <p:sp>
        <p:nvSpPr>
          <p:cNvPr id="66" name="Rectangle 18">
            <a:extLst>
              <a:ext uri="{FF2B5EF4-FFF2-40B4-BE49-F238E27FC236}">
                <a16:creationId xmlns:a16="http://schemas.microsoft.com/office/drawing/2014/main" id="{EB9FCE88-37AF-76B4-CBE2-8BC238557178}"/>
              </a:ext>
            </a:extLst>
          </p:cNvPr>
          <p:cNvSpPr/>
          <p:nvPr/>
        </p:nvSpPr>
        <p:spPr bwMode="auto">
          <a:xfrm>
            <a:off x="6288055" y="1885702"/>
            <a:ext cx="2147110" cy="894316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12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RASCI por Función de Procesos Clave</a:t>
            </a:r>
          </a:p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8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Workshops Internos x Área</a:t>
            </a:r>
          </a:p>
        </p:txBody>
      </p:sp>
      <p:sp>
        <p:nvSpPr>
          <p:cNvPr id="67" name="Rectangle 17">
            <a:extLst>
              <a:ext uri="{FF2B5EF4-FFF2-40B4-BE49-F238E27FC236}">
                <a16:creationId xmlns:a16="http://schemas.microsoft.com/office/drawing/2014/main" id="{456109EA-280B-3302-11D4-E975C6346342}"/>
              </a:ext>
            </a:extLst>
          </p:cNvPr>
          <p:cNvSpPr/>
          <p:nvPr/>
        </p:nvSpPr>
        <p:spPr bwMode="auto">
          <a:xfrm>
            <a:off x="8636745" y="1885701"/>
            <a:ext cx="2147110" cy="89431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11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Integración al Sistema de Gestión </a:t>
            </a:r>
            <a:r>
              <a:rPr kumimoji="0" lang="es-MX" sz="6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Consolidación y Seguimiento</a:t>
            </a:r>
          </a:p>
        </p:txBody>
      </p:sp>
      <p:sp>
        <p:nvSpPr>
          <p:cNvPr id="70" name="Triángulo isósceles 69">
            <a:extLst>
              <a:ext uri="{FF2B5EF4-FFF2-40B4-BE49-F238E27FC236}">
                <a16:creationId xmlns:a16="http://schemas.microsoft.com/office/drawing/2014/main" id="{87FDD6D4-CE7A-2B79-5038-EC744418E164}"/>
              </a:ext>
            </a:extLst>
          </p:cNvPr>
          <p:cNvSpPr/>
          <p:nvPr/>
        </p:nvSpPr>
        <p:spPr>
          <a:xfrm rot="10800000">
            <a:off x="2270465" y="1573986"/>
            <a:ext cx="666750" cy="20955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0" name="Vista general de diapositiva 9">
                <a:extLst>
                  <a:ext uri="{FF2B5EF4-FFF2-40B4-BE49-F238E27FC236}">
                    <a16:creationId xmlns:a16="http://schemas.microsoft.com/office/drawing/2014/main" id="{431F8BB0-150E-39B7-BBF1-B78511638F7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14890791"/>
                  </p:ext>
                </p:extLst>
              </p:nvPr>
            </p:nvGraphicFramePr>
            <p:xfrm>
              <a:off x="918229" y="3832102"/>
              <a:ext cx="3048000" cy="1714500"/>
            </p:xfrm>
            <a:graphic>
              <a:graphicData uri="http://schemas.microsoft.com/office/powerpoint/2016/slidezoom">
                <pslz:sldZm>
                  <pslz:sldZmObj sldId="2147482944" cId="946345740">
                    <pslz:zmPr id="{748AD451-17AF-4070-BA6C-5BC4AB5EB25B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0" name="Vista general de diapositiva 9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431F8BB0-150E-39B7-BBF1-B78511638F7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18229" y="3832102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12" name="CuadroTexto 11">
            <a:extLst>
              <a:ext uri="{FF2B5EF4-FFF2-40B4-BE49-F238E27FC236}">
                <a16:creationId xmlns:a16="http://schemas.microsoft.com/office/drawing/2014/main" id="{88CF2FDA-BB4C-E55C-115D-BB25F24378F9}"/>
              </a:ext>
            </a:extLst>
          </p:cNvPr>
          <p:cNvSpPr txBox="1"/>
          <p:nvPr/>
        </p:nvSpPr>
        <p:spPr>
          <a:xfrm>
            <a:off x="960484" y="3232606"/>
            <a:ext cx="304800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Percepción inicial (retos, dudas, apoyos requeridos organización para clarificar la función)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704E574-6CAC-27B5-5470-87C0E60750C1}"/>
              </a:ext>
            </a:extLst>
          </p:cNvPr>
          <p:cNvSpPr txBox="1"/>
          <p:nvPr/>
        </p:nvSpPr>
        <p:spPr>
          <a:xfrm>
            <a:off x="4620742" y="3257532"/>
            <a:ext cx="314655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100" b="1" err="1">
                <a:solidFill>
                  <a:srgbClr val="000000"/>
                </a:solidFill>
                <a:latin typeface="Calibri" panose="020F0502020204030204" pitchFamily="34" charset="0"/>
              </a:rPr>
              <a:t>Feedback</a:t>
            </a:r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 DP rol 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2F380EB-E5B9-5B50-6CCA-5A3D9908E7A6}"/>
              </a:ext>
            </a:extLst>
          </p:cNvPr>
          <p:cNvSpPr txBox="1"/>
          <p:nvPr/>
        </p:nvSpPr>
        <p:spPr>
          <a:xfrm>
            <a:off x="8283257" y="3232606"/>
            <a:ext cx="3146555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Actividades </a:t>
            </a:r>
            <a:r>
              <a:rPr lang="es-ES" sz="1100" b="1" err="1">
                <a:solidFill>
                  <a:srgbClr val="000000"/>
                </a:solidFill>
                <a:latin typeface="Calibri" panose="020F0502020204030204" pitchFamily="34" charset="0"/>
              </a:rPr>
              <a:t>core</a:t>
            </a:r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 de reportes (L3)</a:t>
            </a:r>
          </a:p>
          <a:p>
            <a:pPr algn="ctr"/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+</a:t>
            </a:r>
          </a:p>
          <a:p>
            <a:pPr algn="ctr"/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Interacciones macro / procesos</a:t>
            </a:r>
          </a:p>
        </p:txBody>
      </p:sp>
      <p:sp>
        <p:nvSpPr>
          <p:cNvPr id="2" name="Triángulo isósceles 1">
            <a:extLst>
              <a:ext uri="{FF2B5EF4-FFF2-40B4-BE49-F238E27FC236}">
                <a16:creationId xmlns:a16="http://schemas.microsoft.com/office/drawing/2014/main" id="{8BE1E31A-3D1C-68D4-E7AA-9CE837628BEB}"/>
              </a:ext>
            </a:extLst>
          </p:cNvPr>
          <p:cNvSpPr/>
          <p:nvPr/>
        </p:nvSpPr>
        <p:spPr>
          <a:xfrm rot="10800000">
            <a:off x="4679545" y="1573986"/>
            <a:ext cx="666750" cy="20955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646412A6-F80A-D921-86F5-9363801D5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Alcance 2026</a:t>
            </a:r>
            <a:endParaRPr lang="es-MX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5" name="Vista general de diapositiva 14">
                <a:extLst>
                  <a:ext uri="{FF2B5EF4-FFF2-40B4-BE49-F238E27FC236}">
                    <a16:creationId xmlns:a16="http://schemas.microsoft.com/office/drawing/2014/main" id="{AA32ACD3-E55F-D4CB-E937-005F440AE3C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079120342"/>
                  </p:ext>
                </p:extLst>
              </p:nvPr>
            </p:nvGraphicFramePr>
            <p:xfrm>
              <a:off x="4790781" y="3891988"/>
              <a:ext cx="2800644" cy="1575362"/>
            </p:xfrm>
            <a:graphic>
              <a:graphicData uri="http://schemas.microsoft.com/office/powerpoint/2016/slidezoom">
                <pslz:sldZm>
                  <pslz:sldZmObj sldId="2147482955" cId="376322309">
                    <pslz:zmPr id="{65CFBDAD-CF85-4096-9ACD-FEF4C213F1CE}" returnToParent="0" transitionDur="100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800644" cy="157536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5" name="Vista general de diapositiva 14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AA32ACD3-E55F-D4CB-E937-005F440AE3C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790781" y="3891988"/>
                <a:ext cx="2800644" cy="1575362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7" name="Vista general de diapositiva 16">
                <a:extLst>
                  <a:ext uri="{FF2B5EF4-FFF2-40B4-BE49-F238E27FC236}">
                    <a16:creationId xmlns:a16="http://schemas.microsoft.com/office/drawing/2014/main" id="{EE3AB628-FE34-F168-5189-AF2DE401B5E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691629993"/>
                  </p:ext>
                </p:extLst>
              </p:nvPr>
            </p:nvGraphicFramePr>
            <p:xfrm>
              <a:off x="8435165" y="3980618"/>
              <a:ext cx="2116980" cy="1190801"/>
            </p:xfrm>
            <a:graphic>
              <a:graphicData uri="http://schemas.microsoft.com/office/powerpoint/2016/slidezoom">
                <pslz:sldZm>
                  <pslz:sldZmObj sldId="2147483647" cId="2282670243">
                    <pslz:zmPr id="{80F21B2C-31A0-4BA1-AA3A-4C1872BEDCC3}" returnToParent="0" transitionDur="1000">
                      <p166:blipFill xmlns:p166="http://schemas.microsoft.com/office/powerpoint/2016/6/main">
                        <a:blip r:embed="rId9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116980" cy="1190801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7" name="Vista general de diapositiva 16">
                <a:hlinkClick r:id="rId10" action="ppaction://hlinksldjump"/>
                <a:extLst>
                  <a:ext uri="{FF2B5EF4-FFF2-40B4-BE49-F238E27FC236}">
                    <a16:creationId xmlns:a16="http://schemas.microsoft.com/office/drawing/2014/main" id="{EE3AB628-FE34-F168-5189-AF2DE401B5E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435165" y="3980618"/>
                <a:ext cx="2116980" cy="1190801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5" name="Vista general de diapositiva 4">
                <a:extLst>
                  <a:ext uri="{FF2B5EF4-FFF2-40B4-BE49-F238E27FC236}">
                    <a16:creationId xmlns:a16="http://schemas.microsoft.com/office/drawing/2014/main" id="{41C1AFEA-57DA-D976-AD6E-C7045251E9C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658548384"/>
                  </p:ext>
                </p:extLst>
              </p:nvPr>
            </p:nvGraphicFramePr>
            <p:xfrm>
              <a:off x="9328111" y="4593936"/>
              <a:ext cx="2116981" cy="1190802"/>
            </p:xfrm>
            <a:graphic>
              <a:graphicData uri="http://schemas.microsoft.com/office/powerpoint/2016/slidezoom">
                <pslz:sldZm>
                  <pslz:sldZmObj sldId="256" cId="1894943609">
                    <pslz:zmPr id="{DFEF7ABE-CD74-4CA2-926D-CD9AA2EB07A5}" returnToParent="0" transitionDur="1000">
                      <p166:blipFill xmlns:p166="http://schemas.microsoft.com/office/powerpoint/2016/6/main">
                        <a:blip r:embed="rId1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116981" cy="119080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5" name="Vista general de diapositiva 4">
                <a:hlinkClick r:id="rId13" action="ppaction://hlinksldjump"/>
                <a:extLst>
                  <a:ext uri="{FF2B5EF4-FFF2-40B4-BE49-F238E27FC236}">
                    <a16:creationId xmlns:a16="http://schemas.microsoft.com/office/drawing/2014/main" id="{41C1AFEA-57DA-D976-AD6E-C7045251E9C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328111" y="4593936"/>
                <a:ext cx="2116981" cy="1190802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847156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7FE4F8-1D50-3B4B-8AAC-2417CBBCFEA9}"/>
              </a:ext>
            </a:extLst>
          </p:cNvPr>
          <p:cNvSpPr/>
          <p:nvPr/>
        </p:nvSpPr>
        <p:spPr>
          <a:xfrm>
            <a:off x="1284756" y="2993308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Tengo claridad de la misión del área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D12D446-A1FE-2D55-8ED8-9BF6AB433C6D}"/>
              </a:ext>
            </a:extLst>
          </p:cNvPr>
          <p:cNvSpPr/>
          <p:nvPr/>
        </p:nvSpPr>
        <p:spPr>
          <a:xfrm>
            <a:off x="1284752" y="3520169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 dirty="0">
                <a:solidFill>
                  <a:sysClr val="windowText" lastClr="000000"/>
                </a:solidFill>
              </a:rPr>
              <a:t>Me resultan claras las actividades de las posiciones de la plataforma</a:t>
            </a:r>
            <a:endParaRPr lang="es-MX" sz="1200" dirty="0">
              <a:solidFill>
                <a:sysClr val="windowText" lastClr="000000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1FD7DEA-CCB0-3F0F-FCE1-E42492D493A9}"/>
              </a:ext>
            </a:extLst>
          </p:cNvPr>
          <p:cNvSpPr/>
          <p:nvPr/>
        </p:nvSpPr>
        <p:spPr>
          <a:xfrm>
            <a:off x="1284751" y="4082157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 dirty="0">
                <a:solidFill>
                  <a:sysClr val="windowText" lastClr="000000"/>
                </a:solidFill>
              </a:rPr>
              <a:t>Percibo claridad de cada ocupante sobre la función de su puesto e impacto en los objetivos del área</a:t>
            </a:r>
            <a:endParaRPr lang="es-MX" sz="1200" dirty="0">
              <a:solidFill>
                <a:sysClr val="windowText" lastClr="000000"/>
              </a:solidFill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8E8AB1C-0912-901D-0DF3-E8CB08F3F881}"/>
              </a:ext>
            </a:extLst>
          </p:cNvPr>
          <p:cNvSpPr/>
          <p:nvPr/>
        </p:nvSpPr>
        <p:spPr>
          <a:xfrm>
            <a:off x="7180732" y="2993308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0BAA50C-D38E-8DF6-685A-DAFAE69206BE}"/>
              </a:ext>
            </a:extLst>
          </p:cNvPr>
          <p:cNvSpPr/>
          <p:nvPr/>
        </p:nvSpPr>
        <p:spPr>
          <a:xfrm>
            <a:off x="7847482" y="2993308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42D0F290-D177-ABE8-7B9A-391D7C05E93A}"/>
              </a:ext>
            </a:extLst>
          </p:cNvPr>
          <p:cNvSpPr/>
          <p:nvPr/>
        </p:nvSpPr>
        <p:spPr>
          <a:xfrm>
            <a:off x="8514232" y="2993308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BC6835E8-F0BE-E0DA-D1F3-BF15948CC999}"/>
              </a:ext>
            </a:extLst>
          </p:cNvPr>
          <p:cNvSpPr/>
          <p:nvPr/>
        </p:nvSpPr>
        <p:spPr>
          <a:xfrm>
            <a:off x="9180982" y="2993308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31B8A6E4-AF49-5BBB-2D6D-34655455BB58}"/>
              </a:ext>
            </a:extLst>
          </p:cNvPr>
          <p:cNvSpPr/>
          <p:nvPr/>
        </p:nvSpPr>
        <p:spPr>
          <a:xfrm>
            <a:off x="9847733" y="2993308"/>
            <a:ext cx="514350" cy="447675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F1D06FE5-7F07-2D04-69DE-261CC6B68038}"/>
              </a:ext>
            </a:extLst>
          </p:cNvPr>
          <p:cNvSpPr txBox="1"/>
          <p:nvPr/>
        </p:nvSpPr>
        <p:spPr>
          <a:xfrm>
            <a:off x="1141883" y="1591212"/>
            <a:ext cx="913167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/>
              <a:t>Objetivo:</a:t>
            </a:r>
          </a:p>
          <a:p>
            <a:r>
              <a:rPr lang="es-ES" sz="1400" i="1"/>
              <a:t>Tener percepción y estatus actual de claridad de las funciones del área y entender necesidades a nivel plataforma de apoyos requeridos por organización</a:t>
            </a:r>
            <a:endParaRPr lang="es-MX" sz="1400" i="1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EE4B3D03-78D4-E434-A214-B4F4ED3147E3}"/>
              </a:ext>
            </a:extLst>
          </p:cNvPr>
          <p:cNvSpPr txBox="1"/>
          <p:nvPr/>
        </p:nvSpPr>
        <p:spPr>
          <a:xfrm>
            <a:off x="6790796" y="2762804"/>
            <a:ext cx="13335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>
                <a:latin typeface="Calibri" panose="020F0502020204030204" pitchFamily="34" charset="0"/>
                <a:cs typeface="Calibri" panose="020F0502020204030204" pitchFamily="34" charset="0"/>
              </a:rPr>
              <a:t>T. Desacuerdo </a:t>
            </a:r>
            <a:endParaRPr lang="es-MX" sz="10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9F4BED0D-E57D-53BA-5559-732695A6AE78}"/>
              </a:ext>
            </a:extLst>
          </p:cNvPr>
          <p:cNvSpPr txBox="1"/>
          <p:nvPr/>
        </p:nvSpPr>
        <p:spPr>
          <a:xfrm>
            <a:off x="9390532" y="2762804"/>
            <a:ext cx="13335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>
                <a:latin typeface="Calibri" panose="020F0502020204030204" pitchFamily="34" charset="0"/>
                <a:cs typeface="Calibri" panose="020F0502020204030204" pitchFamily="34" charset="0"/>
              </a:rPr>
              <a:t>T. De acuerdo</a:t>
            </a:r>
            <a:endParaRPr lang="es-MX" sz="10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7401378D-D1E9-5ABF-82D0-A09EADCF9921}"/>
              </a:ext>
            </a:extLst>
          </p:cNvPr>
          <p:cNvSpPr/>
          <p:nvPr/>
        </p:nvSpPr>
        <p:spPr>
          <a:xfrm>
            <a:off x="1284751" y="4668421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 dirty="0">
                <a:solidFill>
                  <a:sysClr val="windowText" lastClr="000000"/>
                </a:solidFill>
              </a:rPr>
              <a:t>Hay suficiente información para realizar adecuadamente las funciones y establecer objetivos clave del año</a:t>
            </a:r>
            <a:endParaRPr lang="es-MX" sz="1200" dirty="0">
              <a:solidFill>
                <a:sysClr val="windowText" lastClr="000000"/>
              </a:solidFill>
            </a:endParaRP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CB426A0A-057F-CD5D-5ECB-DE46EE96DBDE}"/>
              </a:ext>
            </a:extLst>
          </p:cNvPr>
          <p:cNvSpPr/>
          <p:nvPr/>
        </p:nvSpPr>
        <p:spPr>
          <a:xfrm>
            <a:off x="7180732" y="352016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F56E75B3-107F-CB1B-7F16-52AB46B217A0}"/>
              </a:ext>
            </a:extLst>
          </p:cNvPr>
          <p:cNvSpPr/>
          <p:nvPr/>
        </p:nvSpPr>
        <p:spPr>
          <a:xfrm>
            <a:off x="7847482" y="352016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00A9E07E-BC25-19F0-7E29-6EA050AE4FD2}"/>
              </a:ext>
            </a:extLst>
          </p:cNvPr>
          <p:cNvSpPr/>
          <p:nvPr/>
        </p:nvSpPr>
        <p:spPr>
          <a:xfrm>
            <a:off x="8514232" y="352016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0F3CD23E-008B-96BB-6553-057E3D828213}"/>
              </a:ext>
            </a:extLst>
          </p:cNvPr>
          <p:cNvSpPr/>
          <p:nvPr/>
        </p:nvSpPr>
        <p:spPr>
          <a:xfrm>
            <a:off x="9180982" y="352016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D4C25EC9-011F-3816-1A58-2C6E58DB342E}"/>
              </a:ext>
            </a:extLst>
          </p:cNvPr>
          <p:cNvSpPr/>
          <p:nvPr/>
        </p:nvSpPr>
        <p:spPr>
          <a:xfrm>
            <a:off x="9847733" y="3520169"/>
            <a:ext cx="514350" cy="447675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C58A2AF4-113F-A799-EFE4-1A902C2B0763}"/>
              </a:ext>
            </a:extLst>
          </p:cNvPr>
          <p:cNvSpPr/>
          <p:nvPr/>
        </p:nvSpPr>
        <p:spPr>
          <a:xfrm>
            <a:off x="7180728" y="408215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F2DA68DD-9EF6-F60A-7687-BB917FC39F87}"/>
              </a:ext>
            </a:extLst>
          </p:cNvPr>
          <p:cNvSpPr/>
          <p:nvPr/>
        </p:nvSpPr>
        <p:spPr>
          <a:xfrm>
            <a:off x="7847478" y="408215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53142616-0094-6DC4-48F1-FA37A2A17640}"/>
              </a:ext>
            </a:extLst>
          </p:cNvPr>
          <p:cNvSpPr/>
          <p:nvPr/>
        </p:nvSpPr>
        <p:spPr>
          <a:xfrm>
            <a:off x="8514228" y="408215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46D49AC2-BD04-6DBE-818D-697878E1DF70}"/>
              </a:ext>
            </a:extLst>
          </p:cNvPr>
          <p:cNvSpPr/>
          <p:nvPr/>
        </p:nvSpPr>
        <p:spPr>
          <a:xfrm>
            <a:off x="9180978" y="408215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10011520-7618-A3C8-798B-5836617AD8CC}"/>
              </a:ext>
            </a:extLst>
          </p:cNvPr>
          <p:cNvSpPr/>
          <p:nvPr/>
        </p:nvSpPr>
        <p:spPr>
          <a:xfrm>
            <a:off x="9847729" y="4082157"/>
            <a:ext cx="514350" cy="447675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F94D6656-5C4D-D893-4041-37DA27F2EA55}"/>
              </a:ext>
            </a:extLst>
          </p:cNvPr>
          <p:cNvSpPr/>
          <p:nvPr/>
        </p:nvSpPr>
        <p:spPr>
          <a:xfrm>
            <a:off x="7180732" y="4673184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A9162D19-B604-E685-83B3-82B7DEDE0227}"/>
              </a:ext>
            </a:extLst>
          </p:cNvPr>
          <p:cNvSpPr/>
          <p:nvPr/>
        </p:nvSpPr>
        <p:spPr>
          <a:xfrm>
            <a:off x="7847482" y="4673184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2184184E-6F5C-5679-F5E2-F9BE720EDCF6}"/>
              </a:ext>
            </a:extLst>
          </p:cNvPr>
          <p:cNvSpPr/>
          <p:nvPr/>
        </p:nvSpPr>
        <p:spPr>
          <a:xfrm>
            <a:off x="8514232" y="4673184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2C91F9A0-9AF9-626F-9293-CE0E105B592B}"/>
              </a:ext>
            </a:extLst>
          </p:cNvPr>
          <p:cNvSpPr/>
          <p:nvPr/>
        </p:nvSpPr>
        <p:spPr>
          <a:xfrm>
            <a:off x="9180982" y="4673184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F2DFFA15-F145-F25C-0AEC-D3991E68F61F}"/>
              </a:ext>
            </a:extLst>
          </p:cNvPr>
          <p:cNvSpPr/>
          <p:nvPr/>
        </p:nvSpPr>
        <p:spPr>
          <a:xfrm>
            <a:off x="9847733" y="4673184"/>
            <a:ext cx="514350" cy="447675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AED201DD-66CC-23E3-BDD9-16094502A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Percepción inicial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463457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uadroTexto 16">
            <a:extLst>
              <a:ext uri="{FF2B5EF4-FFF2-40B4-BE49-F238E27FC236}">
                <a16:creationId xmlns:a16="http://schemas.microsoft.com/office/drawing/2014/main" id="{F1D06FE5-7F07-2D04-69DE-261CC6B68038}"/>
              </a:ext>
            </a:extLst>
          </p:cNvPr>
          <p:cNvSpPr txBox="1"/>
          <p:nvPr/>
        </p:nvSpPr>
        <p:spPr>
          <a:xfrm>
            <a:off x="199466" y="1400752"/>
            <a:ext cx="11659159" cy="5675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b="1" dirty="0"/>
              <a:t>Propósito del puesto: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s-MX" sz="1400" dirty="0"/>
              <a:t>Liderar la definición, priorización y entrega de soluciones tecnológicas y funcionales para la cadena de suministro </a:t>
            </a:r>
            <a:r>
              <a:rPr lang="es-MX" sz="1400" dirty="0" err="1"/>
              <a:t>end-to-end</a:t>
            </a:r>
            <a:r>
              <a:rPr lang="es-MX" sz="1400" dirty="0"/>
              <a:t>, asegurando que las iniciativas generen valor, se ejecuten con calidad y se alineen con los objetivos estratégicos del negocio.</a:t>
            </a:r>
            <a:r>
              <a:rPr kumimoji="0" lang="es-MX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 </a:t>
            </a:r>
          </a:p>
          <a:p>
            <a:pPr>
              <a:defRPr/>
            </a:pPr>
            <a:endParaRPr lang="es-MX" sz="1400" dirty="0">
              <a:solidFill>
                <a:prstClr val="black"/>
              </a:solidFill>
              <a:latin typeface="Calibri" panose="020F0502020204030204"/>
            </a:endParaRPr>
          </a:p>
          <a:p>
            <a:pPr indent="0">
              <a:buNone/>
              <a:defRPr/>
            </a:pPr>
            <a:r>
              <a:rPr lang="es-MX" sz="1400" b="1" dirty="0"/>
              <a:t>Responsabilidades 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lang="es-MX" sz="1200" b="1" dirty="0">
                <a:solidFill>
                  <a:prstClr val="black"/>
                </a:solidFill>
                <a:latin typeface="+mn-lt"/>
              </a:rPr>
              <a:t>Gestión estratégica de soluciones tecnológicas y establecer </a:t>
            </a:r>
            <a:r>
              <a:rPr lang="es-MX" sz="1200" dirty="0">
                <a:solidFill>
                  <a:prstClr val="black"/>
                </a:solidFill>
                <a:latin typeface="+mn-lt"/>
              </a:rPr>
              <a:t>un  </a:t>
            </a:r>
            <a:r>
              <a:rPr lang="es-MX" sz="1200" dirty="0" err="1">
                <a:solidFill>
                  <a:prstClr val="black"/>
                </a:solidFill>
                <a:latin typeface="+mn-lt"/>
              </a:rPr>
              <a:t>roadmap</a:t>
            </a:r>
            <a:r>
              <a:rPr lang="es-MX" sz="1200" dirty="0">
                <a:solidFill>
                  <a:prstClr val="black"/>
                </a:solidFill>
                <a:latin typeface="+mn-lt"/>
              </a:rPr>
              <a:t> de soluciones para la cadena de suministro </a:t>
            </a:r>
            <a:r>
              <a:rPr lang="es-MX" sz="1200" dirty="0" err="1">
                <a:solidFill>
                  <a:prstClr val="black"/>
                </a:solidFill>
                <a:latin typeface="+mn-lt"/>
              </a:rPr>
              <a:t>end-to-end</a:t>
            </a:r>
            <a:r>
              <a:rPr lang="es-MX" sz="1200" dirty="0">
                <a:solidFill>
                  <a:prstClr val="black"/>
                </a:solidFill>
                <a:latin typeface="+mn-lt"/>
              </a:rPr>
              <a:t> (abarcando abasto, CEDIS y Distribución), alineado con la estrategia corporativa identificando oportunidades de mejora en procesos y tecnologías que impacten la experiencia del cliente y la eficiencia operativa.	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lang="es-MX" sz="1200" dirty="0">
                <a:solidFill>
                  <a:prstClr val="black"/>
                </a:solidFill>
                <a:latin typeface="+mn-lt"/>
              </a:rPr>
              <a:t>Establecer alternativas de </a:t>
            </a:r>
            <a:r>
              <a:rPr lang="es-MX" sz="1200" b="1" dirty="0">
                <a:solidFill>
                  <a:prstClr val="black"/>
                </a:solidFill>
                <a:latin typeface="+mn-lt"/>
              </a:rPr>
              <a:t>solución tecnológicas confiables y ágiles </a:t>
            </a:r>
            <a:r>
              <a:rPr lang="es-MX" sz="1200" dirty="0">
                <a:solidFill>
                  <a:prstClr val="black"/>
                </a:solidFill>
                <a:latin typeface="+mn-lt"/>
              </a:rPr>
              <a:t>a través de mecanismos de comunicación efectivos con </a:t>
            </a:r>
            <a:r>
              <a:rPr lang="es-MX" sz="1200" dirty="0" err="1">
                <a:solidFill>
                  <a:prstClr val="black"/>
                </a:solidFill>
                <a:latin typeface="+mn-lt"/>
              </a:rPr>
              <a:t>stakeholders</a:t>
            </a:r>
            <a:r>
              <a:rPr lang="es-MX" sz="1200" dirty="0">
                <a:solidFill>
                  <a:prstClr val="black"/>
                </a:solidFill>
                <a:latin typeface="+mn-lt"/>
              </a:rPr>
              <a:t> internos y externos, que permitan colaborar para el cumplimiento de expectativas clave del negocio. 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lang="es-MX" sz="1200" b="1" dirty="0">
                <a:solidFill>
                  <a:prstClr val="black"/>
                </a:solidFill>
                <a:latin typeface="+mn-lt"/>
              </a:rPr>
              <a:t>Coordinación de</a:t>
            </a: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ＭＳ Ｐゴシック" charset="0"/>
                <a:cs typeface="Arial"/>
              </a:rPr>
              <a:t> </a:t>
            </a:r>
            <a:r>
              <a:rPr kumimoji="0" lang="es-MX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ＭＳ Ｐゴシック" charset="0"/>
                <a:cs typeface="Arial"/>
              </a:rPr>
              <a:t>stakeholders</a:t>
            </a: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ＭＳ Ｐゴシック" charset="0"/>
                <a:cs typeface="Arial"/>
              </a:rPr>
              <a:t> internos a la plataforma de TI </a:t>
            </a:r>
            <a:r>
              <a:rPr kumimoji="0" lang="es-MX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ＭＳ Ｐゴシック" charset="0"/>
                <a:cs typeface="Arial"/>
              </a:rPr>
              <a:t>es</a:t>
            </a:r>
            <a:r>
              <a:rPr kumimoji="0" lang="es-MX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ＭＳ Ｐゴシック" charset="0"/>
                <a:cs typeface="Arial"/>
              </a:rPr>
              <a:t>tablecer mecanismos de comunicación efectivos en las relaciones </a:t>
            </a:r>
            <a:r>
              <a:rPr lang="es-MX" sz="1200" dirty="0">
                <a:solidFill>
                  <a:prstClr val="black"/>
                </a:solidFill>
                <a:ea typeface="ＭＳ Ｐゴシック" charset="0"/>
                <a:cs typeface="Arial"/>
              </a:rPr>
              <a:t>entre TI y plataforma del negocio</a:t>
            </a:r>
            <a:r>
              <a:rPr kumimoji="0" lang="es-MX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ＭＳ Ｐゴシック" charset="0"/>
                <a:cs typeface="Arial"/>
              </a:rPr>
              <a:t> que permitan colaborar para el cumplimiento de expectativas clave del negocio.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lang="es-MX" sz="1200" b="1" dirty="0">
                <a:solidFill>
                  <a:prstClr val="black"/>
                </a:solidFill>
                <a:latin typeface="+mn-lt"/>
              </a:rPr>
              <a:t>Contribuir a la priorización del portafolio de las iniciativas del negocio: </a:t>
            </a:r>
            <a:r>
              <a:rPr lang="es-MX" sz="1200" dirty="0">
                <a:solidFill>
                  <a:prstClr val="black"/>
                </a:solidFill>
                <a:latin typeface="+mn-lt"/>
              </a:rPr>
              <a:t>abonar en la generación de valor, costo, riesgo y velocidad para maximizar el valor de las soluciones propuestas a través de análisis de alternativas, interacción con líderes de iniciativas de la cadena de suministro y alineación con los objetivos del negocio y recursos definidos.  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lang="es-MX" sz="1200" b="1" dirty="0">
                <a:solidFill>
                  <a:prstClr val="black"/>
                </a:solidFill>
                <a:latin typeface="+mn-lt"/>
              </a:rPr>
              <a:t>Contribuir a la gestión de presupuesto sobre recursos y plataformas tecnológica: </a:t>
            </a:r>
            <a:r>
              <a:rPr lang="es-MX" sz="1200" dirty="0">
                <a:solidFill>
                  <a:prstClr val="black"/>
                </a:solidFill>
                <a:latin typeface="+mn-lt"/>
              </a:rPr>
              <a:t>brindar seguimiento a la inversión realizada de las iniciativas, a través de establecimiento de mediciones periódicas que permitan mantener el uso eficiente de los recursos y retorno de inversión. 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lang="es-MX" sz="1200" b="1" dirty="0">
                <a:solidFill>
                  <a:prstClr val="black"/>
                </a:solidFill>
              </a:rPr>
              <a:t>Participar en</a:t>
            </a:r>
            <a:r>
              <a:rPr lang="es-MX" sz="1200" b="1" dirty="0">
                <a:solidFill>
                  <a:prstClr val="black"/>
                </a:solidFill>
                <a:latin typeface="+mn-lt"/>
              </a:rPr>
              <a:t> soluciones para la optimización de procesos y experiencia a la cadena de suministro: </a:t>
            </a:r>
            <a:r>
              <a:rPr lang="es-MX" sz="1200" dirty="0">
                <a:solidFill>
                  <a:prstClr val="black"/>
                </a:solidFill>
                <a:latin typeface="+mn-lt"/>
              </a:rPr>
              <a:t>analizar puntos de fricción en la operación y proponer soluciones digitales que se alineen a propiciar agilidad para los colaboradores que operan las soluciones, así como, contribuir a la experiencia del cliente. 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lang="es-MX" sz="1200" b="1" dirty="0">
                <a:solidFill>
                  <a:prstClr val="black"/>
                </a:solidFill>
                <a:latin typeface="+mn-lt"/>
              </a:rPr>
              <a:t>Participar y liderar en aspecto tecnológica para </a:t>
            </a:r>
            <a:r>
              <a:rPr lang="es-MX" sz="1200" b="1" dirty="0">
                <a:solidFill>
                  <a:prstClr val="black"/>
                </a:solidFill>
              </a:rPr>
              <a:t>decisión d</a:t>
            </a:r>
            <a:r>
              <a:rPr lang="es-MX" sz="1200" b="1" dirty="0">
                <a:solidFill>
                  <a:prstClr val="black"/>
                </a:solidFill>
                <a:latin typeface="+mn-lt"/>
              </a:rPr>
              <a:t>e proveedores y contratos: </a:t>
            </a:r>
            <a:r>
              <a:rPr lang="es-MX" sz="1200" dirty="0">
                <a:solidFill>
                  <a:prstClr val="black"/>
                </a:solidFill>
                <a:latin typeface="+mn-lt"/>
              </a:rPr>
              <a:t>negociar acuerdos, evaluar desempeño y asegurar cumplimiento de SLA manteniendo negociaciones y sinergia con proveedores que aseguren costos competitivos y entregas en tiempo. 	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lang="es-MX" sz="1200" b="1" dirty="0">
                <a:solidFill>
                  <a:prstClr val="black"/>
                </a:solidFill>
                <a:latin typeface="+mn-lt"/>
              </a:rPr>
              <a:t>Impulso de innovación y mejora continua de soluciones actuales o propuestas: </a:t>
            </a:r>
            <a:r>
              <a:rPr lang="es-MX" sz="1200" dirty="0">
                <a:solidFill>
                  <a:prstClr val="black"/>
                </a:solidFill>
                <a:latin typeface="+mn-lt"/>
              </a:rPr>
              <a:t>promover iniciativas tecnológicas, evaluar nuevas herramientas y metodologías a través del análisis de soluciones innovadoras tengan una ventaja competitiva. 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lang="es-MX" sz="1200" b="1" dirty="0">
                <a:solidFill>
                  <a:prstClr val="black"/>
                </a:solidFill>
                <a:latin typeface="+mn-lt"/>
              </a:rPr>
              <a:t>Mecanismos para replicabilidad. </a:t>
            </a:r>
            <a:r>
              <a:rPr lang="es-MX" sz="1200" dirty="0">
                <a:solidFill>
                  <a:prstClr val="black"/>
                </a:solidFill>
                <a:latin typeface="+mn-lt"/>
              </a:rPr>
              <a:t>desarrollar procesos que permitan la replicabilidad de las soluciones en la cadena de suministro, entregando lineamientos y desarrollando capacidades tecnológicas para asegurar el beneficio de la solución a corto y largo plazo. </a:t>
            </a:r>
          </a:p>
          <a:p>
            <a:pPr marL="174625" indent="-174625" algn="just" defTabSz="457200" fontAlgn="base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+mj-lt"/>
              <a:buAutoNum type="arabicPeriod"/>
              <a:defRPr/>
            </a:pPr>
            <a:r>
              <a:rPr lang="es-MX" sz="1200" dirty="0">
                <a:effectLst/>
              </a:rPr>
              <a:t>Contribuir de manera proactiva en las definiciones del marco tecnológico, las herramientas, la arquitectura del ecosistema del producto o iniciativa, priorizando las soluciones óptimas, garantizando la escalabilidad, estabilidad, sostenibilidad, seguridad y operación de las soluciones, dentro de la expectativa de time </a:t>
            </a:r>
            <a:r>
              <a:rPr lang="es-MX" sz="1200" dirty="0" err="1">
                <a:effectLst/>
              </a:rPr>
              <a:t>to</a:t>
            </a:r>
            <a:r>
              <a:rPr lang="es-MX" sz="1200" dirty="0">
                <a:effectLst/>
              </a:rPr>
              <a:t> </a:t>
            </a:r>
            <a:r>
              <a:rPr lang="es-MX" sz="1200" dirty="0" err="1">
                <a:effectLst/>
              </a:rPr>
              <a:t>market</a:t>
            </a:r>
            <a:r>
              <a:rPr lang="es-MX" sz="1200" dirty="0">
                <a:effectLst/>
              </a:rPr>
              <a:t> y agilidad.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endParaRPr lang="es-MX" sz="1200" b="1" dirty="0">
              <a:solidFill>
                <a:prstClr val="black"/>
              </a:solidFill>
              <a:latin typeface="+mn-lt"/>
            </a:endParaRP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tabLst/>
              <a:defRPr/>
            </a:pPr>
            <a:endParaRPr kumimoji="0" lang="es-MX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AED201DD-66CC-23E3-BDD9-16094502A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Descripción de Puesto | Soluciones Cadena de Suministro</a:t>
            </a:r>
            <a:endParaRPr lang="es-MX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27BAC4B-896B-8F9A-87DD-0E111285B61D}"/>
              </a:ext>
            </a:extLst>
          </p:cNvPr>
          <p:cNvSpPr txBox="1"/>
          <p:nvPr/>
        </p:nvSpPr>
        <p:spPr>
          <a:xfrm>
            <a:off x="-66955" y="6902793"/>
            <a:ext cx="12192000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b="1" i="1" dirty="0">
                <a:latin typeface="Calibri" panose="020F0502020204030204" pitchFamily="34" charset="0"/>
                <a:cs typeface="Calibri" panose="020F0502020204030204" pitchFamily="34" charset="0"/>
              </a:rPr>
              <a:t>Propósito de puesto: </a:t>
            </a:r>
            <a:r>
              <a:rPr lang="es-ES" sz="1200" i="1" dirty="0">
                <a:latin typeface="Calibri" panose="020F0502020204030204" pitchFamily="34" charset="0"/>
                <a:cs typeface="Calibri" panose="020F0502020204030204" pitchFamily="34" charset="0"/>
              </a:rPr>
              <a:t>Razón de ser + contribución macro + valor agregado + a quién impacta.</a:t>
            </a:r>
            <a:endParaRPr lang="es-ES" sz="1200" b="1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b="1" i="1" dirty="0">
                <a:latin typeface="Calibri" panose="020F0502020204030204" pitchFamily="34" charset="0"/>
                <a:cs typeface="Calibri" panose="020F0502020204030204" pitchFamily="34" charset="0"/>
              </a:rPr>
              <a:t>Responsabilidades: </a:t>
            </a:r>
            <a:r>
              <a:rPr lang="es-ES" sz="1200" i="1" dirty="0">
                <a:latin typeface="Calibri" panose="020F0502020204030204" pitchFamily="34" charset="0"/>
                <a:cs typeface="Calibri" panose="020F0502020204030204" pitchFamily="34" charset="0"/>
              </a:rPr>
              <a:t>Debe responder cada contribución </a:t>
            </a:r>
            <a:r>
              <a:rPr lang="es-ES" sz="1200" b="1" i="1" dirty="0">
                <a:latin typeface="Calibri" panose="020F0502020204030204" pitchFamily="34" charset="0"/>
                <a:cs typeface="Calibri" panose="020F0502020204030204" pitchFamily="34" charset="0"/>
              </a:rPr>
              <a:t>¿Qué? </a:t>
            </a:r>
            <a:r>
              <a:rPr lang="es-ES" sz="1200" i="1" dirty="0">
                <a:latin typeface="Calibri" panose="020F0502020204030204" pitchFamily="34" charset="0"/>
                <a:cs typeface="Calibri" panose="020F0502020204030204" pitchFamily="34" charset="0"/>
              </a:rPr>
              <a:t>(acción – verbo y contexto) + </a:t>
            </a:r>
            <a:r>
              <a:rPr lang="es-ES" sz="1200" b="1" i="1" dirty="0">
                <a:latin typeface="Calibri" panose="020F0502020204030204" pitchFamily="34" charset="0"/>
                <a:cs typeface="Calibri" panose="020F0502020204030204" pitchFamily="34" charset="0"/>
              </a:rPr>
              <a:t>¿Cómo? </a:t>
            </a:r>
            <a:r>
              <a:rPr lang="es-ES" sz="1200" i="1" dirty="0">
                <a:latin typeface="Calibri" panose="020F0502020204030204" pitchFamily="34" charset="0"/>
                <a:cs typeface="Calibri" panose="020F0502020204030204" pitchFamily="34" charset="0"/>
              </a:rPr>
              <a:t>(medios, herramientas, procesos e interacciones); + </a:t>
            </a:r>
            <a:r>
              <a:rPr lang="es-ES" sz="1200" b="1" i="1" dirty="0">
                <a:latin typeface="Calibri" panose="020F0502020204030204" pitchFamily="34" charset="0"/>
                <a:cs typeface="Calibri" panose="020F0502020204030204" pitchFamily="34" charset="0"/>
              </a:rPr>
              <a:t>¿Para qué? </a:t>
            </a:r>
            <a:r>
              <a:rPr lang="es-ES" sz="1200" i="1" dirty="0">
                <a:latin typeface="Calibri" panose="020F0502020204030204" pitchFamily="34" charset="0"/>
                <a:cs typeface="Calibri" panose="020F0502020204030204" pitchFamily="34" charset="0"/>
              </a:rPr>
              <a:t>(propósito).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i="1" dirty="0">
                <a:latin typeface="Calibri" panose="020F0502020204030204" pitchFamily="34" charset="0"/>
                <a:cs typeface="Calibri" panose="020F0502020204030204" pitchFamily="34" charset="0"/>
              </a:rPr>
              <a:t>¿Qué roles de tu equipo intervienen en cada contribución? </a:t>
            </a:r>
            <a:endParaRPr lang="es-MX" sz="1200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3223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uadroTexto 16">
            <a:extLst>
              <a:ext uri="{FF2B5EF4-FFF2-40B4-BE49-F238E27FC236}">
                <a16:creationId xmlns:a16="http://schemas.microsoft.com/office/drawing/2014/main" id="{F1D06FE5-7F07-2D04-69DE-261CC6B68038}"/>
              </a:ext>
            </a:extLst>
          </p:cNvPr>
          <p:cNvSpPr txBox="1"/>
          <p:nvPr/>
        </p:nvSpPr>
        <p:spPr>
          <a:xfrm>
            <a:off x="570941" y="1495962"/>
            <a:ext cx="11050117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400" b="1" dirty="0"/>
              <a:t>Decisiones Relevantes del Puesto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/>
              <a:t>Determinar qué proyectos o funcionalidades se desarrollan primero en función del impacto en negocio, complejidad y valor esperado.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/>
              <a:t>Ajustar el alcance ante riesgos o limitaciones detectadas.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/>
              <a:t>Evaluar y elegir plataformas, herramientas y socios estratégicos que soporten las soluciones para la cadena de suministro </a:t>
            </a:r>
            <a:r>
              <a:rPr lang="es-MX" sz="1400" dirty="0" err="1"/>
              <a:t>end-to-end</a:t>
            </a:r>
            <a:r>
              <a:rPr lang="es-MX" sz="1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/>
              <a:t>Validar que las soluciones estén alineadas con la visión de negocio y objetivos de las áreas involucradas.</a:t>
            </a:r>
          </a:p>
          <a:p>
            <a:r>
              <a:rPr lang="es-MX" sz="1400" dirty="0"/>
              <a:t>	</a:t>
            </a:r>
          </a:p>
          <a:p>
            <a:r>
              <a:rPr lang="es-MX" sz="1400" b="1" dirty="0"/>
              <a:t>Principales Retos del Puesto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/>
              <a:t>Aprobar planes de contingencia para asegurar continuidad del negocio.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/>
              <a:t>Entregar soluciones rápidas sin comprometer la experiencia del cliente ni la estabilidad operativa.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/>
              <a:t>Tomar decisiones que maximicen el retorno de inversión en tecnología y procesos.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/>
              <a:t>Monitorear proyectos en paralelo, asegurando cumplimiento de plazos y objetivos estratégicos.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/>
              <a:t>Incorporar soluciones innovadoras que respondan a cambios en hábitos de consumo y competencia.</a:t>
            </a:r>
          </a:p>
          <a:p>
            <a:endParaRPr lang="es-MX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endParaRPr lang="es-MX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AED201DD-66CC-23E3-BDD9-16094502A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Descripción de Puesto | Soluciones Cadena de Suministro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969607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47583-2F79-C5C6-E61A-5228EA813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Título 1">
            <a:extLst>
              <a:ext uri="{FF2B5EF4-FFF2-40B4-BE49-F238E27FC236}">
                <a16:creationId xmlns:a16="http://schemas.microsoft.com/office/drawing/2014/main" id="{167A64BB-1818-37AB-F05C-5AC75C78ED19}"/>
              </a:ext>
            </a:extLst>
          </p:cNvPr>
          <p:cNvSpPr txBox="1">
            <a:spLocks/>
          </p:cNvSpPr>
          <p:nvPr/>
        </p:nvSpPr>
        <p:spPr>
          <a:xfrm>
            <a:off x="368643" y="127622"/>
            <a:ext cx="9393357" cy="9285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j-ea"/>
                <a:cs typeface="+mj-cs"/>
              </a:rPr>
              <a:t>Principales Contribuciones</a:t>
            </a:r>
            <a:br>
              <a:rPr kumimoji="0" lang="es-MX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j-ea"/>
                <a:cs typeface="+mj-cs"/>
              </a:rPr>
            </a:b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j-ea"/>
                <a:cs typeface="+mj-cs"/>
              </a:rPr>
              <a:t>Soluciones Cadena de Suministro</a:t>
            </a:r>
            <a:endParaRPr kumimoji="0" lang="es-MX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j-ea"/>
              <a:cs typeface="+mj-cs"/>
            </a:endParaRPr>
          </a:p>
        </p:txBody>
      </p:sp>
      <p:pic>
        <p:nvPicPr>
          <p:cNvPr id="6" name="Imagen 5">
            <a:hlinkClick r:id="rId3" action="ppaction://hlinksldjump"/>
            <a:extLst>
              <a:ext uri="{FF2B5EF4-FFF2-40B4-BE49-F238E27FC236}">
                <a16:creationId xmlns:a16="http://schemas.microsoft.com/office/drawing/2014/main" id="{14065D18-FCF0-B19D-2F54-4277A99E98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53328" y="96838"/>
            <a:ext cx="314834" cy="314834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D6D73888-BA12-B225-80DF-0F6B50D9285F}"/>
              </a:ext>
            </a:extLst>
          </p:cNvPr>
          <p:cNvSpPr/>
          <p:nvPr/>
        </p:nvSpPr>
        <p:spPr>
          <a:xfrm>
            <a:off x="179594" y="2725504"/>
            <a:ext cx="1459611" cy="25639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Tx/>
              <a:buChar char="-"/>
            </a:pPr>
            <a:endParaRPr lang="es-MX" sz="900">
              <a:solidFill>
                <a:sysClr val="windowText" lastClr="000000"/>
              </a:solidFill>
            </a:endParaRPr>
          </a:p>
        </p:txBody>
      </p:sp>
      <p:sp>
        <p:nvSpPr>
          <p:cNvPr id="55" name="Rectángulo 54">
            <a:extLst>
              <a:ext uri="{FF2B5EF4-FFF2-40B4-BE49-F238E27FC236}">
                <a16:creationId xmlns:a16="http://schemas.microsoft.com/office/drawing/2014/main" id="{C58B1E33-997B-D4A2-7C11-ED3E58DB5534}"/>
              </a:ext>
            </a:extLst>
          </p:cNvPr>
          <p:cNvSpPr/>
          <p:nvPr/>
        </p:nvSpPr>
        <p:spPr>
          <a:xfrm>
            <a:off x="2631448" y="2725504"/>
            <a:ext cx="1459611" cy="25639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Tx/>
              <a:buChar char="-"/>
            </a:pPr>
            <a:endParaRPr lang="es-MX" sz="900">
              <a:solidFill>
                <a:sysClr val="windowText" lastClr="000000"/>
              </a:solidFill>
            </a:endParaRPr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F53AB2C2-D4BF-ADBB-C1E1-5FAF5E1A581F}"/>
              </a:ext>
            </a:extLst>
          </p:cNvPr>
          <p:cNvSpPr/>
          <p:nvPr/>
        </p:nvSpPr>
        <p:spPr>
          <a:xfrm>
            <a:off x="4828569" y="2714617"/>
            <a:ext cx="1459611" cy="25639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Tx/>
              <a:buChar char="-"/>
            </a:pPr>
            <a:r>
              <a:rPr lang="es-ES" sz="900">
                <a:solidFill>
                  <a:sysClr val="windowText" lastClr="000000"/>
                </a:solidFill>
              </a:rPr>
              <a:t>--</a:t>
            </a:r>
            <a:endParaRPr lang="es-MX" sz="900">
              <a:solidFill>
                <a:sysClr val="windowText" lastClr="000000"/>
              </a:solidFill>
            </a:endParaRP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37DFF966-E99E-3A99-C228-498A6A9A6C31}"/>
              </a:ext>
            </a:extLst>
          </p:cNvPr>
          <p:cNvSpPr/>
          <p:nvPr/>
        </p:nvSpPr>
        <p:spPr>
          <a:xfrm>
            <a:off x="6804572" y="2708481"/>
            <a:ext cx="1459611" cy="25639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Tx/>
              <a:buChar char="-"/>
            </a:pPr>
            <a:r>
              <a:rPr lang="es-ES" sz="900">
                <a:solidFill>
                  <a:sysClr val="windowText" lastClr="000000"/>
                </a:solidFill>
              </a:rPr>
              <a:t>--</a:t>
            </a:r>
            <a:endParaRPr lang="es-MX" sz="900">
              <a:solidFill>
                <a:sysClr val="windowText" lastClr="000000"/>
              </a:solidFill>
            </a:endParaRP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B1857424-5815-9A63-24BF-16FC36953B9D}"/>
              </a:ext>
            </a:extLst>
          </p:cNvPr>
          <p:cNvSpPr/>
          <p:nvPr/>
        </p:nvSpPr>
        <p:spPr>
          <a:xfrm>
            <a:off x="8784323" y="2725504"/>
            <a:ext cx="1459611" cy="25639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Tx/>
              <a:buChar char="-"/>
            </a:pPr>
            <a:r>
              <a:rPr lang="es-ES" sz="900" dirty="0">
                <a:solidFill>
                  <a:sysClr val="windowText" lastClr="000000"/>
                </a:solidFill>
              </a:rPr>
              <a:t>--</a:t>
            </a:r>
            <a:endParaRPr lang="es-MX" sz="900" dirty="0">
              <a:solidFill>
                <a:sysClr val="windowText" lastClr="000000"/>
              </a:solidFill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9867213-2639-9021-4F7F-AE216637280A}"/>
              </a:ext>
            </a:extLst>
          </p:cNvPr>
          <p:cNvSpPr/>
          <p:nvPr/>
        </p:nvSpPr>
        <p:spPr>
          <a:xfrm>
            <a:off x="5144710" y="1329086"/>
            <a:ext cx="1613162" cy="45702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algn="ctr"/>
            <a:r>
              <a:rPr lang="es-MX" sz="9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Sr Soluciones TI CDS</a:t>
            </a:r>
          </a:p>
          <a:p>
            <a:pPr algn="ctr"/>
            <a:r>
              <a:rPr lang="es-MX" sz="9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6036555</a:t>
            </a:r>
          </a:p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9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Oscar  Garza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299DBD9-F9CB-695E-A976-A4B8E6948E89}"/>
              </a:ext>
            </a:extLst>
          </p:cNvPr>
          <p:cNvSpPr/>
          <p:nvPr/>
        </p:nvSpPr>
        <p:spPr>
          <a:xfrm>
            <a:off x="157095" y="2141951"/>
            <a:ext cx="1482110" cy="453601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t">
            <a:noAutofit/>
          </a:bodyPr>
          <a:lstStyle/>
          <a:p>
            <a:pPr marL="0" marR="0" lvl="0" indent="0" algn="ctr" defTabSz="6096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Gerente Área Soluciones TI Abasto-6209144</a:t>
            </a:r>
          </a:p>
          <a:p>
            <a:pPr marL="0" marR="0" lvl="0" indent="0" algn="ctr" defTabSz="6096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9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Berenice Reyes</a:t>
            </a:r>
            <a:endParaRPr kumimoji="0" lang="es-MX" sz="9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8F726A9-FC34-08F7-47F3-0537F0053335}"/>
              </a:ext>
            </a:extLst>
          </p:cNvPr>
          <p:cNvSpPr/>
          <p:nvPr/>
        </p:nvSpPr>
        <p:spPr>
          <a:xfrm>
            <a:off x="2631448" y="2141951"/>
            <a:ext cx="1482110" cy="453601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t">
            <a:noAutofit/>
          </a:bodyPr>
          <a:lstStyle/>
          <a:p>
            <a:pPr marL="0" marR="0" lvl="0" indent="0" algn="ctr" defTabSz="6096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Gerente Área Soluciones TI CEDIS-6140610</a:t>
            </a:r>
          </a:p>
          <a:p>
            <a:pPr marL="0" marR="0" lvl="0" indent="0" algn="ctr" defTabSz="6096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9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Arturo Iturbe</a:t>
            </a:r>
            <a:endParaRPr kumimoji="0" lang="es-MX" sz="900" b="0" i="1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03BA1A1-7F06-7D9D-5003-402DF6D7F9D2}"/>
              </a:ext>
            </a:extLst>
          </p:cNvPr>
          <p:cNvSpPr/>
          <p:nvPr/>
        </p:nvSpPr>
        <p:spPr>
          <a:xfrm>
            <a:off x="10538732" y="2141951"/>
            <a:ext cx="1361493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0" rIns="91440" bIns="45720" rtlCol="0" anchor="ctr">
            <a:noAutofit/>
          </a:bodyPr>
          <a:lstStyle/>
          <a:p>
            <a:pPr algn="ctr"/>
            <a:r>
              <a:rPr lang="es-MX" sz="800" b="1">
                <a:latin typeface="Calibri"/>
                <a:ea typeface="Calibri"/>
                <a:cs typeface="Calibri"/>
              </a:rPr>
              <a:t>TPO CORE ADMINISTRATIVO-6213631</a:t>
            </a:r>
          </a:p>
          <a:p>
            <a:pPr algn="ctr"/>
            <a:r>
              <a:rPr lang="es-MX" sz="800" i="1" err="1">
                <a:latin typeface="Calibri"/>
                <a:ea typeface="Calibri"/>
                <a:cs typeface="Calibri"/>
              </a:rPr>
              <a:t>Mirssa</a:t>
            </a:r>
            <a:r>
              <a:rPr lang="es-MX" sz="800" i="1">
                <a:latin typeface="Calibri"/>
                <a:ea typeface="Calibri"/>
                <a:cs typeface="Calibri"/>
              </a:rPr>
              <a:t> Gutierrez</a:t>
            </a:r>
            <a:endParaRPr lang="es-MX" sz="800" i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6227643-194A-3AD7-6290-B2D81AB05D3A}"/>
              </a:ext>
            </a:extLst>
          </p:cNvPr>
          <p:cNvSpPr/>
          <p:nvPr/>
        </p:nvSpPr>
        <p:spPr>
          <a:xfrm>
            <a:off x="4817320" y="2135816"/>
            <a:ext cx="1482110" cy="453601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t">
            <a:noAutofit/>
          </a:bodyPr>
          <a:lstStyle/>
          <a:p>
            <a:pPr marL="0" marR="0" lvl="0" indent="0" algn="ctr" defTabSz="6096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Gerente Área Soluciones TI Distribucion-2801196</a:t>
            </a:r>
          </a:p>
          <a:p>
            <a:pPr marL="0" marR="0" lvl="0" indent="0" algn="ctr" defTabSz="6096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9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Beatriz Herrejon</a:t>
            </a:r>
            <a:endParaRPr kumimoji="0" lang="es-MX" sz="9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EF62BBE1-F887-F4AA-BEE4-44F485AD2E27}"/>
              </a:ext>
            </a:extLst>
          </p:cNvPr>
          <p:cNvSpPr/>
          <p:nvPr/>
        </p:nvSpPr>
        <p:spPr>
          <a:xfrm>
            <a:off x="6853632" y="2135816"/>
            <a:ext cx="1361493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algn="ctr"/>
            <a:r>
              <a:rPr lang="es-MX" sz="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TPO </a:t>
            </a:r>
            <a:r>
              <a:rPr lang="es-MX" sz="800" b="1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Mercaderias</a:t>
            </a:r>
            <a:endParaRPr lang="es-MX" sz="800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s-MX" sz="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6406987</a:t>
            </a:r>
          </a:p>
          <a:p>
            <a:pPr algn="ctr"/>
            <a:r>
              <a:rPr lang="es-MX" sz="800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Angel Soto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07D0BEBB-7EDF-B690-3F1F-7E6202A1BC34}"/>
              </a:ext>
            </a:extLst>
          </p:cNvPr>
          <p:cNvSpPr/>
          <p:nvPr/>
        </p:nvSpPr>
        <p:spPr>
          <a:xfrm>
            <a:off x="8784323" y="2142961"/>
            <a:ext cx="1361493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algn="ctr"/>
            <a:r>
              <a:rPr lang="es-MX" sz="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TPO EDI </a:t>
            </a:r>
          </a:p>
          <a:p>
            <a:pPr algn="ctr"/>
            <a:r>
              <a:rPr lang="es-MX" sz="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6209145</a:t>
            </a:r>
          </a:p>
          <a:p>
            <a:pPr algn="ctr"/>
            <a:r>
              <a:rPr lang="es-MX" sz="800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Gabriela Martinez</a:t>
            </a:r>
          </a:p>
        </p:txBody>
      </p:sp>
      <p:cxnSp>
        <p:nvCxnSpPr>
          <p:cNvPr id="22" name="Conector: angular 21">
            <a:extLst>
              <a:ext uri="{FF2B5EF4-FFF2-40B4-BE49-F238E27FC236}">
                <a16:creationId xmlns:a16="http://schemas.microsoft.com/office/drawing/2014/main" id="{C7CED8AE-63F2-71DC-480A-8D596BC02A7E}"/>
              </a:ext>
            </a:extLst>
          </p:cNvPr>
          <p:cNvCxnSpPr>
            <a:stCxn id="4" idx="0"/>
            <a:endCxn id="3" idx="2"/>
          </p:cNvCxnSpPr>
          <p:nvPr/>
        </p:nvCxnSpPr>
        <p:spPr>
          <a:xfrm rot="5400000" flipH="1" flipV="1">
            <a:off x="3246801" y="-562538"/>
            <a:ext cx="355838" cy="5053141"/>
          </a:xfrm>
          <a:prstGeom prst="bentConnector3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ector: angular 22">
            <a:extLst>
              <a:ext uri="{FF2B5EF4-FFF2-40B4-BE49-F238E27FC236}">
                <a16:creationId xmlns:a16="http://schemas.microsoft.com/office/drawing/2014/main" id="{658C0A9D-39E7-B5D0-298A-2EF95CD84A28}"/>
              </a:ext>
            </a:extLst>
          </p:cNvPr>
          <p:cNvCxnSpPr>
            <a:stCxn id="7" idx="0"/>
            <a:endCxn id="3" idx="2"/>
          </p:cNvCxnSpPr>
          <p:nvPr/>
        </p:nvCxnSpPr>
        <p:spPr>
          <a:xfrm rot="5400000" flipH="1" flipV="1">
            <a:off x="4483978" y="674638"/>
            <a:ext cx="355838" cy="2578788"/>
          </a:xfrm>
          <a:prstGeom prst="bentConnector3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ector: angular 23">
            <a:extLst>
              <a:ext uri="{FF2B5EF4-FFF2-40B4-BE49-F238E27FC236}">
                <a16:creationId xmlns:a16="http://schemas.microsoft.com/office/drawing/2014/main" id="{B9837A0B-0BAA-2D3A-C83C-45AB4DF5DA79}"/>
              </a:ext>
            </a:extLst>
          </p:cNvPr>
          <p:cNvCxnSpPr>
            <a:stCxn id="12" idx="0"/>
            <a:endCxn id="3" idx="2"/>
          </p:cNvCxnSpPr>
          <p:nvPr/>
        </p:nvCxnSpPr>
        <p:spPr>
          <a:xfrm rot="5400000" flipH="1" flipV="1">
            <a:off x="5579982" y="1764507"/>
            <a:ext cx="349703" cy="392916"/>
          </a:xfrm>
          <a:prstGeom prst="bentConnector3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ector: angular 26">
            <a:extLst>
              <a:ext uri="{FF2B5EF4-FFF2-40B4-BE49-F238E27FC236}">
                <a16:creationId xmlns:a16="http://schemas.microsoft.com/office/drawing/2014/main" id="{8A37D8F4-31A9-9A65-772E-32DAA75BAEF8}"/>
              </a:ext>
            </a:extLst>
          </p:cNvPr>
          <p:cNvCxnSpPr>
            <a:stCxn id="14" idx="0"/>
            <a:endCxn id="3" idx="2"/>
          </p:cNvCxnSpPr>
          <p:nvPr/>
        </p:nvCxnSpPr>
        <p:spPr>
          <a:xfrm rot="16200000" flipV="1">
            <a:off x="6567984" y="1169421"/>
            <a:ext cx="349703" cy="1583088"/>
          </a:xfrm>
          <a:prstGeom prst="bentConnector3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ector: angular 27">
            <a:extLst>
              <a:ext uri="{FF2B5EF4-FFF2-40B4-BE49-F238E27FC236}">
                <a16:creationId xmlns:a16="http://schemas.microsoft.com/office/drawing/2014/main" id="{50530CF2-1BE9-B471-54F3-DD5767387835}"/>
              </a:ext>
            </a:extLst>
          </p:cNvPr>
          <p:cNvCxnSpPr>
            <a:stCxn id="21" idx="0"/>
            <a:endCxn id="3" idx="2"/>
          </p:cNvCxnSpPr>
          <p:nvPr/>
        </p:nvCxnSpPr>
        <p:spPr>
          <a:xfrm rot="16200000" flipV="1">
            <a:off x="7529757" y="207647"/>
            <a:ext cx="356848" cy="3513779"/>
          </a:xfrm>
          <a:prstGeom prst="bentConnector3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ector: angular 28">
            <a:extLst>
              <a:ext uri="{FF2B5EF4-FFF2-40B4-BE49-F238E27FC236}">
                <a16:creationId xmlns:a16="http://schemas.microsoft.com/office/drawing/2014/main" id="{8A7DC02E-B097-2E1E-F0C5-051E86FC8238}"/>
              </a:ext>
            </a:extLst>
          </p:cNvPr>
          <p:cNvCxnSpPr>
            <a:stCxn id="8" idx="0"/>
            <a:endCxn id="3" idx="2"/>
          </p:cNvCxnSpPr>
          <p:nvPr/>
        </p:nvCxnSpPr>
        <p:spPr>
          <a:xfrm rot="16200000" flipV="1">
            <a:off x="8407466" y="-670062"/>
            <a:ext cx="355838" cy="5268188"/>
          </a:xfrm>
          <a:prstGeom prst="bentConnector3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ángulo 32">
            <a:extLst>
              <a:ext uri="{FF2B5EF4-FFF2-40B4-BE49-F238E27FC236}">
                <a16:creationId xmlns:a16="http://schemas.microsoft.com/office/drawing/2014/main" id="{10C027ED-C1EA-07F6-03FC-172F862DC861}"/>
              </a:ext>
            </a:extLst>
          </p:cNvPr>
          <p:cNvSpPr/>
          <p:nvPr/>
        </p:nvSpPr>
        <p:spPr>
          <a:xfrm>
            <a:off x="10489674" y="2725504"/>
            <a:ext cx="1459611" cy="25639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Tx/>
              <a:buChar char="-"/>
            </a:pPr>
            <a:r>
              <a:rPr lang="es-ES" sz="900" dirty="0">
                <a:solidFill>
                  <a:sysClr val="windowText" lastClr="000000"/>
                </a:solidFill>
              </a:rPr>
              <a:t>--</a:t>
            </a:r>
            <a:endParaRPr lang="es-MX" sz="9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26702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B80DD89-91A3-35BF-46F8-436A28D7C493}"/>
              </a:ext>
            </a:extLst>
          </p:cNvPr>
          <p:cNvSpPr txBox="1"/>
          <p:nvPr/>
        </p:nvSpPr>
        <p:spPr>
          <a:xfrm>
            <a:off x="542925" y="1266334"/>
            <a:ext cx="90487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/>
              <a:t>Objetivo:</a:t>
            </a:r>
          </a:p>
          <a:p>
            <a:r>
              <a:rPr lang="es-ES" sz="1400" i="1"/>
              <a:t>Entender los procesos </a:t>
            </a:r>
            <a:r>
              <a:rPr lang="es-ES" sz="1400" i="1" err="1"/>
              <a:t>core</a:t>
            </a:r>
            <a:r>
              <a:rPr lang="es-ES" sz="1400" i="1"/>
              <a:t> y que pudieron haber tenido alguna modificación  </a:t>
            </a:r>
            <a:endParaRPr lang="es-MX" sz="1400" i="1"/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35769B02-838B-10EC-DB8D-8A4ED180C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Interacciones entre áreas y procesos clave</a:t>
            </a:r>
            <a:br>
              <a:rPr lang="es-ES" dirty="0"/>
            </a:br>
            <a:r>
              <a:rPr lang="es-ES" dirty="0"/>
              <a:t>Soluciones Cadena de Suministro</a:t>
            </a:r>
            <a:endParaRPr lang="es-MX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9977EE78-43D1-CBA5-F066-3FC5CF9949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0293725"/>
              </p:ext>
            </p:extLst>
          </p:nvPr>
        </p:nvGraphicFramePr>
        <p:xfrm>
          <a:off x="927462" y="2440940"/>
          <a:ext cx="10337077" cy="3196590"/>
        </p:xfrm>
        <a:graphic>
          <a:graphicData uri="http://schemas.openxmlformats.org/drawingml/2006/table">
            <a:tbl>
              <a:tblPr/>
              <a:tblGrid>
                <a:gridCol w="438417">
                  <a:extLst>
                    <a:ext uri="{9D8B030D-6E8A-4147-A177-3AD203B41FA5}">
                      <a16:colId xmlns:a16="http://schemas.microsoft.com/office/drawing/2014/main" val="783144613"/>
                    </a:ext>
                  </a:extLst>
                </a:gridCol>
                <a:gridCol w="3841715">
                  <a:extLst>
                    <a:ext uri="{9D8B030D-6E8A-4147-A177-3AD203B41FA5}">
                      <a16:colId xmlns:a16="http://schemas.microsoft.com/office/drawing/2014/main" val="4050409474"/>
                    </a:ext>
                  </a:extLst>
                </a:gridCol>
                <a:gridCol w="748711">
                  <a:extLst>
                    <a:ext uri="{9D8B030D-6E8A-4147-A177-3AD203B41FA5}">
                      <a16:colId xmlns:a16="http://schemas.microsoft.com/office/drawing/2014/main" val="3870733802"/>
                    </a:ext>
                  </a:extLst>
                </a:gridCol>
                <a:gridCol w="748711">
                  <a:extLst>
                    <a:ext uri="{9D8B030D-6E8A-4147-A177-3AD203B41FA5}">
                      <a16:colId xmlns:a16="http://schemas.microsoft.com/office/drawing/2014/main" val="1906030033"/>
                    </a:ext>
                  </a:extLst>
                </a:gridCol>
                <a:gridCol w="748711">
                  <a:extLst>
                    <a:ext uri="{9D8B030D-6E8A-4147-A177-3AD203B41FA5}">
                      <a16:colId xmlns:a16="http://schemas.microsoft.com/office/drawing/2014/main" val="1921749235"/>
                    </a:ext>
                  </a:extLst>
                </a:gridCol>
                <a:gridCol w="748711">
                  <a:extLst>
                    <a:ext uri="{9D8B030D-6E8A-4147-A177-3AD203B41FA5}">
                      <a16:colId xmlns:a16="http://schemas.microsoft.com/office/drawing/2014/main" val="1181664544"/>
                    </a:ext>
                  </a:extLst>
                </a:gridCol>
                <a:gridCol w="748711">
                  <a:extLst>
                    <a:ext uri="{9D8B030D-6E8A-4147-A177-3AD203B41FA5}">
                      <a16:colId xmlns:a16="http://schemas.microsoft.com/office/drawing/2014/main" val="1613625320"/>
                    </a:ext>
                  </a:extLst>
                </a:gridCol>
                <a:gridCol w="748711">
                  <a:extLst>
                    <a:ext uri="{9D8B030D-6E8A-4147-A177-3AD203B41FA5}">
                      <a16:colId xmlns:a16="http://schemas.microsoft.com/office/drawing/2014/main" val="3873205817"/>
                    </a:ext>
                  </a:extLst>
                </a:gridCol>
                <a:gridCol w="1564679">
                  <a:extLst>
                    <a:ext uri="{9D8B030D-6E8A-4147-A177-3AD203B41FA5}">
                      <a16:colId xmlns:a16="http://schemas.microsoft.com/office/drawing/2014/main" val="3598344307"/>
                    </a:ext>
                  </a:extLst>
                </a:gridCol>
              </a:tblGrid>
              <a:tr h="40005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MX" sz="105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No.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es-MX" sz="105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Proceso/actividad</a:t>
                      </a:r>
                    </a:p>
                    <a:p>
                      <a:pPr algn="l" fontAlgn="ctr"/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Enlistar por prioridad e impacto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Soluciones TI Abasto</a:t>
                      </a:r>
                      <a:endParaRPr lang="es-MX" sz="105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609645">
                        <a:defRPr/>
                      </a:pPr>
                      <a:r>
                        <a:rPr lang="es-ES" sz="1050" b="1" dirty="0">
                          <a:solidFill>
                            <a:prstClr val="black"/>
                          </a:solidFill>
                          <a:latin typeface="+mn-lt"/>
                        </a:rPr>
                        <a:t>Soluciones TI CEDIS</a:t>
                      </a:r>
                      <a:endParaRPr lang="es-MX" sz="1050" b="1" dirty="0">
                        <a:solidFill>
                          <a:prstClr val="black"/>
                        </a:solidFill>
                        <a:latin typeface="+mn-lt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Soluciones TI Distribución</a:t>
                      </a:r>
                      <a:endParaRPr kumimoji="0" lang="es-MX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609645">
                        <a:defRPr/>
                      </a:pPr>
                      <a:r>
                        <a:rPr lang="es-ES" sz="1050" b="1" dirty="0">
                          <a:solidFill>
                            <a:schemeClr val="tx1"/>
                          </a:solidFill>
                          <a:latin typeface="+mn-lt"/>
                        </a:rPr>
                        <a:t>Soluciones TI Mercaderías</a:t>
                      </a:r>
                      <a:endParaRPr lang="es-MX" sz="105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TDO EDI</a:t>
                      </a:r>
                      <a:endParaRPr lang="es-MX" sz="105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TDO Core </a:t>
                      </a:r>
                      <a:r>
                        <a:rPr lang="es-E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Admvo</a:t>
                      </a:r>
                      <a:endParaRPr lang="es-MX" sz="105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E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Entregable</a:t>
                      </a:r>
                      <a:endParaRPr lang="es-MX" sz="105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2643272"/>
                  </a:ext>
                </a:extLst>
              </a:tr>
              <a:tr h="247650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50" b="0" i="1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Berenice Reyes</a:t>
                      </a:r>
                      <a:endParaRPr lang="es-MX" sz="105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50" b="0" i="1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Arturo Iturbide</a:t>
                      </a:r>
                      <a:endParaRPr lang="es-MX" sz="105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05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Beatriz </a:t>
                      </a:r>
                      <a:r>
                        <a:rPr kumimoji="0" lang="es-ES" sz="105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Herrejón</a:t>
                      </a:r>
                      <a:endParaRPr kumimoji="0" lang="es-MX" sz="105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05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Angel Soto</a:t>
                      </a:r>
                      <a:endParaRPr kumimoji="0" lang="es-MX" sz="105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05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Gabriela </a:t>
                      </a:r>
                      <a:r>
                        <a:rPr kumimoji="0" lang="es-ES" sz="1050" b="0" i="1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Mtz</a:t>
                      </a:r>
                      <a:endParaRPr kumimoji="0" lang="es-MX" sz="105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050" b="0" i="1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Mirssa</a:t>
                      </a:r>
                      <a:r>
                        <a:rPr kumimoji="0" lang="es-ES" sz="105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s-ES" sz="1050" b="0" i="1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Gtz</a:t>
                      </a:r>
                      <a:r>
                        <a:rPr kumimoji="0" lang="es-ES" sz="105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kumimoji="0" lang="es-MX" sz="105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s-MX" sz="1050" b="0" i="1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482003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ctr" fontAlgn="b"/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  <a:p>
                      <a:pPr algn="l" fontAlgn="b"/>
                      <a:endParaRPr lang="es-MX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7237902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ctr" fontAlgn="b"/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  <a:p>
                      <a:pPr algn="l" fontAlgn="b"/>
                      <a:endParaRPr lang="es-MX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5745718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ctr" fontAlgn="b"/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  <a:p>
                      <a:pPr algn="l" fontAlgn="b"/>
                      <a:endParaRPr lang="es-MX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2149225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ctr" fontAlgn="b"/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  <a:p>
                      <a:pPr algn="l" fontAlgn="b"/>
                      <a:endParaRPr lang="es-MX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6192866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ctr" fontAlgn="b"/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  <a:p>
                      <a:pPr algn="l" fontAlgn="b"/>
                      <a:endParaRPr lang="es-MX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3981268"/>
                  </a:ext>
                </a:extLst>
              </a:tr>
            </a:tbl>
          </a:graphicData>
        </a:graphic>
      </p:graphicFrame>
      <p:sp>
        <p:nvSpPr>
          <p:cNvPr id="13" name="CuadroTexto 12">
            <a:extLst>
              <a:ext uri="{FF2B5EF4-FFF2-40B4-BE49-F238E27FC236}">
                <a16:creationId xmlns:a16="http://schemas.microsoft.com/office/drawing/2014/main" id="{93544BCD-5775-6182-A1E1-752EA438DE8C}"/>
              </a:ext>
            </a:extLst>
          </p:cNvPr>
          <p:cNvSpPr txBox="1"/>
          <p:nvPr/>
        </p:nvSpPr>
        <p:spPr>
          <a:xfrm>
            <a:off x="5905499" y="2056284"/>
            <a:ext cx="38957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800" i="1"/>
              <a:t>Identificar (</a:t>
            </a:r>
            <a:r>
              <a:rPr lang="es-ES" sz="800" i="1" err="1"/>
              <a:t>Accountable</a:t>
            </a:r>
            <a:r>
              <a:rPr lang="es-ES" sz="800" i="1"/>
              <a:t>) y áreas impactadas (Responsable, Consultado, Informados, Soporte)</a:t>
            </a:r>
            <a:endParaRPr lang="es-MX" sz="800"/>
          </a:p>
        </p:txBody>
      </p:sp>
    </p:spTree>
    <p:extLst>
      <p:ext uri="{BB962C8B-B14F-4D97-AF65-F5344CB8AC3E}">
        <p14:creationId xmlns:p14="http://schemas.microsoft.com/office/powerpoint/2010/main" val="18949436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B80DD89-91A3-35BF-46F8-436A28D7C493}"/>
              </a:ext>
            </a:extLst>
          </p:cNvPr>
          <p:cNvSpPr txBox="1"/>
          <p:nvPr/>
        </p:nvSpPr>
        <p:spPr>
          <a:xfrm>
            <a:off x="542925" y="1266334"/>
            <a:ext cx="90487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/>
              <a:t>Objetivo: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i="1"/>
              <a:t>Validar</a:t>
            </a:r>
            <a:endParaRPr lang="es-MX" sz="1400" i="1"/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35769B02-838B-10EC-DB8D-8A4ED180C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Premisas Soluciones Cadena de Suministro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9632063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FA7823-5928-7F89-B21B-AE20319DF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Preguntas de reflexión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1DB22CF-2172-110F-3136-96E3098478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 fontAlgn="t">
              <a:buFont typeface="+mj-lt"/>
              <a:buAutoNum type="arabicPeriod"/>
            </a:pPr>
            <a:r>
              <a:rPr lang="es-MX" sz="1800" i="1"/>
              <a:t>¿Tu Descripción de Puesto y el funciograma de tu área reflejan con precisión las </a:t>
            </a:r>
            <a:r>
              <a:rPr lang="es-MX" sz="1800" b="1" i="1"/>
              <a:t>actividades y responsabilidades que realmente realizas en el día a día </a:t>
            </a:r>
            <a:r>
              <a:rPr lang="es-MX" sz="1800" i="1"/>
              <a:t>(TO BE)?</a:t>
            </a:r>
          </a:p>
          <a:p>
            <a:pPr marL="457200" indent="-457200" fontAlgn="t">
              <a:buFont typeface="+mj-lt"/>
              <a:buAutoNum type="arabicPeriod"/>
            </a:pPr>
            <a:endParaRPr lang="es-MX" sz="1800" i="1"/>
          </a:p>
          <a:p>
            <a:pPr marL="457200" indent="-457200" fontAlgn="t">
              <a:buFont typeface="+mj-lt"/>
              <a:buAutoNum type="arabicPeriod"/>
            </a:pPr>
            <a:r>
              <a:rPr lang="es-MX" sz="1800" i="1"/>
              <a:t>¿Tienes alguna </a:t>
            </a:r>
            <a:r>
              <a:rPr lang="es-MX" sz="1800" b="1" i="1"/>
              <a:t>duda específica sobre el funcionamiento </a:t>
            </a:r>
            <a:r>
              <a:rPr lang="es-MX" sz="1800" i="1"/>
              <a:t>de tu área o sobre la estructura de la organización?</a:t>
            </a:r>
          </a:p>
          <a:p>
            <a:pPr marL="457200" indent="-457200" fontAlgn="t">
              <a:buFont typeface="+mj-lt"/>
              <a:buAutoNum type="arabicPeriod"/>
            </a:pPr>
            <a:endParaRPr lang="es-MX" sz="1800" i="1"/>
          </a:p>
          <a:p>
            <a:pPr marL="457200" indent="-457200" fontAlgn="t">
              <a:buFont typeface="+mj-lt"/>
              <a:buAutoNum type="arabicPeriod"/>
            </a:pPr>
            <a:r>
              <a:rPr lang="es-MX" sz="1800" i="1"/>
              <a:t>¿Existe algún </a:t>
            </a:r>
            <a:r>
              <a:rPr lang="es-MX" sz="1800" b="1" i="1"/>
              <a:t>proceso que consideres necesario rediseñar </a:t>
            </a:r>
            <a:r>
              <a:rPr lang="es-MX" sz="1800" i="1"/>
              <a:t>para mejorar las interacciones, la eficiencia o el funcionamiento general de tu área?</a:t>
            </a:r>
          </a:p>
          <a:p>
            <a:pPr marL="0" indent="0" fontAlgn="t">
              <a:buNone/>
            </a:pPr>
            <a:endParaRPr lang="es-MX" sz="1800" i="1"/>
          </a:p>
          <a:p>
            <a:pPr marL="457200" indent="-457200" fontAlgn="t">
              <a:buFont typeface="+mj-lt"/>
              <a:buAutoNum type="arabicPeriod" startAt="4"/>
            </a:pPr>
            <a:r>
              <a:rPr lang="es-MX" sz="1800" i="1"/>
              <a:t>Si recientemente asumiste nuevas responsabilidades, ¿ya </a:t>
            </a:r>
            <a:r>
              <a:rPr lang="es-MX" sz="1800" b="1" i="1"/>
              <a:t>se realizó de manera efectiva la transferencia</a:t>
            </a:r>
            <a:r>
              <a:rPr lang="es-MX" sz="1800" i="1"/>
              <a:t> de actividades dentro de tu equipo?</a:t>
            </a:r>
          </a:p>
          <a:p>
            <a:pPr marL="457200" indent="-457200" fontAlgn="t">
              <a:buFont typeface="+mj-lt"/>
              <a:buAutoNum type="arabicPeriod" startAt="4"/>
            </a:pPr>
            <a:endParaRPr lang="es-MX" sz="1800" i="1"/>
          </a:p>
          <a:p>
            <a:pPr marL="457200" indent="-457200" fontAlgn="t">
              <a:buFont typeface="+mj-lt"/>
              <a:buAutoNum type="arabicPeriod" startAt="4"/>
            </a:pPr>
            <a:r>
              <a:rPr lang="es-MX" sz="1800" i="1"/>
              <a:t>¿Qué rituales, prácticas o espacios de trabajo consideras esenciales para asegurar un funcionamiento adecuado y sostenido en tu área?</a:t>
            </a:r>
          </a:p>
          <a:p>
            <a:pPr marL="457200" indent="-457200" fontAlgn="t">
              <a:buFont typeface="+mj-lt"/>
              <a:buAutoNum type="arabicPeriod" startAt="4"/>
            </a:pPr>
            <a:endParaRPr lang="es-MX" sz="1800" i="1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D93FCBE-2554-B3CE-F23D-2B24D0D03E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7059DBC-E59A-064C-BA88-35FC96E8C5B3}" type="slidenum">
              <a:rPr lang="es-MX" smtClean="0"/>
              <a:pPr>
                <a:defRPr/>
              </a:pPr>
              <a:t>12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659982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8806B172-0982-651C-EEE2-0D24B6E9CAD5}"/>
              </a:ext>
            </a:extLst>
          </p:cNvPr>
          <p:cNvSpPr/>
          <p:nvPr/>
        </p:nvSpPr>
        <p:spPr>
          <a:xfrm>
            <a:off x="472165" y="2575401"/>
            <a:ext cx="11462660" cy="136612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1" name="Título 20">
            <a:extLst>
              <a:ext uri="{FF2B5EF4-FFF2-40B4-BE49-F238E27FC236}">
                <a16:creationId xmlns:a16="http://schemas.microsoft.com/office/drawing/2014/main" id="{B88914EE-B506-F0C6-8357-031C4757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Siguientes pasos</a:t>
            </a:r>
            <a:endParaRPr lang="es-MX"/>
          </a:p>
        </p:txBody>
      </p:sp>
      <p:graphicFrame>
        <p:nvGraphicFramePr>
          <p:cNvPr id="29" name="btfpTable784278">
            <a:extLst>
              <a:ext uri="{FF2B5EF4-FFF2-40B4-BE49-F238E27FC236}">
                <a16:creationId xmlns:a16="http://schemas.microsoft.com/office/drawing/2014/main" id="{A7A66688-F2B3-FE5B-7917-622407268BF7}"/>
              </a:ext>
            </a:extLst>
          </p:cNvPr>
          <p:cNvGraphicFramePr>
            <a:graphicFrameLocks noGrp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509042239"/>
              </p:ext>
            </p:extLst>
          </p:nvPr>
        </p:nvGraphicFramePr>
        <p:xfrm>
          <a:off x="2767155" y="1103442"/>
          <a:ext cx="8847992" cy="4730091"/>
        </p:xfrm>
        <a:graphic>
          <a:graphicData uri="http://schemas.openxmlformats.org/drawingml/2006/table">
            <a:tbl>
              <a:tblPr firstRow="1" firstCol="1">
                <a:tableStyleId>{9D7B26C5-4107-4FEC-AEDC-1716B250A1EF}</a:tableStyleId>
              </a:tblPr>
              <a:tblGrid>
                <a:gridCol w="395373">
                  <a:extLst>
                    <a:ext uri="{9D8B030D-6E8A-4147-A177-3AD203B41FA5}">
                      <a16:colId xmlns:a16="http://schemas.microsoft.com/office/drawing/2014/main" val="3314553648"/>
                    </a:ext>
                  </a:extLst>
                </a:gridCol>
                <a:gridCol w="388860">
                  <a:extLst>
                    <a:ext uri="{9D8B030D-6E8A-4147-A177-3AD203B41FA5}">
                      <a16:colId xmlns:a16="http://schemas.microsoft.com/office/drawing/2014/main" val="71576085"/>
                    </a:ext>
                  </a:extLst>
                </a:gridCol>
                <a:gridCol w="388860">
                  <a:extLst>
                    <a:ext uri="{9D8B030D-6E8A-4147-A177-3AD203B41FA5}">
                      <a16:colId xmlns:a16="http://schemas.microsoft.com/office/drawing/2014/main" val="2575597997"/>
                    </a:ext>
                  </a:extLst>
                </a:gridCol>
                <a:gridCol w="456018">
                  <a:extLst>
                    <a:ext uri="{9D8B030D-6E8A-4147-A177-3AD203B41FA5}">
                      <a16:colId xmlns:a16="http://schemas.microsoft.com/office/drawing/2014/main" val="3663393661"/>
                    </a:ext>
                  </a:extLst>
                </a:gridCol>
                <a:gridCol w="415208">
                  <a:extLst>
                    <a:ext uri="{9D8B030D-6E8A-4147-A177-3AD203B41FA5}">
                      <a16:colId xmlns:a16="http://schemas.microsoft.com/office/drawing/2014/main" val="3432567884"/>
                    </a:ext>
                  </a:extLst>
                </a:gridCol>
                <a:gridCol w="462825">
                  <a:extLst>
                    <a:ext uri="{9D8B030D-6E8A-4147-A177-3AD203B41FA5}">
                      <a16:colId xmlns:a16="http://schemas.microsoft.com/office/drawing/2014/main" val="3237918825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3878108686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1855642880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2404988957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1872372367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2182915151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3583846727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3948502103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3889430077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1119314941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200118665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425602745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1192564800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750770151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1737538312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528252452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2726501097"/>
                    </a:ext>
                  </a:extLst>
                </a:gridCol>
              </a:tblGrid>
              <a:tr h="200342">
                <a:tc gridSpan="3">
                  <a:txBody>
                    <a:bodyPr/>
                    <a:lstStyle/>
                    <a:p>
                      <a:pPr marL="0" indent="0" algn="ctr" defTabSz="711200" rtl="0" eaLnBrk="1" latinLnBrk="0" hangingPunct="1">
                        <a:spcBef>
                          <a:spcPts val="1200"/>
                        </a:spcBef>
                        <a:buFontTx/>
                        <a:buNone/>
                      </a:pPr>
                      <a:r>
                        <a:rPr lang="en-US" sz="800" b="1" kern="1200" err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Noviembre</a:t>
                      </a:r>
                      <a:endParaRPr lang="en-US" sz="800" b="1" kern="1200">
                        <a:solidFill>
                          <a:srgbClr val="333333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 defTabSz="711200" rtl="0" eaLnBrk="1" latinLnBrk="0" hangingPunct="1">
                        <a:spcBef>
                          <a:spcPts val="1200"/>
                        </a:spcBef>
                        <a:buFontTx/>
                        <a:buNone/>
                      </a:pPr>
                      <a:r>
                        <a:rPr lang="en-US" sz="800" b="1" kern="1200">
                          <a:solidFill>
                            <a:srgbClr val="333333"/>
                          </a:solidFill>
                          <a:latin typeface="+mn-lt"/>
                          <a:ea typeface="+mn-ea"/>
                          <a:cs typeface="+mn-cs"/>
                        </a:rPr>
                        <a:t>Noviembre</a:t>
                      </a: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ctr" defTabSz="711200" rtl="0" eaLnBrk="1" latinLnBrk="0" hangingPunct="1">
                        <a:spcBef>
                          <a:spcPts val="1200"/>
                        </a:spcBef>
                        <a:buFontTx/>
                        <a:buNone/>
                      </a:pPr>
                      <a:r>
                        <a:rPr lang="en-US" sz="800" b="1" kern="1200" err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Diciembre</a:t>
                      </a:r>
                      <a:endParaRPr sz="800" b="1" kern="1200">
                        <a:solidFill>
                          <a:srgbClr val="333333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1000" b="1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F3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FFFFFF"/>
                        </a:solidFill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F32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800" b="1" kern="1200" err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Enero</a:t>
                      </a:r>
                      <a:endParaRPr lang="en-US" sz="800" b="1" kern="1200">
                        <a:solidFill>
                          <a:srgbClr val="333333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s-MX" sz="800" b="1" noProof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Febrero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s-ES" sz="800" b="1" noProof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Marzo</a:t>
                      </a: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s-ES" sz="800" b="1" noProof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Abril</a:t>
                      </a: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70477"/>
                  </a:ext>
                </a:extLst>
              </a:tr>
              <a:tr h="209047">
                <a:tc>
                  <a:txBody>
                    <a:bodyPr/>
                    <a:lstStyle/>
                    <a:p>
                      <a:pPr marL="0" indent="0" algn="l" defTabSz="711200" rtl="0" eaLnBrk="1" latinLnBrk="0" hangingPunct="1">
                        <a:spcBef>
                          <a:spcPts val="1200"/>
                        </a:spcBef>
                        <a:buFontTx/>
                        <a:buNone/>
                      </a:pPr>
                      <a:r>
                        <a:rPr lang="en-US" sz="800" b="1" kern="120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10-14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711200" rtl="0" eaLnBrk="1" latinLnBrk="0" hangingPunct="1">
                        <a:spcBef>
                          <a:spcPts val="1200"/>
                        </a:spcBef>
                        <a:buFontTx/>
                        <a:buNone/>
                      </a:pPr>
                      <a:r>
                        <a:rPr lang="en-US" sz="800" b="1" kern="120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17-21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24-28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01-05</a:t>
                      </a:r>
                      <a:endParaRPr lang="en-US" sz="800" b="1" baseline="3000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08-12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 week freeze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05-09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12-16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19-23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26-30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02-06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09-13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16-20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23-27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02-06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09-13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16-20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23-27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30-03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06-10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13-17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20-24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3730660"/>
                  </a:ext>
                </a:extLst>
              </a:tr>
              <a:tr h="937025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>
                          <a:alpha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812956"/>
                  </a:ext>
                </a:extLst>
              </a:tr>
              <a:tr h="1871133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>
                          <a:alpha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1250760"/>
                  </a:ext>
                </a:extLst>
              </a:tr>
              <a:tr h="946150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>
                          <a:alpha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2491739"/>
                  </a:ext>
                </a:extLst>
              </a:tr>
              <a:tr h="518583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>
                          <a:alpha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7338163"/>
                  </a:ext>
                </a:extLst>
              </a:tr>
            </a:tbl>
          </a:graphicData>
        </a:graphic>
      </p:graphicFrame>
      <p:sp>
        <p:nvSpPr>
          <p:cNvPr id="30" name="Rectangle 16">
            <a:extLst>
              <a:ext uri="{FF2B5EF4-FFF2-40B4-BE49-F238E27FC236}">
                <a16:creationId xmlns:a16="http://schemas.microsoft.com/office/drawing/2014/main" id="{C220E77E-C825-D450-355D-D0AD1731DA4B}"/>
              </a:ext>
            </a:extLst>
          </p:cNvPr>
          <p:cNvSpPr/>
          <p:nvPr/>
        </p:nvSpPr>
        <p:spPr bwMode="auto">
          <a:xfrm rot="16200000">
            <a:off x="-158365" y="1846635"/>
            <a:ext cx="904387" cy="384457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7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Higiénicos</a:t>
            </a:r>
          </a:p>
        </p:txBody>
      </p:sp>
      <p:graphicFrame>
        <p:nvGraphicFramePr>
          <p:cNvPr id="31" name="Tabla 30">
            <a:extLst>
              <a:ext uri="{FF2B5EF4-FFF2-40B4-BE49-F238E27FC236}">
                <a16:creationId xmlns:a16="http://schemas.microsoft.com/office/drawing/2014/main" id="{1A0481F2-F570-D7A6-693C-A2B429802D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6340503"/>
              </p:ext>
            </p:extLst>
          </p:nvPr>
        </p:nvGraphicFramePr>
        <p:xfrm>
          <a:off x="486057" y="1586671"/>
          <a:ext cx="2289564" cy="904388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</a:tblPr>
              <a:tblGrid>
                <a:gridCol w="2289564">
                  <a:extLst>
                    <a:ext uri="{9D8B030D-6E8A-4147-A177-3AD203B41FA5}">
                      <a16:colId xmlns:a16="http://schemas.microsoft.com/office/drawing/2014/main" val="3098638791"/>
                    </a:ext>
                  </a:extLst>
                </a:gridCol>
              </a:tblGrid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MX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Documentación áreas, propósitos y responsabilidades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418584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Descripciones de Puesto L1 y L2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1178669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Descripciones de Puesto resto de organización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2347413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Matriz RASCI (Metodología y ejercicio central)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85119"/>
                  </a:ext>
                </a:extLst>
              </a:tr>
            </a:tbl>
          </a:graphicData>
        </a:graphic>
      </p:graphicFrame>
      <p:sp>
        <p:nvSpPr>
          <p:cNvPr id="32" name="btfpNumberBubble424218">
            <a:extLst>
              <a:ext uri="{FF2B5EF4-FFF2-40B4-BE49-F238E27FC236}">
                <a16:creationId xmlns:a16="http://schemas.microsoft.com/office/drawing/2014/main" id="{CFCF4EDA-AA72-2198-4799-1B11A915E54A}"/>
              </a:ext>
            </a:extLst>
          </p:cNvPr>
          <p:cNvSpPr/>
          <p:nvPr/>
        </p:nvSpPr>
        <p:spPr bwMode="auto">
          <a:xfrm>
            <a:off x="-1" y="1461321"/>
            <a:ext cx="250694" cy="250694"/>
          </a:xfrm>
          <a:prstGeom prst="ellipse">
            <a:avLst/>
          </a:prstGeom>
          <a:solidFill>
            <a:srgbClr val="DE0230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1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4E218797-3F2C-7464-BABB-7E9415F49314}"/>
              </a:ext>
            </a:extLst>
          </p:cNvPr>
          <p:cNvSpPr/>
          <p:nvPr/>
        </p:nvSpPr>
        <p:spPr bwMode="auto">
          <a:xfrm>
            <a:off x="2767155" y="1624965"/>
            <a:ext cx="360000" cy="1740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0015C28C-4CAD-90BB-1CB5-3BF73BB4EDC5}"/>
              </a:ext>
            </a:extLst>
          </p:cNvPr>
          <p:cNvSpPr/>
          <p:nvPr/>
        </p:nvSpPr>
        <p:spPr bwMode="auto">
          <a:xfrm>
            <a:off x="3188434" y="1799064"/>
            <a:ext cx="360000" cy="1740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52AA056D-B68A-473D-9491-B5D837E2C565}"/>
              </a:ext>
            </a:extLst>
          </p:cNvPr>
          <p:cNvSpPr/>
          <p:nvPr/>
        </p:nvSpPr>
        <p:spPr bwMode="auto">
          <a:xfrm>
            <a:off x="3548434" y="1998315"/>
            <a:ext cx="8064000" cy="1740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73C6C695-8409-169C-5216-B1ECB50C03AA}"/>
              </a:ext>
            </a:extLst>
          </p:cNvPr>
          <p:cNvSpPr/>
          <p:nvPr/>
        </p:nvSpPr>
        <p:spPr bwMode="auto">
          <a:xfrm>
            <a:off x="3548434" y="2261026"/>
            <a:ext cx="8064000" cy="1740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8" name="Rectangle 16">
            <a:extLst>
              <a:ext uri="{FF2B5EF4-FFF2-40B4-BE49-F238E27FC236}">
                <a16:creationId xmlns:a16="http://schemas.microsoft.com/office/drawing/2014/main" id="{F10FB800-669D-585B-468E-E2433717721A}"/>
              </a:ext>
            </a:extLst>
          </p:cNvPr>
          <p:cNvSpPr/>
          <p:nvPr/>
        </p:nvSpPr>
        <p:spPr bwMode="auto">
          <a:xfrm rot="16200000">
            <a:off x="-620726" y="3271339"/>
            <a:ext cx="1806752" cy="384457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7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Procesos clave por Función</a:t>
            </a:r>
          </a:p>
        </p:txBody>
      </p:sp>
      <p:graphicFrame>
        <p:nvGraphicFramePr>
          <p:cNvPr id="39" name="Tabla 38">
            <a:extLst>
              <a:ext uri="{FF2B5EF4-FFF2-40B4-BE49-F238E27FC236}">
                <a16:creationId xmlns:a16="http://schemas.microsoft.com/office/drawing/2014/main" id="{1B744244-25D7-3CC2-C838-6541CB2256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3304185"/>
              </p:ext>
            </p:extLst>
          </p:nvPr>
        </p:nvGraphicFramePr>
        <p:xfrm>
          <a:off x="474878" y="2560194"/>
          <a:ext cx="2289564" cy="1808776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</a:tblPr>
              <a:tblGrid>
                <a:gridCol w="2289564">
                  <a:extLst>
                    <a:ext uri="{9D8B030D-6E8A-4147-A177-3AD203B41FA5}">
                      <a16:colId xmlns:a16="http://schemas.microsoft.com/office/drawing/2014/main" val="3098638791"/>
                    </a:ext>
                  </a:extLst>
                </a:gridCol>
              </a:tblGrid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MX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Diálogos 1:1 L2 – Racional y alcance FFP 2026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418584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Percepción inicial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1178669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Validación de DP L2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2347413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Revisión de principales contribuciones por c/área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85119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Mapeo de procesos clave e interacciones críticas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8480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Workshop +2 áreas para detallar interacciones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4728803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" sz="700" b="0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3825243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Diálogos L1 y L2 – Estrategia Change Management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3361888"/>
                  </a:ext>
                </a:extLst>
              </a:tr>
            </a:tbl>
          </a:graphicData>
        </a:graphic>
      </p:graphicFrame>
      <p:sp>
        <p:nvSpPr>
          <p:cNvPr id="40" name="btfpNumberBubble424218">
            <a:extLst>
              <a:ext uri="{FF2B5EF4-FFF2-40B4-BE49-F238E27FC236}">
                <a16:creationId xmlns:a16="http://schemas.microsoft.com/office/drawing/2014/main" id="{37DDD8E5-0576-0B7D-33CE-EF59DB68DA87}"/>
              </a:ext>
            </a:extLst>
          </p:cNvPr>
          <p:cNvSpPr/>
          <p:nvPr/>
        </p:nvSpPr>
        <p:spPr bwMode="auto">
          <a:xfrm>
            <a:off x="-11180" y="2434844"/>
            <a:ext cx="250694" cy="250694"/>
          </a:xfrm>
          <a:prstGeom prst="ellipse">
            <a:avLst/>
          </a:prstGeom>
          <a:solidFill>
            <a:srgbClr val="DE0230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s-ES" sz="1400" b="1">
                <a:solidFill>
                  <a:srgbClr val="FFFFFF"/>
                </a:solidFill>
                <a:latin typeface="Open Sans"/>
              </a:rPr>
              <a:t>2</a:t>
            </a:r>
            <a:endParaRPr kumimoji="0" lang="es-MX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9FAC7055-0642-8463-3F4C-341278B275CC}"/>
              </a:ext>
            </a:extLst>
          </p:cNvPr>
          <p:cNvSpPr/>
          <p:nvPr/>
        </p:nvSpPr>
        <p:spPr bwMode="auto">
          <a:xfrm>
            <a:off x="4876719" y="1573967"/>
            <a:ext cx="360000" cy="4245361"/>
          </a:xfrm>
          <a:prstGeom prst="rect">
            <a:avLst/>
          </a:prstGeom>
          <a:solidFill>
            <a:schemeClr val="tx2">
              <a:alpha val="7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62379673-3C3C-2165-48AA-BB99A8D7074A}"/>
              </a:ext>
            </a:extLst>
          </p:cNvPr>
          <p:cNvSpPr/>
          <p:nvPr/>
        </p:nvSpPr>
        <p:spPr bwMode="auto">
          <a:xfrm>
            <a:off x="8095380" y="2619993"/>
            <a:ext cx="1836000" cy="31090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Plataformas </a:t>
            </a:r>
            <a:r>
              <a:rPr kumimoji="0" lang="es-ES" sz="7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core</a:t>
            </a: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(Comercial, </a:t>
            </a:r>
            <a:r>
              <a:rPr kumimoji="0" lang="es-ES" sz="7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CdS</a:t>
            </a: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, Operaciones)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C19B15EC-56B1-6F51-D664-F16108FB8246}"/>
              </a:ext>
            </a:extLst>
          </p:cNvPr>
          <p:cNvSpPr/>
          <p:nvPr/>
        </p:nvSpPr>
        <p:spPr bwMode="auto">
          <a:xfrm>
            <a:off x="8317041" y="2969173"/>
            <a:ext cx="1620000" cy="3096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Plataformas con alta evolución (</a:t>
            </a:r>
            <a:r>
              <a:rPr kumimoji="0" lang="es-ES" sz="7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Commercial</a:t>
            </a: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s-ES" sz="7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Finance</a:t>
            </a:r>
            <a:r>
              <a:rPr lang="es-ES" sz="7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VMO, C&amp;M)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8DA394F3-E0EE-5E88-B957-43C693D67F8A}"/>
              </a:ext>
            </a:extLst>
          </p:cNvPr>
          <p:cNvSpPr/>
          <p:nvPr/>
        </p:nvSpPr>
        <p:spPr bwMode="auto">
          <a:xfrm>
            <a:off x="8610352" y="3312702"/>
            <a:ext cx="1332000" cy="3096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Plataformas de soporte (TI, RH, </a:t>
            </a:r>
            <a:r>
              <a:rPr kumimoji="0" lang="es-ES" sz="7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Exc</a:t>
            </a: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. Operativa)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D2B98EAE-C9A4-115F-4600-75D1B84F61AE}"/>
              </a:ext>
            </a:extLst>
          </p:cNvPr>
          <p:cNvSpPr/>
          <p:nvPr/>
        </p:nvSpPr>
        <p:spPr bwMode="auto">
          <a:xfrm>
            <a:off x="7256434" y="4109357"/>
            <a:ext cx="2700000" cy="1740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222113F4-108D-3411-3D46-3CB972309018}"/>
              </a:ext>
            </a:extLst>
          </p:cNvPr>
          <p:cNvSpPr/>
          <p:nvPr/>
        </p:nvSpPr>
        <p:spPr bwMode="auto">
          <a:xfrm>
            <a:off x="10125262" y="2619993"/>
            <a:ext cx="1441897" cy="100230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s-ES" sz="7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Presentación y comunicación en TOPS Marzo / Abril</a:t>
            </a:r>
          </a:p>
        </p:txBody>
      </p:sp>
      <p:sp>
        <p:nvSpPr>
          <p:cNvPr id="47" name="Rectangle 16">
            <a:extLst>
              <a:ext uri="{FF2B5EF4-FFF2-40B4-BE49-F238E27FC236}">
                <a16:creationId xmlns:a16="http://schemas.microsoft.com/office/drawing/2014/main" id="{1474C2E7-65C1-C3C9-E887-31116B25D287}"/>
              </a:ext>
            </a:extLst>
          </p:cNvPr>
          <p:cNvSpPr/>
          <p:nvPr/>
        </p:nvSpPr>
        <p:spPr bwMode="auto">
          <a:xfrm rot="16200000">
            <a:off x="-169543" y="4686059"/>
            <a:ext cx="904388" cy="384457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7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Modelo de gestión</a:t>
            </a:r>
          </a:p>
        </p:txBody>
      </p:sp>
      <p:graphicFrame>
        <p:nvGraphicFramePr>
          <p:cNvPr id="48" name="Tabla 47">
            <a:extLst>
              <a:ext uri="{FF2B5EF4-FFF2-40B4-BE49-F238E27FC236}">
                <a16:creationId xmlns:a16="http://schemas.microsoft.com/office/drawing/2014/main" id="{2ACCACC7-9608-6392-E9E2-2A4A927BFD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1560192"/>
              </p:ext>
            </p:extLst>
          </p:nvPr>
        </p:nvGraphicFramePr>
        <p:xfrm>
          <a:off x="474878" y="4426096"/>
          <a:ext cx="2289564" cy="904388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</a:tblPr>
              <a:tblGrid>
                <a:gridCol w="2289564">
                  <a:extLst>
                    <a:ext uri="{9D8B030D-6E8A-4147-A177-3AD203B41FA5}">
                      <a16:colId xmlns:a16="http://schemas.microsoft.com/office/drawing/2014/main" val="3098638791"/>
                    </a:ext>
                  </a:extLst>
                </a:gridCol>
              </a:tblGrid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MX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Integración de inputs interacciones a Sistema Gestión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418584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kumimoji="0" lang="es-MX" sz="700" b="0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8504087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Medición de adopción</a:t>
                      </a:r>
                      <a:endParaRPr kumimoji="0" lang="es-MX" sz="700" b="0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1630058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Estrategia de </a:t>
                      </a:r>
                      <a:r>
                        <a:rPr kumimoji="0" lang="es-ES" sz="700" b="0" i="0" u="none" strike="noStrike" kern="1200" cap="none" spc="0" normalizeH="0" baseline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change</a:t>
                      </a: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s-ES" sz="700" b="0" i="0" u="none" strike="noStrike" kern="1200" cap="none" spc="0" normalizeH="0" baseline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management</a:t>
                      </a:r>
                      <a:endParaRPr kumimoji="0" lang="es-MX" sz="700" b="0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937491"/>
                  </a:ext>
                </a:extLst>
              </a:tr>
            </a:tbl>
          </a:graphicData>
        </a:graphic>
      </p:graphicFrame>
      <p:sp>
        <p:nvSpPr>
          <p:cNvPr id="49" name="btfpNumberBubble424218">
            <a:extLst>
              <a:ext uri="{FF2B5EF4-FFF2-40B4-BE49-F238E27FC236}">
                <a16:creationId xmlns:a16="http://schemas.microsoft.com/office/drawing/2014/main" id="{C7998E6F-BF5A-00F3-020B-4FE1CA8A166E}"/>
              </a:ext>
            </a:extLst>
          </p:cNvPr>
          <p:cNvSpPr/>
          <p:nvPr/>
        </p:nvSpPr>
        <p:spPr bwMode="auto">
          <a:xfrm>
            <a:off x="-11180" y="4300746"/>
            <a:ext cx="250694" cy="250694"/>
          </a:xfrm>
          <a:prstGeom prst="ellipse">
            <a:avLst/>
          </a:prstGeom>
          <a:solidFill>
            <a:srgbClr val="DE0230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3</a:t>
            </a:r>
            <a:endParaRPr kumimoji="0" lang="es-MX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8DAF6CCC-420C-BCDA-3CF5-DECE11F2059E}"/>
              </a:ext>
            </a:extLst>
          </p:cNvPr>
          <p:cNvSpPr/>
          <p:nvPr/>
        </p:nvSpPr>
        <p:spPr bwMode="auto">
          <a:xfrm>
            <a:off x="10125261" y="4431028"/>
            <a:ext cx="1444671" cy="1728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Rectangle 16">
            <a:extLst>
              <a:ext uri="{FF2B5EF4-FFF2-40B4-BE49-F238E27FC236}">
                <a16:creationId xmlns:a16="http://schemas.microsoft.com/office/drawing/2014/main" id="{EE0A9FBC-B1F7-B80D-B2F1-D06CA99AC727}"/>
              </a:ext>
            </a:extLst>
          </p:cNvPr>
          <p:cNvSpPr/>
          <p:nvPr/>
        </p:nvSpPr>
        <p:spPr bwMode="auto">
          <a:xfrm rot="16200000">
            <a:off x="56555" y="5401001"/>
            <a:ext cx="452193" cy="384457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7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Estabilización</a:t>
            </a:r>
          </a:p>
        </p:txBody>
      </p:sp>
      <p:graphicFrame>
        <p:nvGraphicFramePr>
          <p:cNvPr id="54" name="Tabla 53">
            <a:extLst>
              <a:ext uri="{FF2B5EF4-FFF2-40B4-BE49-F238E27FC236}">
                <a16:creationId xmlns:a16="http://schemas.microsoft.com/office/drawing/2014/main" id="{0952E168-ABCD-BC36-38A7-9D3C47E714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674607"/>
              </p:ext>
            </p:extLst>
          </p:nvPr>
        </p:nvGraphicFramePr>
        <p:xfrm>
          <a:off x="474878" y="5367135"/>
          <a:ext cx="2289564" cy="452194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</a:tblPr>
              <a:tblGrid>
                <a:gridCol w="2289564">
                  <a:extLst>
                    <a:ext uri="{9D8B030D-6E8A-4147-A177-3AD203B41FA5}">
                      <a16:colId xmlns:a16="http://schemas.microsoft.com/office/drawing/2014/main" val="3098638791"/>
                    </a:ext>
                  </a:extLst>
                </a:gridCol>
              </a:tblGrid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MX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Diseño de metodología diagnóstico del modelo operativo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418584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Diagnóstico </a:t>
                      </a:r>
                      <a:r>
                        <a:rPr kumimoji="0" lang="es-ES" sz="700" b="0" i="0" u="none" strike="noStrike" kern="1200" cap="none" spc="0" normalizeH="0" baseline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org</a:t>
                      </a: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. desempeño modelo operativo</a:t>
                      </a:r>
                      <a:endParaRPr kumimoji="0" lang="es-MX" sz="700" b="0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404608"/>
                  </a:ext>
                </a:extLst>
              </a:tr>
            </a:tbl>
          </a:graphicData>
        </a:graphic>
      </p:graphicFrame>
      <p:sp>
        <p:nvSpPr>
          <p:cNvPr id="55" name="btfpNumberBubble424218">
            <a:extLst>
              <a:ext uri="{FF2B5EF4-FFF2-40B4-BE49-F238E27FC236}">
                <a16:creationId xmlns:a16="http://schemas.microsoft.com/office/drawing/2014/main" id="{CAEE143C-5D91-0286-724C-2C003E8E4F83}"/>
              </a:ext>
            </a:extLst>
          </p:cNvPr>
          <p:cNvSpPr/>
          <p:nvPr/>
        </p:nvSpPr>
        <p:spPr bwMode="auto">
          <a:xfrm>
            <a:off x="-11180" y="5241785"/>
            <a:ext cx="250694" cy="250694"/>
          </a:xfrm>
          <a:prstGeom prst="ellipse">
            <a:avLst/>
          </a:prstGeom>
          <a:solidFill>
            <a:srgbClr val="DE0230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4</a:t>
            </a:r>
            <a:endParaRPr kumimoji="0" lang="es-MX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9976E593-A5E1-E6B6-5F0D-DF3E6E9E9EBB}"/>
              </a:ext>
            </a:extLst>
          </p:cNvPr>
          <p:cNvSpPr/>
          <p:nvPr/>
        </p:nvSpPr>
        <p:spPr bwMode="auto">
          <a:xfrm>
            <a:off x="10167763" y="4878287"/>
            <a:ext cx="1444671" cy="1728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TBC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1D872B1B-7925-CD1D-1279-51D9802FFB00}"/>
              </a:ext>
            </a:extLst>
          </p:cNvPr>
          <p:cNvSpPr/>
          <p:nvPr/>
        </p:nvSpPr>
        <p:spPr bwMode="auto">
          <a:xfrm>
            <a:off x="10167763" y="5066969"/>
            <a:ext cx="1444671" cy="1728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TBC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2139E3C1-20CA-EDB0-8C99-D7757EB7321A}"/>
              </a:ext>
            </a:extLst>
          </p:cNvPr>
          <p:cNvSpPr/>
          <p:nvPr/>
        </p:nvSpPr>
        <p:spPr bwMode="auto">
          <a:xfrm>
            <a:off x="10167763" y="5380045"/>
            <a:ext cx="1444671" cy="1728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TBC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DD2DD852-A129-9A6E-7F8F-2839863C5655}"/>
              </a:ext>
            </a:extLst>
          </p:cNvPr>
          <p:cNvSpPr/>
          <p:nvPr/>
        </p:nvSpPr>
        <p:spPr bwMode="auto">
          <a:xfrm>
            <a:off x="10167763" y="5568727"/>
            <a:ext cx="1444671" cy="1728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TBC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74765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echa: a la derecha 1">
            <a:extLst>
              <a:ext uri="{FF2B5EF4-FFF2-40B4-BE49-F238E27FC236}">
                <a16:creationId xmlns:a16="http://schemas.microsoft.com/office/drawing/2014/main" id="{F44E435D-26F7-B5A4-E2BA-572EE9E5035A}"/>
              </a:ext>
            </a:extLst>
          </p:cNvPr>
          <p:cNvSpPr/>
          <p:nvPr/>
        </p:nvSpPr>
        <p:spPr>
          <a:xfrm>
            <a:off x="828675" y="1811150"/>
            <a:ext cx="10334625" cy="52939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564160B-FBF6-92C7-9F7C-B03B126A6695}"/>
              </a:ext>
            </a:extLst>
          </p:cNvPr>
          <p:cNvSpPr txBox="1"/>
          <p:nvPr/>
        </p:nvSpPr>
        <p:spPr>
          <a:xfrm>
            <a:off x="1349310" y="2669052"/>
            <a:ext cx="21471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s-ES" sz="12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200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A8EA9F45-1562-8A28-D8D4-2ED831954350}"/>
              </a:ext>
            </a:extLst>
          </p:cNvPr>
          <p:cNvSpPr/>
          <p:nvPr/>
        </p:nvSpPr>
        <p:spPr bwMode="auto">
          <a:xfrm>
            <a:off x="1349310" y="1657102"/>
            <a:ext cx="2147110" cy="894316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12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Higiénicos Organizacionales </a:t>
            </a:r>
          </a:p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8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Documentación de Roles</a:t>
            </a:r>
          </a:p>
        </p:txBody>
      </p:sp>
      <p:sp>
        <p:nvSpPr>
          <p:cNvPr id="7" name="Rectangle 15">
            <a:extLst>
              <a:ext uri="{FF2B5EF4-FFF2-40B4-BE49-F238E27FC236}">
                <a16:creationId xmlns:a16="http://schemas.microsoft.com/office/drawing/2014/main" id="{6C725EA1-5797-6DAA-EFEF-33423C0EF704}"/>
              </a:ext>
            </a:extLst>
          </p:cNvPr>
          <p:cNvSpPr/>
          <p:nvPr/>
        </p:nvSpPr>
        <p:spPr bwMode="auto">
          <a:xfrm>
            <a:off x="3758390" y="1657103"/>
            <a:ext cx="2147110" cy="894316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12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Interacciones Críticas</a:t>
            </a:r>
          </a:p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8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Workshops Cross-plataformas</a:t>
            </a:r>
          </a:p>
        </p:txBody>
      </p:sp>
      <p:sp>
        <p:nvSpPr>
          <p:cNvPr id="8" name="Rectangle 18">
            <a:extLst>
              <a:ext uri="{FF2B5EF4-FFF2-40B4-BE49-F238E27FC236}">
                <a16:creationId xmlns:a16="http://schemas.microsoft.com/office/drawing/2014/main" id="{77D25EBA-F93B-583F-4F2C-7BB756BFD5A5}"/>
              </a:ext>
            </a:extLst>
          </p:cNvPr>
          <p:cNvSpPr/>
          <p:nvPr/>
        </p:nvSpPr>
        <p:spPr bwMode="auto">
          <a:xfrm>
            <a:off x="6107080" y="1657102"/>
            <a:ext cx="2147110" cy="894316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12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RASCI por Función de Procesos Clave</a:t>
            </a:r>
          </a:p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8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Workshops Internos x Área</a:t>
            </a:r>
          </a:p>
        </p:txBody>
      </p:sp>
      <p:sp>
        <p:nvSpPr>
          <p:cNvPr id="9" name="Rectangle 17">
            <a:extLst>
              <a:ext uri="{FF2B5EF4-FFF2-40B4-BE49-F238E27FC236}">
                <a16:creationId xmlns:a16="http://schemas.microsoft.com/office/drawing/2014/main" id="{EC5795E6-3870-6D55-43A8-313136A490AE}"/>
              </a:ext>
            </a:extLst>
          </p:cNvPr>
          <p:cNvSpPr/>
          <p:nvPr/>
        </p:nvSpPr>
        <p:spPr bwMode="auto">
          <a:xfrm>
            <a:off x="8455770" y="1657101"/>
            <a:ext cx="2147110" cy="894315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11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Integración al Sistema de Gestión </a:t>
            </a:r>
            <a:r>
              <a:rPr kumimoji="0" lang="es-MX" sz="6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Consolidación y Seguimiento</a:t>
            </a:r>
          </a:p>
        </p:txBody>
      </p:sp>
      <p:sp>
        <p:nvSpPr>
          <p:cNvPr id="10" name="Triángulo isósceles 9">
            <a:extLst>
              <a:ext uri="{FF2B5EF4-FFF2-40B4-BE49-F238E27FC236}">
                <a16:creationId xmlns:a16="http://schemas.microsoft.com/office/drawing/2014/main" id="{4BACFBBC-8CE6-2028-9DB4-64771989F071}"/>
              </a:ext>
            </a:extLst>
          </p:cNvPr>
          <p:cNvSpPr/>
          <p:nvPr/>
        </p:nvSpPr>
        <p:spPr>
          <a:xfrm rot="10800000">
            <a:off x="4498570" y="1328598"/>
            <a:ext cx="666750" cy="20955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1EEF00B-C82E-D0C8-D3A1-9666224DE517}"/>
              </a:ext>
            </a:extLst>
          </p:cNvPr>
          <p:cNvSpPr txBox="1"/>
          <p:nvPr/>
        </p:nvSpPr>
        <p:spPr>
          <a:xfrm>
            <a:off x="3654360" y="2693021"/>
            <a:ext cx="214711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s-ES" sz="12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2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2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20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635555B-5E51-9424-1655-DDF57A7E4A2E}"/>
              </a:ext>
            </a:extLst>
          </p:cNvPr>
          <p:cNvSpPr/>
          <p:nvPr/>
        </p:nvSpPr>
        <p:spPr>
          <a:xfrm>
            <a:off x="1342280" y="2657840"/>
            <a:ext cx="2154140" cy="212365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>
                <a:solidFill>
                  <a:srgbClr val="000000"/>
                </a:solidFill>
                <a:latin typeface="Calibri" panose="020F0502020204030204" pitchFamily="34" charset="0"/>
              </a:rPr>
              <a:t>Entrega de </a:t>
            </a:r>
            <a:r>
              <a:rPr lang="es-ES" sz="1200" err="1">
                <a:solidFill>
                  <a:srgbClr val="000000"/>
                </a:solidFill>
                <a:latin typeface="Calibri" panose="020F0502020204030204" pitchFamily="34" charset="0"/>
              </a:rPr>
              <a:t>DPs</a:t>
            </a:r>
            <a:r>
              <a:rPr lang="es-ES" sz="1200">
                <a:solidFill>
                  <a:srgbClr val="000000"/>
                </a:solidFill>
                <a:latin typeface="Calibri" panose="020F0502020204030204" pitchFamily="34" charset="0"/>
              </a:rPr>
              <a:t> L2 y L3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>
                <a:solidFill>
                  <a:srgbClr val="000000"/>
                </a:solidFill>
                <a:latin typeface="Calibri" panose="020F0502020204030204" pitchFamily="34" charset="0"/>
              </a:rPr>
              <a:t>Arranque mapeo de </a:t>
            </a:r>
            <a:r>
              <a:rPr lang="es-ES" sz="1200" err="1">
                <a:solidFill>
                  <a:srgbClr val="000000"/>
                </a:solidFill>
                <a:latin typeface="Calibri" panose="020F0502020204030204" pitchFamily="34" charset="0"/>
              </a:rPr>
              <a:t>DPs</a:t>
            </a:r>
            <a:r>
              <a:rPr lang="es-ES" sz="1200">
                <a:solidFill>
                  <a:srgbClr val="000000"/>
                </a:solidFill>
                <a:latin typeface="Calibri" panose="020F0502020204030204" pitchFamily="34" charset="0"/>
              </a:rPr>
              <a:t> L4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1D00075-8266-9502-96BF-6EDFA0AE3592}"/>
              </a:ext>
            </a:extLst>
          </p:cNvPr>
          <p:cNvSpPr/>
          <p:nvPr/>
        </p:nvSpPr>
        <p:spPr>
          <a:xfrm>
            <a:off x="3758390" y="2657840"/>
            <a:ext cx="2154140" cy="212365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>
                <a:solidFill>
                  <a:srgbClr val="000000"/>
                </a:solidFill>
                <a:latin typeface="Calibri" panose="020F0502020204030204" pitchFamily="34" charset="0"/>
              </a:rPr>
              <a:t>Mapeo de interacciones </a:t>
            </a:r>
            <a:r>
              <a:rPr lang="es-ES" sz="1200" err="1">
                <a:solidFill>
                  <a:srgbClr val="000000"/>
                </a:solidFill>
                <a:latin typeface="Calibri" panose="020F0502020204030204" pitchFamily="34" charset="0"/>
              </a:rPr>
              <a:t>core</a:t>
            </a:r>
            <a:r>
              <a:rPr lang="es-ES" sz="1200">
                <a:solidFill>
                  <a:srgbClr val="000000"/>
                </a:solidFill>
                <a:latin typeface="Calibri" panose="020F0502020204030204" pitchFamily="34" charset="0"/>
              </a:rPr>
              <a:t> del área.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>
                <a:solidFill>
                  <a:srgbClr val="000000"/>
                </a:solidFill>
                <a:latin typeface="Calibri" panose="020F0502020204030204" pitchFamily="34" charset="0"/>
              </a:rPr>
              <a:t>Validación de conexiones entre otras áreas de la misma plataforma.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2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2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0270D121-15EE-299B-BFBE-0280C20B9D8A}"/>
              </a:ext>
            </a:extLst>
          </p:cNvPr>
          <p:cNvSpPr/>
          <p:nvPr/>
        </p:nvSpPr>
        <p:spPr>
          <a:xfrm>
            <a:off x="6100050" y="2657840"/>
            <a:ext cx="2154140" cy="212365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>
                <a:solidFill>
                  <a:srgbClr val="000000"/>
                </a:solidFill>
                <a:latin typeface="Calibri" panose="020F0502020204030204" pitchFamily="34" charset="0"/>
              </a:rPr>
              <a:t>Matriz RASCI de la plataforma.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>
                <a:solidFill>
                  <a:srgbClr val="000000"/>
                </a:solidFill>
                <a:latin typeface="Calibri" panose="020F0502020204030204" pitchFamily="34" charset="0"/>
              </a:rPr>
              <a:t>Matriz RASCI de Interacciones Clave (a nivel organización – 10)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2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2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F1BDF873-AA52-8CBD-42CC-53680A452757}"/>
              </a:ext>
            </a:extLst>
          </p:cNvPr>
          <p:cNvSpPr/>
          <p:nvPr/>
        </p:nvSpPr>
        <p:spPr>
          <a:xfrm>
            <a:off x="8455770" y="2635819"/>
            <a:ext cx="2154140" cy="212365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>
                <a:solidFill>
                  <a:srgbClr val="000000"/>
                </a:solidFill>
                <a:latin typeface="Calibri" panose="020F0502020204030204" pitchFamily="34" charset="0"/>
              </a:rPr>
              <a:t>TBD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6678633D-E376-437E-2C78-E478E8EB6BE0}"/>
              </a:ext>
            </a:extLst>
          </p:cNvPr>
          <p:cNvSpPr/>
          <p:nvPr/>
        </p:nvSpPr>
        <p:spPr>
          <a:xfrm>
            <a:off x="1342280" y="4914900"/>
            <a:ext cx="4570250" cy="6191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b="1">
                <a:solidFill>
                  <a:schemeClr val="tx1"/>
                </a:solidFill>
              </a:rPr>
              <a:t>Presentación ejecutiva: 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s-MX" sz="1200">
                <a:solidFill>
                  <a:schemeClr val="tx1"/>
                </a:solidFill>
              </a:rPr>
              <a:t>Contribuciones área  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s-MX" sz="1200">
                <a:solidFill>
                  <a:schemeClr val="tx1"/>
                </a:solidFill>
              </a:rPr>
              <a:t>Interacciones macro procesos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B01CA99-0760-1844-9A85-FD5467418E76}"/>
              </a:ext>
            </a:extLst>
          </p:cNvPr>
          <p:cNvSpPr txBox="1"/>
          <p:nvPr/>
        </p:nvSpPr>
        <p:spPr>
          <a:xfrm>
            <a:off x="3088870" y="5978099"/>
            <a:ext cx="17430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 sz="1600" i="1">
                <a:latin typeface="Calibri" panose="020F0502020204030204" pitchFamily="34" charset="0"/>
                <a:cs typeface="Calibri" panose="020F0502020204030204" pitchFamily="34" charset="0"/>
              </a:rPr>
              <a:t>Abril 2026 </a:t>
            </a: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EB528BBD-E4C6-BCDF-B698-45DB93CC6E2F}"/>
              </a:ext>
            </a:extLst>
          </p:cNvPr>
          <p:cNvCxnSpPr/>
          <p:nvPr/>
        </p:nvCxnSpPr>
        <p:spPr>
          <a:xfrm>
            <a:off x="1349309" y="6153150"/>
            <a:ext cx="1548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C6B5FA64-4282-F702-DC34-5F442211C2FD}"/>
              </a:ext>
            </a:extLst>
          </p:cNvPr>
          <p:cNvCxnSpPr/>
          <p:nvPr/>
        </p:nvCxnSpPr>
        <p:spPr>
          <a:xfrm>
            <a:off x="4349684" y="6153330"/>
            <a:ext cx="1548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B3FB086D-EE92-7E57-0CA7-8617D97CB8F5}"/>
              </a:ext>
            </a:extLst>
          </p:cNvPr>
          <p:cNvCxnSpPr>
            <a:cxnSpLocks/>
          </p:cNvCxnSpPr>
          <p:nvPr/>
        </p:nvCxnSpPr>
        <p:spPr>
          <a:xfrm flipV="1">
            <a:off x="5905500" y="6006494"/>
            <a:ext cx="0" cy="30063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791C4BB1-5367-B225-7850-A8FD7DD6FB61}"/>
              </a:ext>
            </a:extLst>
          </p:cNvPr>
          <p:cNvCxnSpPr>
            <a:cxnSpLocks/>
          </p:cNvCxnSpPr>
          <p:nvPr/>
        </p:nvCxnSpPr>
        <p:spPr>
          <a:xfrm flipV="1">
            <a:off x="1342280" y="6006494"/>
            <a:ext cx="0" cy="30063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5FB7BC35-4E2A-91F2-3605-1B0ED2D388CE}"/>
              </a:ext>
            </a:extLst>
          </p:cNvPr>
          <p:cNvCxnSpPr/>
          <p:nvPr/>
        </p:nvCxnSpPr>
        <p:spPr>
          <a:xfrm>
            <a:off x="6080585" y="6137851"/>
            <a:ext cx="1548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61A9846C-5667-E39A-97E3-AC46CD609FD5}"/>
              </a:ext>
            </a:extLst>
          </p:cNvPr>
          <p:cNvCxnSpPr/>
          <p:nvPr/>
        </p:nvCxnSpPr>
        <p:spPr>
          <a:xfrm>
            <a:off x="9080960" y="6138031"/>
            <a:ext cx="1548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99C86EE6-02EC-59DA-C4F9-6EFD0CC37E27}"/>
              </a:ext>
            </a:extLst>
          </p:cNvPr>
          <p:cNvCxnSpPr>
            <a:cxnSpLocks/>
          </p:cNvCxnSpPr>
          <p:nvPr/>
        </p:nvCxnSpPr>
        <p:spPr>
          <a:xfrm flipV="1">
            <a:off x="10636776" y="5991195"/>
            <a:ext cx="0" cy="30063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8D06DCE7-1196-2316-CBE6-CCD249C94929}"/>
              </a:ext>
            </a:extLst>
          </p:cNvPr>
          <p:cNvCxnSpPr>
            <a:cxnSpLocks/>
          </p:cNvCxnSpPr>
          <p:nvPr/>
        </p:nvCxnSpPr>
        <p:spPr>
          <a:xfrm flipV="1">
            <a:off x="6073556" y="5991195"/>
            <a:ext cx="0" cy="30063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CuadroTexto 26">
            <a:extLst>
              <a:ext uri="{FF2B5EF4-FFF2-40B4-BE49-F238E27FC236}">
                <a16:creationId xmlns:a16="http://schemas.microsoft.com/office/drawing/2014/main" id="{46FEC77E-6C21-A511-45CD-DB9CC767F119}"/>
              </a:ext>
            </a:extLst>
          </p:cNvPr>
          <p:cNvSpPr txBox="1"/>
          <p:nvPr/>
        </p:nvSpPr>
        <p:spPr>
          <a:xfrm>
            <a:off x="7925073" y="5953275"/>
            <a:ext cx="17430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 sz="1600" i="1">
                <a:latin typeface="Calibri" panose="020F0502020204030204" pitchFamily="34" charset="0"/>
                <a:cs typeface="Calibri" panose="020F0502020204030204" pitchFamily="34" charset="0"/>
              </a:rPr>
              <a:t>2Q 2026 </a:t>
            </a:r>
          </a:p>
        </p:txBody>
      </p:sp>
      <p:sp>
        <p:nvSpPr>
          <p:cNvPr id="28" name="Triángulo isósceles 27">
            <a:extLst>
              <a:ext uri="{FF2B5EF4-FFF2-40B4-BE49-F238E27FC236}">
                <a16:creationId xmlns:a16="http://schemas.microsoft.com/office/drawing/2014/main" id="{3776F238-B465-5D0A-819A-A246EA742CA4}"/>
              </a:ext>
            </a:extLst>
          </p:cNvPr>
          <p:cNvSpPr/>
          <p:nvPr/>
        </p:nvSpPr>
        <p:spPr>
          <a:xfrm rot="10800000">
            <a:off x="2116554" y="1360844"/>
            <a:ext cx="666750" cy="20955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1" name="Título 20">
            <a:extLst>
              <a:ext uri="{FF2B5EF4-FFF2-40B4-BE49-F238E27FC236}">
                <a16:creationId xmlns:a16="http://schemas.microsoft.com/office/drawing/2014/main" id="{B88914EE-B506-F0C6-8357-031C4757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Siguientes pasos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205410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F8192-D968-32AE-A537-40ABE9518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35CE3262-B546-3A76-FE89-9211233C3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2400" b="0" i="1"/>
              <a:t>Gracias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D08F26C-A573-6591-62BD-A45EB58DF6FC}"/>
              </a:ext>
            </a:extLst>
          </p:cNvPr>
          <p:cNvSpPr txBox="1"/>
          <p:nvPr/>
        </p:nvSpPr>
        <p:spPr>
          <a:xfrm>
            <a:off x="10553700" y="6324600"/>
            <a:ext cx="1800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Febrero 2026</a:t>
            </a:r>
          </a:p>
        </p:txBody>
      </p:sp>
    </p:spTree>
    <p:extLst>
      <p:ext uri="{BB962C8B-B14F-4D97-AF65-F5344CB8AC3E}">
        <p14:creationId xmlns:p14="http://schemas.microsoft.com/office/powerpoint/2010/main" val="342975650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1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1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2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8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9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4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4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4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INBULLETSACTIVATED" val="Fals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76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1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16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17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18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19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2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2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2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23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473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77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78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79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8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8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8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83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27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28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29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4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5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6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7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3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4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5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6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7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8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9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7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7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72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73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74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43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44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45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46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48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3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37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38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39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4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4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42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43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44"/>
  <p:tag name="BTFPLAYOUTENABLED" val="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52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53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54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55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56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aster">
  <a:themeElements>
    <a:clrScheme name="Personalizados 379">
      <a:dk1>
        <a:srgbClr val="000000"/>
      </a:dk1>
      <a:lt1>
        <a:srgbClr val="FFFFFF"/>
      </a:lt1>
      <a:dk2>
        <a:srgbClr val="DCDADF"/>
      </a:dk2>
      <a:lt2>
        <a:srgbClr val="FFFFFF"/>
      </a:lt2>
      <a:accent1>
        <a:srgbClr val="E22726"/>
      </a:accent1>
      <a:accent2>
        <a:srgbClr val="FEAB00"/>
      </a:accent2>
      <a:accent3>
        <a:srgbClr val="6A6277"/>
      </a:accent3>
      <a:accent4>
        <a:srgbClr val="F48753"/>
      </a:accent4>
      <a:accent5>
        <a:srgbClr val="FF575D"/>
      </a:accent5>
      <a:accent6>
        <a:srgbClr val="A61D1C"/>
      </a:accent6>
      <a:hlink>
        <a:srgbClr val="000000"/>
      </a:hlink>
      <a:folHlink>
        <a:srgbClr val="6A6277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dirty="0" err="1" smtClean="0">
            <a:latin typeface="Calibri" panose="020F0502020204030204" pitchFamily="34" charset="0"/>
            <a:cs typeface="Calibri" panose="020F050202020403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aster_oxxo14" id="{217A3DFA-4DD1-D34D-B4D0-386635B2318C}" vid="{FF1A948F-1564-B94D-8638-18859BF45C60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2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3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4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5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3DD5B74ED9C3D4095461D6E79182C3A" ma:contentTypeVersion="3" ma:contentTypeDescription="Crear nuevo documento." ma:contentTypeScope="" ma:versionID="0ac0bcc232f6a816b2e13b7b82680b11">
  <xsd:schema xmlns:xsd="http://www.w3.org/2001/XMLSchema" xmlns:xs="http://www.w3.org/2001/XMLSchema" xmlns:p="http://schemas.microsoft.com/office/2006/metadata/properties" xmlns:ns2="7ff1139c-9d19-4981-a26c-d6e7dc37fc8a" targetNamespace="http://schemas.microsoft.com/office/2006/metadata/properties" ma:root="true" ma:fieldsID="a929db68a28941f83294eee66c6701c3" ns2:_="">
    <xsd:import namespace="7ff1139c-9d19-4981-a26c-d6e7dc37fc8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f1139c-9d19-4981-a26c-d6e7dc37fc8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132C117-599E-4172-BC94-78FAE328A3F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771CB96-E401-4C53-AF04-8539CC36B40B}">
  <ds:schemaRefs>
    <ds:schemaRef ds:uri="7ff1139c-9d19-4981-a26c-d6e7dc37fc8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DA3827B1-3712-4D8C-A6C0-A6B9F847DDF3}">
  <ds:schemaRefs>
    <ds:schemaRef ds:uri="http://schemas.microsoft.com/office/infopath/2007/PartnerControls"/>
    <ds:schemaRef ds:uri="7ff1139c-9d19-4981-a26c-d6e7dc37fc8a"/>
    <ds:schemaRef ds:uri="http://schemas.microsoft.com/office/2006/documentManagement/types"/>
    <ds:schemaRef ds:uri="http://purl.org/dc/terms/"/>
    <ds:schemaRef ds:uri="http://www.w3.org/XML/1998/namespace"/>
    <ds:schemaRef ds:uri="http://purl.org/dc/dcmitype/"/>
    <ds:schemaRef ds:uri="http://purl.org/dc/elements/1.1/"/>
    <ds:schemaRef ds:uri="http://schemas.microsoft.com/office/2006/metadata/properties"/>
    <ds:schemaRef ds:uri="http://schemas.openxmlformats.org/package/2006/metadata/core-properties"/>
  </ds:schemaRefs>
</ds:datastoreItem>
</file>

<file path=docMetadata/LabelInfo.xml><?xml version="1.0" encoding="utf-8"?>
<clbl:labelList xmlns:clbl="http://schemas.microsoft.com/office/2020/mipLabelMetadata">
  <clbl:label id="{08c64559-49c6-47cf-865f-da0233616f0f}" enabled="1" method="Standard" siteId="{66f9ab85-de1a-40d4-b7bb-21565ad57cce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2160</Words>
  <Application>Microsoft Office PowerPoint</Application>
  <PresentationFormat>Panorámica</PresentationFormat>
  <Paragraphs>336</Paragraphs>
  <Slides>15</Slides>
  <Notes>7</Notes>
  <HiddenSlides>1</HiddenSlides>
  <MMClips>0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15</vt:i4>
      </vt:variant>
    </vt:vector>
  </HeadingPairs>
  <TitlesOfParts>
    <vt:vector size="27" baseType="lpstr">
      <vt:lpstr>MS PGothic</vt:lpstr>
      <vt:lpstr>Aptos</vt:lpstr>
      <vt:lpstr>Aptos Display</vt:lpstr>
      <vt:lpstr>Aptos Narrow</vt:lpstr>
      <vt:lpstr>Arial</vt:lpstr>
      <vt:lpstr>Calibri</vt:lpstr>
      <vt:lpstr>Calibri Light</vt:lpstr>
      <vt:lpstr>Lucida Grande</vt:lpstr>
      <vt:lpstr>Open Sans</vt:lpstr>
      <vt:lpstr>Wingdings</vt:lpstr>
      <vt:lpstr>Tema de Office</vt:lpstr>
      <vt:lpstr>Master</vt:lpstr>
      <vt:lpstr>Fit for Purpose 2026 Tecnología de Información | Soluciones Cadena de Suministro Etapa de Detalle de actividades e interacciones</vt:lpstr>
      <vt:lpstr>Agenda</vt:lpstr>
      <vt:lpstr>Hemos completado el diseño de nuestra organización, un primer paso crítico en la redefinición de nuestra dirección estratégica</vt:lpstr>
      <vt:lpstr>Proceso Diseño FFP</vt:lpstr>
      <vt:lpstr>Alcance 2026</vt:lpstr>
      <vt:lpstr>Percepción inicial</vt:lpstr>
      <vt:lpstr>Descripción de Puesto | Soluciones Cadena de Suministro</vt:lpstr>
      <vt:lpstr>Descripción de Puesto | Soluciones Cadena de Suministro</vt:lpstr>
      <vt:lpstr>Presentación de PowerPoint</vt:lpstr>
      <vt:lpstr>Interacciones entre áreas y procesos clave Soluciones Cadena de Suministro</vt:lpstr>
      <vt:lpstr>Premisas Soluciones Cadena de Suministro</vt:lpstr>
      <vt:lpstr>Preguntas de reflexión</vt:lpstr>
      <vt:lpstr>Siguientes pasos</vt:lpstr>
      <vt:lpstr>Siguientes pasos</vt:lpstr>
      <vt:lpstr>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Fit for Purpose 2026 Plataforma XXX Etapa de Detalle de actividades e interacciones</dc:title>
  <dc:creator>Rodriguez Barcenas Beatriz Adriana</dc:creator>
  <cp:lastModifiedBy>Perez Garza Anahi</cp:lastModifiedBy>
  <cp:revision>1</cp:revision>
  <dcterms:created xsi:type="dcterms:W3CDTF">2026-02-23T22:40:37Z</dcterms:created>
  <dcterms:modified xsi:type="dcterms:W3CDTF">2026-03-05T21:11:46Z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Tema de Office:8\Master:3</vt:lpwstr>
  </property>
  <property fmtid="{D5CDD505-2E9C-101B-9397-08002B2CF9AE}" pid="3" name="ClassificationContentMarkingFooterText">
    <vt:lpwstr>OXXO | Uso Interno</vt:lpwstr>
  </property>
  <property fmtid="{D5CDD505-2E9C-101B-9397-08002B2CF9AE}" pid="4" name="ContentTypeId">
    <vt:lpwstr>0x010100A3DD5B74ED9C3D4095461D6E79182C3A</vt:lpwstr>
  </property>
</Properties>
</file>