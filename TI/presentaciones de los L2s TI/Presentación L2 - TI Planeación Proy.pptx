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tags/tag7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1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55" r:id="rId12"/>
    <p:sldId id="2147482956" r:id="rId13"/>
    <p:sldId id="2147483647" r:id="rId14"/>
    <p:sldId id="256" r:id="rId15"/>
    <p:sldId id="257" r:id="rId16"/>
    <p:sldId id="2147482949" r:id="rId17"/>
    <p:sldId id="2147482946" r:id="rId18"/>
    <p:sldId id="2147482953" r:id="rId19"/>
    <p:sldId id="2147482951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55"/>
            <p14:sldId id="2147482956"/>
          </p14:sldIdLst>
        </p14:section>
        <p14:section name="Principales contribuciones del área" id="{ECBA4FCF-4ABC-4772-872D-193AE93BB28B}">
          <p14:sldIdLst>
            <p14:sldId id="2147483647"/>
          </p14:sldIdLst>
        </p14:section>
        <p14:section name="Interacciones entre áreas y procesos clave" id="{F0FBDAA2-C305-4C2B-AC49-21A67C461C91}">
          <p14:sldIdLst>
            <p14:sldId id="256"/>
            <p14:sldId id="257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46"/>
            <p14:sldId id="2147482953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8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915CE-B3AE-475F-B5D0-DD9252A19687}" v="187" dt="2026-03-02T22:31:49.076"/>
    <p1510:client id="{4398061A-F805-4084-8309-612C0B42DD84}" v="3" dt="2026-03-02T23:49:59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236" autoAdjust="0"/>
  </p:normalViewPr>
  <p:slideViewPr>
    <p:cSldViewPr snapToGrid="0">
      <p:cViewPr varScale="1">
        <p:scale>
          <a:sx n="51" d="100"/>
          <a:sy n="51" d="100"/>
        </p:scale>
        <p:origin x="1164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38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ez Garza Anahi" userId="3d96f3a1-74f1-4bed-b6de-0d6a02700cc5" providerId="ADAL" clId="{4398061A-F805-4084-8309-612C0B42DD84}"/>
    <pc:docChg chg="undo redo custSel modSld">
      <pc:chgData name="Perez Garza Anahi" userId="3d96f3a1-74f1-4bed-b6de-0d6a02700cc5" providerId="ADAL" clId="{4398061A-F805-4084-8309-612C0B42DD84}" dt="2026-03-03T16:49:37.446" v="1899" actId="20577"/>
      <pc:docMkLst>
        <pc:docMk/>
      </pc:docMkLst>
      <pc:sldChg chg="modSp mod">
        <pc:chgData name="Perez Garza Anahi" userId="3d96f3a1-74f1-4bed-b6de-0d6a02700cc5" providerId="ADAL" clId="{4398061A-F805-4084-8309-612C0B42DD84}" dt="2026-03-02T23:50:42.794" v="327" actId="1076"/>
        <pc:sldMkLst>
          <pc:docMk/>
          <pc:sldMk cId="1894943609" sldId="256"/>
        </pc:sldMkLst>
        <pc:spChg chg="mod">
          <ac:chgData name="Perez Garza Anahi" userId="3d96f3a1-74f1-4bed-b6de-0d6a02700cc5" providerId="ADAL" clId="{4398061A-F805-4084-8309-612C0B42DD84}" dt="2026-03-02T22:37:02.325" v="32"/>
          <ac:spMkLst>
            <pc:docMk/>
            <pc:sldMk cId="1894943609" sldId="256"/>
            <ac:spMk id="8" creationId="{35769B02-838B-10EC-DB8D-8A4ED180CC34}"/>
          </ac:spMkLst>
        </pc:spChg>
        <pc:spChg chg="mod">
          <ac:chgData name="Perez Garza Anahi" userId="3d96f3a1-74f1-4bed-b6de-0d6a02700cc5" providerId="ADAL" clId="{4398061A-F805-4084-8309-612C0B42DD84}" dt="2026-03-02T23:50:42.794" v="327" actId="1076"/>
          <ac:spMkLst>
            <pc:docMk/>
            <pc:sldMk cId="1894943609" sldId="256"/>
            <ac:spMk id="13" creationId="{93544BCD-5775-6182-A1E1-752EA438DE8C}"/>
          </ac:spMkLst>
        </pc:spChg>
        <pc:graphicFrameChg chg="mod modGraphic">
          <ac:chgData name="Perez Garza Anahi" userId="3d96f3a1-74f1-4bed-b6de-0d6a02700cc5" providerId="ADAL" clId="{4398061A-F805-4084-8309-612C0B42DD84}" dt="2026-03-02T23:50:39.140" v="326" actId="14734"/>
          <ac:graphicFrameMkLst>
            <pc:docMk/>
            <pc:sldMk cId="1894943609" sldId="256"/>
            <ac:graphicFrameMk id="4" creationId="{9977EE78-43D1-CBA5-F066-3FC5CF994962}"/>
          </ac:graphicFrameMkLst>
        </pc:graphicFrameChg>
      </pc:sldChg>
      <pc:sldChg chg="modSp mod">
        <pc:chgData name="Perez Garza Anahi" userId="3d96f3a1-74f1-4bed-b6de-0d6a02700cc5" providerId="ADAL" clId="{4398061A-F805-4084-8309-612C0B42DD84}" dt="2026-03-02T23:51:07.016" v="347" actId="20577"/>
        <pc:sldMkLst>
          <pc:docMk/>
          <pc:sldMk cId="3963206310" sldId="257"/>
        </pc:sldMkLst>
        <pc:spChg chg="mod">
          <ac:chgData name="Perez Garza Anahi" userId="3d96f3a1-74f1-4bed-b6de-0d6a02700cc5" providerId="ADAL" clId="{4398061A-F805-4084-8309-612C0B42DD84}" dt="2026-03-02T23:51:07.016" v="347" actId="20577"/>
          <ac:spMkLst>
            <pc:docMk/>
            <pc:sldMk cId="3963206310" sldId="257"/>
            <ac:spMk id="8" creationId="{35769B02-838B-10EC-DB8D-8A4ED180CC34}"/>
          </ac:spMkLst>
        </pc:spChg>
      </pc:sldChg>
      <pc:sldChg chg="modSp mod">
        <pc:chgData name="Perez Garza Anahi" userId="3d96f3a1-74f1-4bed-b6de-0d6a02700cc5" providerId="ADAL" clId="{4398061A-F805-4084-8309-612C0B42DD84}" dt="2026-03-02T22:36:24.835" v="20" actId="20577"/>
        <pc:sldMkLst>
          <pc:docMk/>
          <pc:sldMk cId="3748555724" sldId="2147482941"/>
        </pc:sldMkLst>
        <pc:spChg chg="mod">
          <ac:chgData name="Perez Garza Anahi" userId="3d96f3a1-74f1-4bed-b6de-0d6a02700cc5" providerId="ADAL" clId="{4398061A-F805-4084-8309-612C0B42DD84}" dt="2026-03-02T22:36:24.835" v="20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modSp mod modNotesTx">
        <pc:chgData name="Perez Garza Anahi" userId="3d96f3a1-74f1-4bed-b6de-0d6a02700cc5" providerId="ADAL" clId="{4398061A-F805-4084-8309-612C0B42DD84}" dt="2026-03-03T16:49:37.446" v="1899" actId="20577"/>
        <pc:sldMkLst>
          <pc:docMk/>
          <pc:sldMk cId="946345740" sldId="2147482944"/>
        </pc:sldMkLst>
        <pc:spChg chg="mod">
          <ac:chgData name="Perez Garza Anahi" userId="3d96f3a1-74f1-4bed-b6de-0d6a02700cc5" providerId="ADAL" clId="{4398061A-F805-4084-8309-612C0B42DD84}" dt="2026-03-03T16:24:32.471" v="427" actId="207"/>
          <ac:spMkLst>
            <pc:docMk/>
            <pc:sldMk cId="946345740" sldId="2147482944"/>
            <ac:spMk id="15" creationId="{31B8A6E4-AF49-5BBB-2D6D-34655455BB58}"/>
          </ac:spMkLst>
        </pc:spChg>
        <pc:spChg chg="mod">
          <ac:chgData name="Perez Garza Anahi" userId="3d96f3a1-74f1-4bed-b6de-0d6a02700cc5" providerId="ADAL" clId="{4398061A-F805-4084-8309-612C0B42DD84}" dt="2026-03-03T16:45:52.827" v="1676" actId="207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4398061A-F805-4084-8309-612C0B42DD84}" dt="2026-03-03T16:46:11.767" v="1677" actId="207"/>
          <ac:spMkLst>
            <pc:docMk/>
            <pc:sldMk cId="946345740" sldId="2147482944"/>
            <ac:spMk id="35" creationId="{46D49AC2-BD04-6DBE-818D-697878E1DF70}"/>
          </ac:spMkLst>
        </pc:spChg>
        <pc:spChg chg="mod">
          <ac:chgData name="Perez Garza Anahi" userId="3d96f3a1-74f1-4bed-b6de-0d6a02700cc5" providerId="ADAL" clId="{4398061A-F805-4084-8309-612C0B42DD84}" dt="2026-03-03T16:49:09.783" v="1898" actId="207"/>
          <ac:spMkLst>
            <pc:docMk/>
            <pc:sldMk cId="946345740" sldId="2147482944"/>
            <ac:spMk id="41" creationId="{F2DFFA15-F145-F25C-0AEC-D3991E68F61F}"/>
          </ac:spMkLst>
        </pc:spChg>
      </pc:sldChg>
      <pc:sldChg chg="addSp delSp modSp mod">
        <pc:chgData name="Perez Garza Anahi" userId="3d96f3a1-74f1-4bed-b6de-0d6a02700cc5" providerId="ADAL" clId="{4398061A-F805-4084-8309-612C0B42DD84}" dt="2026-03-02T23:41:57.681" v="218" actId="478"/>
        <pc:sldMkLst>
          <pc:docMk/>
          <pc:sldMk cId="376322309" sldId="2147482955"/>
        </pc:sldMkLst>
        <pc:spChg chg="mod">
          <ac:chgData name="Perez Garza Anahi" userId="3d96f3a1-74f1-4bed-b6de-0d6a02700cc5" providerId="ADAL" clId="{4398061A-F805-4084-8309-612C0B42DD84}" dt="2026-03-02T22:36:43.153" v="22" actId="404"/>
          <ac:spMkLst>
            <pc:docMk/>
            <pc:sldMk cId="376322309" sldId="2147482955"/>
            <ac:spMk id="4" creationId="{AED201DD-66CC-23E3-BDD9-16094502AFFB}"/>
          </ac:spMkLst>
        </pc:spChg>
        <pc:spChg chg="mod">
          <ac:chgData name="Perez Garza Anahi" userId="3d96f3a1-74f1-4bed-b6de-0d6a02700cc5" providerId="ADAL" clId="{4398061A-F805-4084-8309-612C0B42DD84}" dt="2026-03-02T23:41:56.053" v="217" actId="20577"/>
          <ac:spMkLst>
            <pc:docMk/>
            <pc:sldMk cId="376322309" sldId="2147482955"/>
            <ac:spMk id="17" creationId="{F1D06FE5-7F07-2D04-69DE-261CC6B68038}"/>
          </ac:spMkLst>
        </pc:spChg>
        <pc:picChg chg="add del mod">
          <ac:chgData name="Perez Garza Anahi" userId="3d96f3a1-74f1-4bed-b6de-0d6a02700cc5" providerId="ADAL" clId="{4398061A-F805-4084-8309-612C0B42DD84}" dt="2026-03-02T23:41:57.681" v="218" actId="478"/>
          <ac:picMkLst>
            <pc:docMk/>
            <pc:sldMk cId="376322309" sldId="2147482955"/>
            <ac:picMk id="5" creationId="{B6471DA8-D7E1-C8D6-C3F6-1A61DBC7F8E7}"/>
          </ac:picMkLst>
        </pc:picChg>
      </pc:sldChg>
      <pc:sldChg chg="modSp mod">
        <pc:chgData name="Perez Garza Anahi" userId="3d96f3a1-74f1-4bed-b6de-0d6a02700cc5" providerId="ADAL" clId="{4398061A-F805-4084-8309-612C0B42DD84}" dt="2026-03-02T22:38:16.610" v="44"/>
        <pc:sldMkLst>
          <pc:docMk/>
          <pc:sldMk cId="296960731" sldId="2147482956"/>
        </pc:sldMkLst>
        <pc:spChg chg="mod">
          <ac:chgData name="Perez Garza Anahi" userId="3d96f3a1-74f1-4bed-b6de-0d6a02700cc5" providerId="ADAL" clId="{4398061A-F805-4084-8309-612C0B42DD84}" dt="2026-03-02T22:36:47.507" v="25"/>
          <ac:spMkLst>
            <pc:docMk/>
            <pc:sldMk cId="296960731" sldId="2147482956"/>
            <ac:spMk id="4" creationId="{AED201DD-66CC-23E3-BDD9-16094502AFFB}"/>
          </ac:spMkLst>
        </pc:spChg>
        <pc:spChg chg="mod">
          <ac:chgData name="Perez Garza Anahi" userId="3d96f3a1-74f1-4bed-b6de-0d6a02700cc5" providerId="ADAL" clId="{4398061A-F805-4084-8309-612C0B42DD84}" dt="2026-03-02T22:38:16.610" v="44"/>
          <ac:spMkLst>
            <pc:docMk/>
            <pc:sldMk cId="296960731" sldId="2147482956"/>
            <ac:spMk id="17" creationId="{F1D06FE5-7F07-2D04-69DE-261CC6B68038}"/>
          </ac:spMkLst>
        </pc:spChg>
      </pc:sldChg>
      <pc:sldChg chg="addSp delSp modSp mod">
        <pc:chgData name="Perez Garza Anahi" userId="3d96f3a1-74f1-4bed-b6de-0d6a02700cc5" providerId="ADAL" clId="{4398061A-F805-4084-8309-612C0B42DD84}" dt="2026-03-02T23:44:52.796" v="246" actId="1076"/>
        <pc:sldMkLst>
          <pc:docMk/>
          <pc:sldMk cId="2282670243" sldId="2147483647"/>
        </pc:sldMkLst>
        <pc:spChg chg="mod">
          <ac:chgData name="Perez Garza Anahi" userId="3d96f3a1-74f1-4bed-b6de-0d6a02700cc5" providerId="ADAL" clId="{4398061A-F805-4084-8309-612C0B42DD84}" dt="2026-03-02T23:44:52.796" v="246" actId="1076"/>
          <ac:spMkLst>
            <pc:docMk/>
            <pc:sldMk cId="2282670243" sldId="2147483647"/>
            <ac:spMk id="2" creationId="{D6D73888-BA12-B225-80DF-0F6B50D9285F}"/>
          </ac:spMkLst>
        </pc:spChg>
        <pc:spChg chg="del mod">
          <ac:chgData name="Perez Garza Anahi" userId="3d96f3a1-74f1-4bed-b6de-0d6a02700cc5" providerId="ADAL" clId="{4398061A-F805-4084-8309-612C0B42DD84}" dt="2026-03-02T22:39:16.023" v="45" actId="478"/>
          <ac:spMkLst>
            <pc:docMk/>
            <pc:sldMk cId="2282670243" sldId="2147483647"/>
            <ac:spMk id="5" creationId="{06041113-A853-9FC9-9061-A57ACDA1DE73}"/>
          </ac:spMkLst>
        </pc:spChg>
        <pc:spChg chg="del mod">
          <ac:chgData name="Perez Garza Anahi" userId="3d96f3a1-74f1-4bed-b6de-0d6a02700cc5" providerId="ADAL" clId="{4398061A-F805-4084-8309-612C0B42DD84}" dt="2026-03-02T22:37:16.839" v="35" actId="478"/>
          <ac:spMkLst>
            <pc:docMk/>
            <pc:sldMk cId="2282670243" sldId="2147483647"/>
            <ac:spMk id="7" creationId="{7D31B5FE-6526-0E6A-DDB1-CD3DA6CED5FA}"/>
          </ac:spMkLst>
        </pc:spChg>
        <pc:spChg chg="del">
          <ac:chgData name="Perez Garza Anahi" userId="3d96f3a1-74f1-4bed-b6de-0d6a02700cc5" providerId="ADAL" clId="{4398061A-F805-4084-8309-612C0B42DD84}" dt="2026-03-02T22:39:16.023" v="45" actId="478"/>
          <ac:spMkLst>
            <pc:docMk/>
            <pc:sldMk cId="2282670243" sldId="2147483647"/>
            <ac:spMk id="9" creationId="{884C2854-8B21-B670-4ED5-25AE8B54BDED}"/>
          </ac:spMkLst>
        </pc:spChg>
        <pc:spChg chg="del">
          <ac:chgData name="Perez Garza Anahi" userId="3d96f3a1-74f1-4bed-b6de-0d6a02700cc5" providerId="ADAL" clId="{4398061A-F805-4084-8309-612C0B42DD84}" dt="2026-03-02T22:39:16.023" v="45" actId="478"/>
          <ac:spMkLst>
            <pc:docMk/>
            <pc:sldMk cId="2282670243" sldId="2147483647"/>
            <ac:spMk id="10" creationId="{17F8C99B-827A-E58D-3B4B-BCC630AA7182}"/>
          </ac:spMkLst>
        </pc:spChg>
        <pc:spChg chg="del">
          <ac:chgData name="Perez Garza Anahi" userId="3d96f3a1-74f1-4bed-b6de-0d6a02700cc5" providerId="ADAL" clId="{4398061A-F805-4084-8309-612C0B42DD84}" dt="2026-03-02T22:39:16.023" v="45" actId="478"/>
          <ac:spMkLst>
            <pc:docMk/>
            <pc:sldMk cId="2282670243" sldId="2147483647"/>
            <ac:spMk id="11" creationId="{1A36BA13-F85A-3701-2159-3CDBBECAE552}"/>
          </ac:spMkLst>
        </pc:spChg>
        <pc:spChg chg="del">
          <ac:chgData name="Perez Garza Anahi" userId="3d96f3a1-74f1-4bed-b6de-0d6a02700cc5" providerId="ADAL" clId="{4398061A-F805-4084-8309-612C0B42DD84}" dt="2026-03-02T22:39:16.023" v="45" actId="478"/>
          <ac:spMkLst>
            <pc:docMk/>
            <pc:sldMk cId="2282670243" sldId="2147483647"/>
            <ac:spMk id="13" creationId="{661593B4-802F-346C-2EF8-5271C426B0C7}"/>
          </ac:spMkLst>
        </pc:spChg>
        <pc:spChg chg="del">
          <ac:chgData name="Perez Garza Anahi" userId="3d96f3a1-74f1-4bed-b6de-0d6a02700cc5" providerId="ADAL" clId="{4398061A-F805-4084-8309-612C0B42DD84}" dt="2026-03-02T22:39:16.023" v="45" actId="478"/>
          <ac:spMkLst>
            <pc:docMk/>
            <pc:sldMk cId="2282670243" sldId="2147483647"/>
            <ac:spMk id="15" creationId="{A38E76B7-E1E1-1B78-7AB9-915DBD1EE68D}"/>
          </ac:spMkLst>
        </pc:spChg>
        <pc:spChg chg="add mod">
          <ac:chgData name="Perez Garza Anahi" userId="3d96f3a1-74f1-4bed-b6de-0d6a02700cc5" providerId="ADAL" clId="{4398061A-F805-4084-8309-612C0B42DD84}" dt="2026-03-02T23:44:52.796" v="246" actId="1076"/>
          <ac:spMkLst>
            <pc:docMk/>
            <pc:sldMk cId="2282670243" sldId="2147483647"/>
            <ac:spMk id="24" creationId="{1CFD611D-792C-9DF0-786E-57DC095BD7DC}"/>
          </ac:spMkLst>
        </pc:spChg>
        <pc:spChg chg="del">
          <ac:chgData name="Perez Garza Anahi" userId="3d96f3a1-74f1-4bed-b6de-0d6a02700cc5" providerId="ADAL" clId="{4398061A-F805-4084-8309-612C0B42DD84}" dt="2026-03-02T22:39:41.193" v="55" actId="478"/>
          <ac:spMkLst>
            <pc:docMk/>
            <pc:sldMk cId="2282670243" sldId="2147483647"/>
            <ac:spMk id="25" creationId="{37DFF966-E99E-3A99-C228-498A6A9A6C31}"/>
          </ac:spMkLst>
        </pc:spChg>
        <pc:spChg chg="mod">
          <ac:chgData name="Perez Garza Anahi" userId="3d96f3a1-74f1-4bed-b6de-0d6a02700cc5" providerId="ADAL" clId="{4398061A-F805-4084-8309-612C0B42DD84}" dt="2026-03-02T23:44:52.796" v="246" actId="1076"/>
          <ac:spMkLst>
            <pc:docMk/>
            <pc:sldMk cId="2282670243" sldId="2147483647"/>
            <ac:spMk id="26" creationId="{B1857424-5815-9A63-24BF-16FC36953B9D}"/>
          </ac:spMkLst>
        </pc:spChg>
        <pc:spChg chg="add del mod">
          <ac:chgData name="Perez Garza Anahi" userId="3d96f3a1-74f1-4bed-b6de-0d6a02700cc5" providerId="ADAL" clId="{4398061A-F805-4084-8309-612C0B42DD84}" dt="2026-03-02T22:39:22.533" v="48" actId="478"/>
          <ac:spMkLst>
            <pc:docMk/>
            <pc:sldMk cId="2282670243" sldId="2147483647"/>
            <ac:spMk id="27" creationId="{854F66DF-F7CB-4366-B4FC-D8C05C51A837}"/>
          </ac:spMkLst>
        </pc:spChg>
        <pc:spChg chg="add mod">
          <ac:chgData name="Perez Garza Anahi" userId="3d96f3a1-74f1-4bed-b6de-0d6a02700cc5" providerId="ADAL" clId="{4398061A-F805-4084-8309-612C0B42DD84}" dt="2026-03-02T23:44:52.796" v="246" actId="1076"/>
          <ac:spMkLst>
            <pc:docMk/>
            <pc:sldMk cId="2282670243" sldId="2147483647"/>
            <ac:spMk id="28" creationId="{3F8A0A7F-87FC-63EF-0568-54E52ECEC10B}"/>
          </ac:spMkLst>
        </pc:spChg>
        <pc:spChg chg="add mod">
          <ac:chgData name="Perez Garza Anahi" userId="3d96f3a1-74f1-4bed-b6de-0d6a02700cc5" providerId="ADAL" clId="{4398061A-F805-4084-8309-612C0B42DD84}" dt="2026-03-02T23:44:52.796" v="246" actId="1076"/>
          <ac:spMkLst>
            <pc:docMk/>
            <pc:sldMk cId="2282670243" sldId="2147483647"/>
            <ac:spMk id="30" creationId="{F1669FD1-4098-FD82-B46A-0E03BDE6FDB0}"/>
          </ac:spMkLst>
        </pc:spChg>
        <pc:spChg chg="add mod">
          <ac:chgData name="Perez Garza Anahi" userId="3d96f3a1-74f1-4bed-b6de-0d6a02700cc5" providerId="ADAL" clId="{4398061A-F805-4084-8309-612C0B42DD84}" dt="2026-03-02T23:44:52.796" v="246" actId="1076"/>
          <ac:spMkLst>
            <pc:docMk/>
            <pc:sldMk cId="2282670243" sldId="2147483647"/>
            <ac:spMk id="31" creationId="{54DBA25E-0416-2FB0-DD44-7BA03E0D0A07}"/>
          </ac:spMkLst>
        </pc:spChg>
        <pc:spChg chg="mod">
          <ac:chgData name="Perez Garza Anahi" userId="3d96f3a1-74f1-4bed-b6de-0d6a02700cc5" providerId="ADAL" clId="{4398061A-F805-4084-8309-612C0B42DD84}" dt="2026-03-02T23:44:52.796" v="246" actId="1076"/>
          <ac:spMkLst>
            <pc:docMk/>
            <pc:sldMk cId="2282670243" sldId="2147483647"/>
            <ac:spMk id="55" creationId="{C58B1E33-997B-D4A2-7C11-ED3E58DB5534}"/>
          </ac:spMkLst>
        </pc:spChg>
        <pc:spChg chg="del">
          <ac:chgData name="Perez Garza Anahi" userId="3d96f3a1-74f1-4bed-b6de-0d6a02700cc5" providerId="ADAL" clId="{4398061A-F805-4084-8309-612C0B42DD84}" dt="2026-03-02T22:39:41.193" v="55" actId="478"/>
          <ac:spMkLst>
            <pc:docMk/>
            <pc:sldMk cId="2282670243" sldId="2147483647"/>
            <ac:spMk id="59" creationId="{F53AB2C2-D4BF-ADBB-C1E1-5FAF5E1A581F}"/>
          </ac:spMkLst>
        </pc:spChg>
        <pc:spChg chg="mod">
          <ac:chgData name="Perez Garza Anahi" userId="3d96f3a1-74f1-4bed-b6de-0d6a02700cc5" providerId="ADAL" clId="{4398061A-F805-4084-8309-612C0B42DD84}" dt="2026-03-02T22:36:53.017" v="28"/>
          <ac:spMkLst>
            <pc:docMk/>
            <pc:sldMk cId="2282670243" sldId="2147483647"/>
            <ac:spMk id="206" creationId="{167A64BB-1818-37AB-F05C-5AC75C78ED19}"/>
          </ac:spMkLst>
        </pc:spChg>
        <pc:picChg chg="del">
          <ac:chgData name="Perez Garza Anahi" userId="3d96f3a1-74f1-4bed-b6de-0d6a02700cc5" providerId="ADAL" clId="{4398061A-F805-4084-8309-612C0B42DD84}" dt="2026-03-02T22:40:18.785" v="60" actId="478"/>
          <ac:picMkLst>
            <pc:docMk/>
            <pc:sldMk cId="2282670243" sldId="2147483647"/>
            <ac:picMk id="6" creationId="{14065D18-FCF0-B19D-2F54-4277A99E981A}"/>
          </ac:picMkLst>
        </pc:picChg>
        <pc:cxnChg chg="del mod">
          <ac:chgData name="Perez Garza Anahi" userId="3d96f3a1-74f1-4bed-b6de-0d6a02700cc5" providerId="ADAL" clId="{4398061A-F805-4084-8309-612C0B42DD84}" dt="2026-03-02T22:37:18.376" v="36" actId="478"/>
          <ac:cxnSpMkLst>
            <pc:docMk/>
            <pc:sldMk cId="2282670243" sldId="2147483647"/>
            <ac:cxnSpMk id="8" creationId="{2673B2C3-82C0-C2D9-1D11-B59B61AC8ADA}"/>
          </ac:cxnSpMkLst>
        </pc:cxnChg>
        <pc:cxnChg chg="del mod">
          <ac:chgData name="Perez Garza Anahi" userId="3d96f3a1-74f1-4bed-b6de-0d6a02700cc5" providerId="ADAL" clId="{4398061A-F805-4084-8309-612C0B42DD84}" dt="2026-03-02T22:39:16.023" v="45" actId="478"/>
          <ac:cxnSpMkLst>
            <pc:docMk/>
            <pc:sldMk cId="2282670243" sldId="2147483647"/>
            <ac:cxnSpMk id="16" creationId="{E5BAFC40-F59E-3E92-5EFD-06A53DABA599}"/>
          </ac:cxnSpMkLst>
        </pc:cxnChg>
        <pc:cxnChg chg="del mod">
          <ac:chgData name="Perez Garza Anahi" userId="3d96f3a1-74f1-4bed-b6de-0d6a02700cc5" providerId="ADAL" clId="{4398061A-F805-4084-8309-612C0B42DD84}" dt="2026-03-02T22:39:16.023" v="45" actId="478"/>
          <ac:cxnSpMkLst>
            <pc:docMk/>
            <pc:sldMk cId="2282670243" sldId="2147483647"/>
            <ac:cxnSpMk id="17" creationId="{5EA4428D-0D25-7EE2-2CF0-C992434E838A}"/>
          </ac:cxnSpMkLst>
        </pc:cxnChg>
        <pc:cxnChg chg="del mod">
          <ac:chgData name="Perez Garza Anahi" userId="3d96f3a1-74f1-4bed-b6de-0d6a02700cc5" providerId="ADAL" clId="{4398061A-F805-4084-8309-612C0B42DD84}" dt="2026-03-02T22:39:16.023" v="45" actId="478"/>
          <ac:cxnSpMkLst>
            <pc:docMk/>
            <pc:sldMk cId="2282670243" sldId="2147483647"/>
            <ac:cxnSpMk id="18" creationId="{BE0DC494-37E3-45E1-DB43-ECDE4C91CC82}"/>
          </ac:cxnSpMkLst>
        </pc:cxnChg>
        <pc:cxnChg chg="del mod">
          <ac:chgData name="Perez Garza Anahi" userId="3d96f3a1-74f1-4bed-b6de-0d6a02700cc5" providerId="ADAL" clId="{4398061A-F805-4084-8309-612C0B42DD84}" dt="2026-03-02T22:39:16.023" v="45" actId="478"/>
          <ac:cxnSpMkLst>
            <pc:docMk/>
            <pc:sldMk cId="2282670243" sldId="2147483647"/>
            <ac:cxnSpMk id="19" creationId="{7361C06A-E1C4-0E56-5A5A-CF312ABEF589}"/>
          </ac:cxnSpMkLst>
        </pc:cxnChg>
        <pc:cxnChg chg="del mod">
          <ac:chgData name="Perez Garza Anahi" userId="3d96f3a1-74f1-4bed-b6de-0d6a02700cc5" providerId="ADAL" clId="{4398061A-F805-4084-8309-612C0B42DD84}" dt="2026-03-02T22:39:16.023" v="45" actId="478"/>
          <ac:cxnSpMkLst>
            <pc:docMk/>
            <pc:sldMk cId="2282670243" sldId="2147483647"/>
            <ac:cxnSpMk id="20" creationId="{3E1ED492-53D6-48DE-D60E-0759B033DE48}"/>
          </ac:cxnSpMkLst>
        </pc:cxnChg>
        <pc:cxnChg chg="add del mod">
          <ac:chgData name="Perez Garza Anahi" userId="3d96f3a1-74f1-4bed-b6de-0d6a02700cc5" providerId="ADAL" clId="{4398061A-F805-4084-8309-612C0B42DD84}" dt="2026-03-02T22:39:23.196" v="49" actId="478"/>
          <ac:cxnSpMkLst>
            <pc:docMk/>
            <pc:sldMk cId="2282670243" sldId="2147483647"/>
            <ac:cxnSpMk id="29" creationId="{75941489-8064-71D6-D233-81CD721199BC}"/>
          </ac:cxnSpMkLst>
        </pc:cxnChg>
        <pc:cxnChg chg="add mod">
          <ac:chgData name="Perez Garza Anahi" userId="3d96f3a1-74f1-4bed-b6de-0d6a02700cc5" providerId="ADAL" clId="{4398061A-F805-4084-8309-612C0B42DD84}" dt="2026-03-02T23:44:52.796" v="246" actId="1076"/>
          <ac:cxnSpMkLst>
            <pc:docMk/>
            <pc:sldMk cId="2282670243" sldId="2147483647"/>
            <ac:cxnSpMk id="32" creationId="{406A3709-F84F-B20A-3D5F-0F4E5AD76E8C}"/>
          </ac:cxnSpMkLst>
        </pc:cxnChg>
        <pc:cxnChg chg="add mod">
          <ac:chgData name="Perez Garza Anahi" userId="3d96f3a1-74f1-4bed-b6de-0d6a02700cc5" providerId="ADAL" clId="{4398061A-F805-4084-8309-612C0B42DD84}" dt="2026-03-02T23:44:52.796" v="246" actId="1076"/>
          <ac:cxnSpMkLst>
            <pc:docMk/>
            <pc:sldMk cId="2282670243" sldId="2147483647"/>
            <ac:cxnSpMk id="33" creationId="{81285BD0-EA9F-C7EC-C1C5-D0BAE358E36E}"/>
          </ac:cxnSpMkLst>
        </pc:cxnChg>
        <pc:cxnChg chg="add mod">
          <ac:chgData name="Perez Garza Anahi" userId="3d96f3a1-74f1-4bed-b6de-0d6a02700cc5" providerId="ADAL" clId="{4398061A-F805-4084-8309-612C0B42DD84}" dt="2026-03-02T23:44:52.796" v="246" actId="1076"/>
          <ac:cxnSpMkLst>
            <pc:docMk/>
            <pc:sldMk cId="2282670243" sldId="2147483647"/>
            <ac:cxnSpMk id="34" creationId="{4B794CC6-583C-B37E-AB14-E471F4B49ED9}"/>
          </ac:cxnSpMkLst>
        </pc:cxnChg>
      </pc:sldChg>
    </pc:docChg>
  </pc:docChgLst>
  <pc:docChgLst>
    <pc:chgData name="Perez Garza Anahi" userId="3d96f3a1-74f1-4bed-b6de-0d6a02700cc5" providerId="ADAL" clId="{E3ED390E-BA51-45D5-A31E-A69BD06099BB}"/>
    <pc:docChg chg="undo custSel addSld delSld modSld modSection">
      <pc:chgData name="Perez Garza Anahi" userId="3d96f3a1-74f1-4bed-b6de-0d6a02700cc5" providerId="ADAL" clId="{E3ED390E-BA51-45D5-A31E-A69BD06099BB}" dt="2026-02-24T20:57:55.948" v="268" actId="113"/>
      <pc:docMkLst>
        <pc:docMk/>
      </pc:docMkLst>
      <pc:sldChg chg="delSp modSp mod">
        <pc:chgData name="Perez Garza Anahi" userId="3d96f3a1-74f1-4bed-b6de-0d6a02700cc5" providerId="ADAL" clId="{E3ED390E-BA51-45D5-A31E-A69BD06099BB}" dt="2026-02-24T18:20:13.437" v="183" actId="1076"/>
        <pc:sldMkLst>
          <pc:docMk/>
          <pc:sldMk cId="946345740" sldId="2147482944"/>
        </pc:sldMkLst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7" creationId="{9D12D446-A1FE-2D55-8ED8-9BF6AB433C6D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9" creationId="{01FD7DEA-CCB0-3F0F-FCE1-E42492D493A9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0" creationId="{A1ABDE23-FC17-AD90-BC9E-AF97FB35EE52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21" creationId="{7401378D-D1E9-5ABF-82D0-A09EADCF9921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2" creationId="{8D4C2E17-7EE8-7AEE-3BC4-7954423416B6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3" creationId="{E195C6FE-0878-BD6F-4278-3D68E6995819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4" creationId="{DA76184A-3627-12F3-AEE9-0E4AEB0FDEFE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5" creationId="{FB1E6A43-E234-0F28-0C55-54B7DD1CC80F}"/>
          </ac:spMkLst>
        </pc:spChg>
        <pc:spChg chg="del">
          <ac:chgData name="Perez Garza Anahi" userId="3d96f3a1-74f1-4bed-b6de-0d6a02700cc5" providerId="ADAL" clId="{E3ED390E-BA51-45D5-A31E-A69BD06099BB}" dt="2026-02-24T18:20:05.361" v="182" actId="478"/>
          <ac:spMkLst>
            <pc:docMk/>
            <pc:sldMk cId="946345740" sldId="2147482944"/>
            <ac:spMk id="26" creationId="{47C3E97C-D33B-9B32-142A-8681DE8DDAEF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27" creationId="{CB426A0A-057F-CD5D-5ECB-DE46EE96DBDE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28" creationId="{F56E75B3-107F-CB1B-7F16-52AB46B217A0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29" creationId="{00A9E07E-BC25-19F0-7E29-6EA050AE4FD2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0" creationId="{0F3CD23E-008B-96BB-6553-057E3D828213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2" creationId="{C58A2AF4-113F-A799-EFE4-1A902C2B0763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3" creationId="{F2DA68DD-9EF6-F60A-7687-BB917FC39F87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4" creationId="{53142616-0094-6DC4-48F1-FA37A2A17640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5" creationId="{46D49AC2-BD04-6DBE-818D-697878E1DF70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6" creationId="{10011520-7618-A3C8-798B-5836617AD8CC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7" creationId="{F94D6656-5C4D-D893-4041-37DA27F2EA55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8" creationId="{A9162D19-B604-E685-83B3-82B7DEDE0227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39" creationId="{2184184E-6F5C-5679-F5E2-F9BE720EDCF6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40" creationId="{2C91F9A0-9AF9-626F-9293-CE0E105B592B}"/>
          </ac:spMkLst>
        </pc:spChg>
        <pc:spChg chg="mod">
          <ac:chgData name="Perez Garza Anahi" userId="3d96f3a1-74f1-4bed-b6de-0d6a02700cc5" providerId="ADAL" clId="{E3ED390E-BA51-45D5-A31E-A69BD06099BB}" dt="2026-02-24T18:20:13.437" v="183" actId="1076"/>
          <ac:spMkLst>
            <pc:docMk/>
            <pc:sldMk cId="946345740" sldId="2147482944"/>
            <ac:spMk id="41" creationId="{F2DFFA15-F145-F25C-0AEC-D3991E68F61F}"/>
          </ac:spMkLst>
        </pc:spChg>
      </pc:sldChg>
      <pc:sldChg chg="modSp mod">
        <pc:chgData name="Perez Garza Anahi" userId="3d96f3a1-74f1-4bed-b6de-0d6a02700cc5" providerId="ADAL" clId="{E3ED390E-BA51-45D5-A31E-A69BD06099BB}" dt="2026-02-24T18:19:29.606" v="181" actId="20577"/>
        <pc:sldMkLst>
          <pc:docMk/>
          <pc:sldMk cId="2944001035" sldId="2147482945"/>
        </pc:sldMkLst>
        <pc:spChg chg="mod">
          <ac:chgData name="Perez Garza Anahi" userId="3d96f3a1-74f1-4bed-b6de-0d6a02700cc5" providerId="ADAL" clId="{E3ED390E-BA51-45D5-A31E-A69BD06099BB}" dt="2026-02-24T16:31:43.869" v="122" actId="13926"/>
          <ac:spMkLst>
            <pc:docMk/>
            <pc:sldMk cId="2944001035" sldId="2147482945"/>
            <ac:spMk id="8" creationId="{35769B02-838B-10EC-DB8D-8A4ED180CC34}"/>
          </ac:spMkLst>
        </pc:spChg>
        <pc:spChg chg="mod">
          <ac:chgData name="Perez Garza Anahi" userId="3d96f3a1-74f1-4bed-b6de-0d6a02700cc5" providerId="ADAL" clId="{E3ED390E-BA51-45D5-A31E-A69BD06099BB}" dt="2026-02-24T18:19:29.606" v="181" actId="20577"/>
          <ac:spMkLst>
            <pc:docMk/>
            <pc:sldMk cId="2944001035" sldId="2147482945"/>
            <ac:spMk id="11" creationId="{5EFEE4DD-31C5-7022-5306-BF095519AA19}"/>
          </ac:spMkLst>
        </pc:spChg>
      </pc:sldChg>
      <pc:sldChg chg="addSp modSp mod">
        <pc:chgData name="Perez Garza Anahi" userId="3d96f3a1-74f1-4bed-b6de-0d6a02700cc5" providerId="ADAL" clId="{E3ED390E-BA51-45D5-A31E-A69BD06099BB}" dt="2026-02-24T20:56:33.037" v="267" actId="2085"/>
        <pc:sldMkLst>
          <pc:docMk/>
          <pc:sldMk cId="4047476588" sldId="2147482946"/>
        </pc:sldMkLst>
        <pc:spChg chg="add mod ord">
          <ac:chgData name="Perez Garza Anahi" userId="3d96f3a1-74f1-4bed-b6de-0d6a02700cc5" providerId="ADAL" clId="{E3ED390E-BA51-45D5-A31E-A69BD06099BB}" dt="2026-02-24T20:56:33.037" v="267" actId="2085"/>
          <ac:spMkLst>
            <pc:docMk/>
            <pc:sldMk cId="4047476588" sldId="2147482946"/>
            <ac:spMk id="2" creationId="{8806B172-0982-651C-EEE2-0D24B6E9CAD5}"/>
          </ac:spMkLst>
        </pc:spChg>
      </pc:sldChg>
      <pc:sldChg chg="mod modShow">
        <pc:chgData name="Perez Garza Anahi" userId="3d96f3a1-74f1-4bed-b6de-0d6a02700cc5" providerId="ADAL" clId="{E3ED390E-BA51-45D5-A31E-A69BD06099BB}" dt="2026-02-24T16:30:58.575" v="84" actId="729"/>
        <pc:sldMkLst>
          <pc:docMk/>
          <pc:sldMk cId="679105534" sldId="2147482948"/>
        </pc:sldMkLst>
      </pc:sldChg>
      <pc:sldChg chg="modSp mod">
        <pc:chgData name="Perez Garza Anahi" userId="3d96f3a1-74f1-4bed-b6de-0d6a02700cc5" providerId="ADAL" clId="{E3ED390E-BA51-45D5-A31E-A69BD06099BB}" dt="2026-02-24T20:57:55.948" v="268" actId="113"/>
        <pc:sldMkLst>
          <pc:docMk/>
          <pc:sldMk cId="965998277" sldId="2147482949"/>
        </pc:sldMkLst>
        <pc:spChg chg="mod">
          <ac:chgData name="Perez Garza Anahi" userId="3d96f3a1-74f1-4bed-b6de-0d6a02700cc5" providerId="ADAL" clId="{E3ED390E-BA51-45D5-A31E-A69BD06099BB}" dt="2026-02-24T20:57:55.948" v="268" actId="113"/>
          <ac:spMkLst>
            <pc:docMk/>
            <pc:sldMk cId="965998277" sldId="2147482949"/>
            <ac:spMk id="3" creationId="{01DB22CF-2172-110F-3136-96E309847836}"/>
          </ac:spMkLst>
        </pc:spChg>
      </pc:sldChg>
      <pc:sldChg chg="modSp mod">
        <pc:chgData name="Perez Garza Anahi" userId="3d96f3a1-74f1-4bed-b6de-0d6a02700cc5" providerId="ADAL" clId="{E3ED390E-BA51-45D5-A31E-A69BD06099BB}" dt="2026-02-24T20:11:12.715" v="229" actId="1076"/>
        <pc:sldMkLst>
          <pc:docMk/>
          <pc:sldMk cId="4059062230" sldId="2147482950"/>
        </pc:sldMkLst>
        <pc:spChg chg="mod">
          <ac:chgData name="Perez Garza Anahi" userId="3d96f3a1-74f1-4bed-b6de-0d6a02700cc5" providerId="ADAL" clId="{E3ED390E-BA51-45D5-A31E-A69BD06099BB}" dt="2026-02-24T20:11:12.715" v="229" actId="1076"/>
          <ac:spMkLst>
            <pc:docMk/>
            <pc:sldMk cId="4059062230" sldId="2147482950"/>
            <ac:spMk id="3" creationId="{6537DE6F-1964-E3F7-C046-CE9D29BB7EDE}"/>
          </ac:spMkLst>
        </pc:spChg>
      </pc:sldChg>
      <pc:sldChg chg="modSp mod">
        <pc:chgData name="Perez Garza Anahi" userId="3d96f3a1-74f1-4bed-b6de-0d6a02700cc5" providerId="ADAL" clId="{E3ED390E-BA51-45D5-A31E-A69BD06099BB}" dt="2026-02-24T20:48:49.841" v="256" actId="1076"/>
        <pc:sldMkLst>
          <pc:docMk/>
          <pc:sldMk cId="3920541010" sldId="2147482953"/>
        </pc:sldMkLst>
        <pc:spChg chg="mod">
          <ac:chgData name="Perez Garza Anahi" userId="3d96f3a1-74f1-4bed-b6de-0d6a02700cc5" providerId="ADAL" clId="{E3ED390E-BA51-45D5-A31E-A69BD06099BB}" dt="2026-02-24T20:48:06.970" v="237" actId="20577"/>
          <ac:spMkLst>
            <pc:docMk/>
            <pc:sldMk cId="3920541010" sldId="2147482953"/>
            <ac:spMk id="14" creationId="{F1BDF873-AA52-8CBD-42CC-53680A452757}"/>
          </ac:spMkLst>
        </pc:spChg>
        <pc:spChg chg="mod">
          <ac:chgData name="Perez Garza Anahi" userId="3d96f3a1-74f1-4bed-b6de-0d6a02700cc5" providerId="ADAL" clId="{E3ED390E-BA51-45D5-A31E-A69BD06099BB}" dt="2026-02-24T20:48:49.841" v="256" actId="1076"/>
          <ac:spMkLst>
            <pc:docMk/>
            <pc:sldMk cId="3920541010" sldId="2147482953"/>
            <ac:spMk id="27" creationId="{46FEC77E-6C21-A511-45CD-DB9CC767F119}"/>
          </ac:spMkLst>
        </pc:spChg>
      </pc:sldChg>
      <pc:sldChg chg="delSp add del mod setBg">
        <pc:chgData name="Perez Garza Anahi" userId="3d96f3a1-74f1-4bed-b6de-0d6a02700cc5" providerId="ADAL" clId="{E3ED390E-BA51-45D5-A31E-A69BD06099BB}" dt="2026-02-24T16:30:55.903" v="83" actId="47"/>
        <pc:sldMkLst>
          <pc:docMk/>
          <pc:sldMk cId="3926370432" sldId="2147482954"/>
        </pc:sldMkLst>
        <pc:spChg chg="del">
          <ac:chgData name="Perez Garza Anahi" userId="3d96f3a1-74f1-4bed-b6de-0d6a02700cc5" providerId="ADAL" clId="{E3ED390E-BA51-45D5-A31E-A69BD06099BB}" dt="2026-02-24T16:29:26.254" v="3" actId="478"/>
          <ac:spMkLst>
            <pc:docMk/>
            <pc:sldMk cId="3926370432" sldId="2147482954"/>
            <ac:spMk id="4" creationId="{B0941E57-8524-442D-AA1E-71E27E8D8793}"/>
          </ac:spMkLst>
        </pc:spChg>
      </pc:sldChg>
      <pc:sldChg chg="delSp modSp add mod setBg">
        <pc:chgData name="Perez Garza Anahi" userId="3d96f3a1-74f1-4bed-b6de-0d6a02700cc5" providerId="ADAL" clId="{E3ED390E-BA51-45D5-A31E-A69BD06099BB}" dt="2026-02-24T16:31:10.430" v="105" actId="20577"/>
        <pc:sldMkLst>
          <pc:docMk/>
          <pc:sldMk cId="376322309" sldId="2147482955"/>
        </pc:sldMkLst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" creationId="{5C7FE4F8-1D50-3B4B-8AAC-2417CBBCFEA9}"/>
          </ac:spMkLst>
        </pc:spChg>
        <pc:spChg chg="mod">
          <ac:chgData name="Perez Garza Anahi" userId="3d96f3a1-74f1-4bed-b6de-0d6a02700cc5" providerId="ADAL" clId="{E3ED390E-BA51-45D5-A31E-A69BD06099BB}" dt="2026-02-24T16:31:10.430" v="105" actId="20577"/>
          <ac:spMkLst>
            <pc:docMk/>
            <pc:sldMk cId="376322309" sldId="2147482955"/>
            <ac:spMk id="4" creationId="{AED201DD-66CC-23E3-BDD9-16094502AFFB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7" creationId="{9D12D446-A1FE-2D55-8ED8-9BF6AB433C6D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9" creationId="{01FD7DEA-CCB0-3F0F-FCE1-E42492D493A9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1" creationId="{68E8AB1C-0912-901D-0DF3-E8CB08F3F881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2" creationId="{00BAA50C-D38E-8DF6-685A-DAFAE69206BE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3" creationId="{42D0F290-D177-ABE8-7B9A-391D7C05E93A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4" creationId="{BC6835E8-F0BE-E0DA-D1F3-BF15948CC999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5" creationId="{31B8A6E4-AF49-5BBB-2D6D-34655455BB58}"/>
          </ac:spMkLst>
        </pc:spChg>
        <pc:spChg chg="mod">
          <ac:chgData name="Perez Garza Anahi" userId="3d96f3a1-74f1-4bed-b6de-0d6a02700cc5" providerId="ADAL" clId="{E3ED390E-BA51-45D5-A31E-A69BD06099BB}" dt="2026-02-24T16:31:04.567" v="85" actId="113"/>
          <ac:spMkLst>
            <pc:docMk/>
            <pc:sldMk cId="376322309" sldId="2147482955"/>
            <ac:spMk id="17" creationId="{F1D06FE5-7F07-2D04-69DE-261CC6B68038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8" creationId="{EE4B3D03-78D4-E434-A214-B4F4ED3147E3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19" creationId="{9F4BED0D-E57D-53BA-5559-732695A6AE78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0" creationId="{A1ABDE23-FC17-AD90-BC9E-AF97FB35EE52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1" creationId="{7401378D-D1E9-5ABF-82D0-A09EADCF9921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2" creationId="{8D4C2E17-7EE8-7AEE-3BC4-7954423416B6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3" creationId="{E195C6FE-0878-BD6F-4278-3D68E6995819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4" creationId="{DA76184A-3627-12F3-AEE9-0E4AEB0FDEFE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5" creationId="{FB1E6A43-E234-0F28-0C55-54B7DD1CC80F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6" creationId="{47C3E97C-D33B-9B32-142A-8681DE8DDAEF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7" creationId="{CB426A0A-057F-CD5D-5ECB-DE46EE96DBDE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8" creationId="{F56E75B3-107F-CB1B-7F16-52AB46B217A0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29" creationId="{00A9E07E-BC25-19F0-7E29-6EA050AE4FD2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0" creationId="{0F3CD23E-008B-96BB-6553-057E3D828213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1" creationId="{D4C25EC9-011F-3816-1A58-2C6E58DB342E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2" creationId="{C58A2AF4-113F-A799-EFE4-1A902C2B0763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3" creationId="{F2DA68DD-9EF6-F60A-7687-BB917FC39F87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4" creationId="{53142616-0094-6DC4-48F1-FA37A2A17640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5" creationId="{46D49AC2-BD04-6DBE-818D-697878E1DF70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6" creationId="{10011520-7618-A3C8-798B-5836617AD8CC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7" creationId="{F94D6656-5C4D-D893-4041-37DA27F2EA55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8" creationId="{A9162D19-B604-E685-83B3-82B7DEDE0227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39" creationId="{2184184E-6F5C-5679-F5E2-F9BE720EDCF6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40" creationId="{2C91F9A0-9AF9-626F-9293-CE0E105B592B}"/>
          </ac:spMkLst>
        </pc:spChg>
        <pc:spChg chg="del">
          <ac:chgData name="Perez Garza Anahi" userId="3d96f3a1-74f1-4bed-b6de-0d6a02700cc5" providerId="ADAL" clId="{E3ED390E-BA51-45D5-A31E-A69BD06099BB}" dt="2026-02-24T16:29:40.947" v="35" actId="478"/>
          <ac:spMkLst>
            <pc:docMk/>
            <pc:sldMk cId="376322309" sldId="2147482955"/>
            <ac:spMk id="41" creationId="{F2DFFA15-F145-F25C-0AEC-D3991E68F61F}"/>
          </ac:spMkLst>
        </pc:spChg>
      </pc:sldChg>
      <pc:sldChg chg="modSp add mod">
        <pc:chgData name="Perez Garza Anahi" userId="3d96f3a1-74f1-4bed-b6de-0d6a02700cc5" providerId="ADAL" clId="{E3ED390E-BA51-45D5-A31E-A69BD06099BB}" dt="2026-02-24T16:31:14.950" v="106"/>
        <pc:sldMkLst>
          <pc:docMk/>
          <pc:sldMk cId="296960731" sldId="2147482956"/>
        </pc:sldMkLst>
        <pc:spChg chg="mod">
          <ac:chgData name="Perez Garza Anahi" userId="3d96f3a1-74f1-4bed-b6de-0d6a02700cc5" providerId="ADAL" clId="{E3ED390E-BA51-45D5-A31E-A69BD06099BB}" dt="2026-02-24T16:31:14.950" v="106"/>
          <ac:spMkLst>
            <pc:docMk/>
            <pc:sldMk cId="296960731" sldId="2147482956"/>
            <ac:spMk id="4" creationId="{AED201DD-66CC-23E3-BDD9-16094502AFFB}"/>
          </ac:spMkLst>
        </pc:spChg>
        <pc:spChg chg="mod">
          <ac:chgData name="Perez Garza Anahi" userId="3d96f3a1-74f1-4bed-b6de-0d6a02700cc5" providerId="ADAL" clId="{E3ED390E-BA51-45D5-A31E-A69BD06099BB}" dt="2026-02-24T16:30:50.799" v="82" actId="12"/>
          <ac:spMkLst>
            <pc:docMk/>
            <pc:sldMk cId="296960731" sldId="2147482956"/>
            <ac:spMk id="17" creationId="{F1D06FE5-7F07-2D04-69DE-261CC6B68038}"/>
          </ac:spMkLst>
        </pc:spChg>
      </pc:sldChg>
    </pc:docChg>
  </pc:docChgLst>
  <pc:docChgLst>
    <pc:chgData name="Perez Garza Anahi" userId="3d96f3a1-74f1-4bed-b6de-0d6a02700cc5" providerId="ADAL" clId="{5EC01169-8596-4D67-9B2D-E1C297D0672A}"/>
    <pc:docChg chg="undo custSel addSld delSld modSld modSection">
      <pc:chgData name="Perez Garza Anahi" userId="3d96f3a1-74f1-4bed-b6de-0d6a02700cc5" providerId="ADAL" clId="{5EC01169-8596-4D67-9B2D-E1C297D0672A}" dt="2026-02-26T18:33:16.384" v="3395" actId="20577"/>
      <pc:docMkLst>
        <pc:docMk/>
      </pc:docMkLst>
      <pc:sldChg chg="addSp delSp modSp add del mod">
        <pc:chgData name="Perez Garza Anahi" userId="3d96f3a1-74f1-4bed-b6de-0d6a02700cc5" providerId="ADAL" clId="{5EC01169-8596-4D67-9B2D-E1C297D0672A}" dt="2026-02-26T17:33:48.791" v="334" actId="20577"/>
        <pc:sldMkLst>
          <pc:docMk/>
          <pc:sldMk cId="1894943609" sldId="256"/>
        </pc:sldMkLst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2" creationId="{3FF3C637-8214-7DCE-B90F-6C549EFDF0D3}"/>
          </ac:spMkLst>
        </pc:spChg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5" creationId="{E50FC2B8-91B8-F199-2835-CF8E70ABCF88}"/>
          </ac:spMkLst>
        </pc:spChg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6" creationId="{FED715E2-118A-C1F0-A5E8-038D85394417}"/>
          </ac:spMkLst>
        </pc:spChg>
        <pc:spChg chg="mod">
          <ac:chgData name="Perez Garza Anahi" userId="3d96f3a1-74f1-4bed-b6de-0d6a02700cc5" providerId="ADAL" clId="{5EC01169-8596-4D67-9B2D-E1C297D0672A}" dt="2026-02-26T17:33:48.791" v="334" actId="20577"/>
          <ac:spMkLst>
            <pc:docMk/>
            <pc:sldMk cId="1894943609" sldId="256"/>
            <ac:spMk id="8" creationId="{35769B02-838B-10EC-DB8D-8A4ED180CC34}"/>
          </ac:spMkLst>
        </pc:spChg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11" creationId="{DE8005FA-796D-B56F-BF7C-03FF74050B2F}"/>
          </ac:spMkLst>
        </pc:spChg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14" creationId="{C12914EA-00A7-4AB9-0197-9E5D336AE9C0}"/>
          </ac:spMkLst>
        </pc:spChg>
        <pc:spChg chg="add del mod">
          <ac:chgData name="Perez Garza Anahi" userId="3d96f3a1-74f1-4bed-b6de-0d6a02700cc5" providerId="ADAL" clId="{5EC01169-8596-4D67-9B2D-E1C297D0672A}" dt="2026-02-26T17:33:39.352" v="318" actId="478"/>
          <ac:spMkLst>
            <pc:docMk/>
            <pc:sldMk cId="1894943609" sldId="256"/>
            <ac:spMk id="17" creationId="{9AF4D2B8-A0B4-9F46-C40D-812AAC4F912D}"/>
          </ac:spMkLst>
        </pc:spChg>
        <pc:graphicFrameChg chg="mod modGraphic">
          <ac:chgData name="Perez Garza Anahi" userId="3d96f3a1-74f1-4bed-b6de-0d6a02700cc5" providerId="ADAL" clId="{5EC01169-8596-4D67-9B2D-E1C297D0672A}" dt="2026-02-26T17:33:36.628" v="317" actId="20577"/>
          <ac:graphicFrameMkLst>
            <pc:docMk/>
            <pc:sldMk cId="1894943609" sldId="256"/>
            <ac:graphicFrameMk id="4" creationId="{9977EE78-43D1-CBA5-F066-3FC5CF994962}"/>
          </ac:graphicFrameMkLst>
        </pc:graphicFrameChg>
        <pc:cxnChg chg="add del mod">
          <ac:chgData name="Perez Garza Anahi" userId="3d96f3a1-74f1-4bed-b6de-0d6a02700cc5" providerId="ADAL" clId="{5EC01169-8596-4D67-9B2D-E1C297D0672A}" dt="2026-02-26T17:33:43.958" v="324" actId="478"/>
          <ac:cxnSpMkLst>
            <pc:docMk/>
            <pc:sldMk cId="1894943609" sldId="256"/>
            <ac:cxnSpMk id="7" creationId="{51AA8B30-9930-0890-9C33-E52103E593FB}"/>
          </ac:cxnSpMkLst>
        </pc:cxnChg>
        <pc:cxnChg chg="add del mod">
          <ac:chgData name="Perez Garza Anahi" userId="3d96f3a1-74f1-4bed-b6de-0d6a02700cc5" providerId="ADAL" clId="{5EC01169-8596-4D67-9B2D-E1C297D0672A}" dt="2026-02-26T17:33:41.429" v="320" actId="478"/>
          <ac:cxnSpMkLst>
            <pc:docMk/>
            <pc:sldMk cId="1894943609" sldId="256"/>
            <ac:cxnSpMk id="9" creationId="{07DC8C6D-D378-2F8D-D704-EBEBA00F3DE2}"/>
          </ac:cxnSpMkLst>
        </pc:cxnChg>
        <pc:cxnChg chg="add del mod">
          <ac:chgData name="Perez Garza Anahi" userId="3d96f3a1-74f1-4bed-b6de-0d6a02700cc5" providerId="ADAL" clId="{5EC01169-8596-4D67-9B2D-E1C297D0672A}" dt="2026-02-26T17:33:40.882" v="319" actId="478"/>
          <ac:cxnSpMkLst>
            <pc:docMk/>
            <pc:sldMk cId="1894943609" sldId="256"/>
            <ac:cxnSpMk id="10" creationId="{45BC6A13-49F7-2A5D-DE03-4E73C2E2BC1B}"/>
          </ac:cxnSpMkLst>
        </pc:cxnChg>
        <pc:cxnChg chg="add del mod">
          <ac:chgData name="Perez Garza Anahi" userId="3d96f3a1-74f1-4bed-b6de-0d6a02700cc5" providerId="ADAL" clId="{5EC01169-8596-4D67-9B2D-E1C297D0672A}" dt="2026-02-26T17:33:43.120" v="323" actId="478"/>
          <ac:cxnSpMkLst>
            <pc:docMk/>
            <pc:sldMk cId="1894943609" sldId="256"/>
            <ac:cxnSpMk id="12" creationId="{D7DA2D86-B417-A984-C259-EA0F1FD18A4C}"/>
          </ac:cxnSpMkLst>
        </pc:cxnChg>
        <pc:cxnChg chg="add del mod">
          <ac:chgData name="Perez Garza Anahi" userId="3d96f3a1-74f1-4bed-b6de-0d6a02700cc5" providerId="ADAL" clId="{5EC01169-8596-4D67-9B2D-E1C297D0672A}" dt="2026-02-26T17:33:42.392" v="322" actId="478"/>
          <ac:cxnSpMkLst>
            <pc:docMk/>
            <pc:sldMk cId="1894943609" sldId="256"/>
            <ac:cxnSpMk id="15" creationId="{3D793F88-6648-0852-00B5-967B3D17892B}"/>
          </ac:cxnSpMkLst>
        </pc:cxnChg>
        <pc:cxnChg chg="add del mod">
          <ac:chgData name="Perez Garza Anahi" userId="3d96f3a1-74f1-4bed-b6de-0d6a02700cc5" providerId="ADAL" clId="{5EC01169-8596-4D67-9B2D-E1C297D0672A}" dt="2026-02-26T17:33:41.933" v="321" actId="478"/>
          <ac:cxnSpMkLst>
            <pc:docMk/>
            <pc:sldMk cId="1894943609" sldId="256"/>
            <ac:cxnSpMk id="16" creationId="{A1EC116B-F904-DB09-71F5-3BC240BE4CAA}"/>
          </ac:cxnSpMkLst>
        </pc:cxnChg>
      </pc:sldChg>
      <pc:sldChg chg="delSp modSp add mod">
        <pc:chgData name="Perez Garza Anahi" userId="3d96f3a1-74f1-4bed-b6de-0d6a02700cc5" providerId="ADAL" clId="{5EC01169-8596-4D67-9B2D-E1C297D0672A}" dt="2026-02-26T17:26:27.140" v="219" actId="20577"/>
        <pc:sldMkLst>
          <pc:docMk/>
          <pc:sldMk cId="3963206310" sldId="257"/>
        </pc:sldMkLst>
        <pc:spChg chg="mod">
          <ac:chgData name="Perez Garza Anahi" userId="3d96f3a1-74f1-4bed-b6de-0d6a02700cc5" providerId="ADAL" clId="{5EC01169-8596-4D67-9B2D-E1C297D0672A}" dt="2026-02-26T17:26:27.140" v="219" actId="20577"/>
          <ac:spMkLst>
            <pc:docMk/>
            <pc:sldMk cId="3963206310" sldId="257"/>
            <ac:spMk id="3" creationId="{8B80DD89-91A3-35BF-46F8-436A28D7C493}"/>
          </ac:spMkLst>
        </pc:spChg>
        <pc:spChg chg="mod">
          <ac:chgData name="Perez Garza Anahi" userId="3d96f3a1-74f1-4bed-b6de-0d6a02700cc5" providerId="ADAL" clId="{5EC01169-8596-4D67-9B2D-E1C297D0672A}" dt="2026-02-26T17:26:18.496" v="209" actId="20577"/>
          <ac:spMkLst>
            <pc:docMk/>
            <pc:sldMk cId="3963206310" sldId="257"/>
            <ac:spMk id="8" creationId="{35769B02-838B-10EC-DB8D-8A4ED180CC34}"/>
          </ac:spMkLst>
        </pc:spChg>
        <pc:spChg chg="del">
          <ac:chgData name="Perez Garza Anahi" userId="3d96f3a1-74f1-4bed-b6de-0d6a02700cc5" providerId="ADAL" clId="{5EC01169-8596-4D67-9B2D-E1C297D0672A}" dt="2026-02-26T17:26:23.198" v="211" actId="478"/>
          <ac:spMkLst>
            <pc:docMk/>
            <pc:sldMk cId="3963206310" sldId="257"/>
            <ac:spMk id="13" creationId="{93544BCD-5775-6182-A1E1-752EA438DE8C}"/>
          </ac:spMkLst>
        </pc:spChg>
        <pc:graphicFrameChg chg="del">
          <ac:chgData name="Perez Garza Anahi" userId="3d96f3a1-74f1-4bed-b6de-0d6a02700cc5" providerId="ADAL" clId="{5EC01169-8596-4D67-9B2D-E1C297D0672A}" dt="2026-02-26T17:26:21.276" v="210" actId="478"/>
          <ac:graphicFrameMkLst>
            <pc:docMk/>
            <pc:sldMk cId="3963206310" sldId="257"/>
            <ac:graphicFrameMk id="4" creationId="{9977EE78-43D1-CBA5-F066-3FC5CF994962}"/>
          </ac:graphicFrameMkLst>
        </pc:graphicFrameChg>
      </pc:sldChg>
      <pc:sldChg chg="modSp mod">
        <pc:chgData name="Perez Garza Anahi" userId="3d96f3a1-74f1-4bed-b6de-0d6a02700cc5" providerId="ADAL" clId="{5EC01169-8596-4D67-9B2D-E1C297D0672A}" dt="2026-02-26T04:45:40.258" v="3" actId="20577"/>
        <pc:sldMkLst>
          <pc:docMk/>
          <pc:sldMk cId="3748555724" sldId="2147482941"/>
        </pc:sldMkLst>
        <pc:spChg chg="mod">
          <ac:chgData name="Perez Garza Anahi" userId="3d96f3a1-74f1-4bed-b6de-0d6a02700cc5" providerId="ADAL" clId="{5EC01169-8596-4D67-9B2D-E1C297D0672A}" dt="2026-02-26T04:45:40.258" v="3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addSp delSp modSp mod">
        <pc:chgData name="Perez Garza Anahi" userId="3d96f3a1-74f1-4bed-b6de-0d6a02700cc5" providerId="ADAL" clId="{5EC01169-8596-4D67-9B2D-E1C297D0672A}" dt="2026-02-26T17:35:14.712" v="346" actId="1076"/>
        <pc:sldMkLst>
          <pc:docMk/>
          <pc:sldMk cId="1984715688" sldId="2147482943"/>
        </pc:sldMkLst>
        <pc:graphicFrameChg chg="add mod modGraphic">
          <ac:chgData name="Perez Garza Anahi" userId="3d96f3a1-74f1-4bed-b6de-0d6a02700cc5" providerId="ADAL" clId="{5EC01169-8596-4D67-9B2D-E1C297D0672A}" dt="2026-02-26T17:35:14.712" v="346" actId="1076"/>
          <ac:graphicFrameMkLst>
            <pc:docMk/>
            <pc:sldMk cId="1984715688" sldId="2147482943"/>
            <ac:graphicFrameMk id="5" creationId="{41C1AFEA-57DA-D976-AD6E-C7045251E9CE}"/>
          </ac:graphicFrameMkLst>
        </pc:graphicFrameChg>
        <pc:graphicFrameChg chg="del">
          <ac:chgData name="Perez Garza Anahi" userId="3d96f3a1-74f1-4bed-b6de-0d6a02700cc5" providerId="ADAL" clId="{5EC01169-8596-4D67-9B2D-E1C297D0672A}" dt="2026-02-26T17:35:06.180" v="343" actId="478"/>
          <ac:graphicFrameMkLst>
            <pc:docMk/>
            <pc:sldMk cId="1984715688" sldId="2147482943"/>
            <ac:graphicFrameMk id="7" creationId="{62BF6BAF-EEBF-CC3A-B4D8-E1076F2D929E}"/>
          </ac:graphicFrameMkLst>
        </pc:graphicFrameChg>
      </pc:sldChg>
      <pc:sldChg chg="modSp mod modNotesTx">
        <pc:chgData name="Perez Garza Anahi" userId="3d96f3a1-74f1-4bed-b6de-0d6a02700cc5" providerId="ADAL" clId="{5EC01169-8596-4D67-9B2D-E1C297D0672A}" dt="2026-02-26T17:55:26.590" v="747" actId="20577"/>
        <pc:sldMkLst>
          <pc:docMk/>
          <pc:sldMk cId="946345740" sldId="2147482944"/>
        </pc:sldMkLst>
        <pc:spChg chg="mod">
          <ac:chgData name="Perez Garza Anahi" userId="3d96f3a1-74f1-4bed-b6de-0d6a02700cc5" providerId="ADAL" clId="{5EC01169-8596-4D67-9B2D-E1C297D0672A}" dt="2026-02-26T17:51:54.239" v="354" actId="207"/>
          <ac:spMkLst>
            <pc:docMk/>
            <pc:sldMk cId="946345740" sldId="2147482944"/>
            <ac:spMk id="14" creationId="{BC6835E8-F0BE-E0DA-D1F3-BF15948CC999}"/>
          </ac:spMkLst>
        </pc:spChg>
        <pc:spChg chg="mod">
          <ac:chgData name="Perez Garza Anahi" userId="3d96f3a1-74f1-4bed-b6de-0d6a02700cc5" providerId="ADAL" clId="{5EC01169-8596-4D67-9B2D-E1C297D0672A}" dt="2026-02-26T04:46:00.471" v="5" actId="207"/>
          <ac:spMkLst>
            <pc:docMk/>
            <pc:sldMk cId="946345740" sldId="2147482944"/>
            <ac:spMk id="15" creationId="{31B8A6E4-AF49-5BBB-2D6D-34655455BB58}"/>
          </ac:spMkLst>
        </pc:spChg>
        <pc:spChg chg="mod">
          <ac:chgData name="Perez Garza Anahi" userId="3d96f3a1-74f1-4bed-b6de-0d6a02700cc5" providerId="ADAL" clId="{5EC01169-8596-4D67-9B2D-E1C297D0672A}" dt="2026-02-26T17:53:09.495" v="476" actId="207"/>
          <ac:spMkLst>
            <pc:docMk/>
            <pc:sldMk cId="946345740" sldId="2147482944"/>
            <ac:spMk id="29" creationId="{00A9E07E-BC25-19F0-7E29-6EA050AE4FD2}"/>
          </ac:spMkLst>
        </pc:spChg>
        <pc:spChg chg="mod">
          <ac:chgData name="Perez Garza Anahi" userId="3d96f3a1-74f1-4bed-b6de-0d6a02700cc5" providerId="ADAL" clId="{5EC01169-8596-4D67-9B2D-E1C297D0672A}" dt="2026-02-26T04:46:00.471" v="5" actId="207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5EC01169-8596-4D67-9B2D-E1C297D0672A}" dt="2026-02-26T17:54:41.198" v="598" actId="207"/>
          <ac:spMkLst>
            <pc:docMk/>
            <pc:sldMk cId="946345740" sldId="2147482944"/>
            <ac:spMk id="34" creationId="{53142616-0094-6DC4-48F1-FA37A2A17640}"/>
          </ac:spMkLst>
        </pc:spChg>
        <pc:spChg chg="mod">
          <ac:chgData name="Perez Garza Anahi" userId="3d96f3a1-74f1-4bed-b6de-0d6a02700cc5" providerId="ADAL" clId="{5EC01169-8596-4D67-9B2D-E1C297D0672A}" dt="2026-02-26T04:46:00.471" v="5" actId="207"/>
          <ac:spMkLst>
            <pc:docMk/>
            <pc:sldMk cId="946345740" sldId="2147482944"/>
            <ac:spMk id="36" creationId="{10011520-7618-A3C8-798B-5836617AD8CC}"/>
          </ac:spMkLst>
        </pc:spChg>
        <pc:spChg chg="mod">
          <ac:chgData name="Perez Garza Anahi" userId="3d96f3a1-74f1-4bed-b6de-0d6a02700cc5" providerId="ADAL" clId="{5EC01169-8596-4D67-9B2D-E1C297D0672A}" dt="2026-02-26T17:55:12.504" v="684" actId="207"/>
          <ac:spMkLst>
            <pc:docMk/>
            <pc:sldMk cId="946345740" sldId="2147482944"/>
            <ac:spMk id="39" creationId="{2184184E-6F5C-5679-F5E2-F9BE720EDCF6}"/>
          </ac:spMkLst>
        </pc:spChg>
        <pc:spChg chg="mod">
          <ac:chgData name="Perez Garza Anahi" userId="3d96f3a1-74f1-4bed-b6de-0d6a02700cc5" providerId="ADAL" clId="{5EC01169-8596-4D67-9B2D-E1C297D0672A}" dt="2026-02-26T04:46:00.471" v="5" actId="207"/>
          <ac:spMkLst>
            <pc:docMk/>
            <pc:sldMk cId="946345740" sldId="2147482944"/>
            <ac:spMk id="40" creationId="{2C91F9A0-9AF9-626F-9293-CE0E105B592B}"/>
          </ac:spMkLst>
        </pc:spChg>
      </pc:sldChg>
      <pc:sldChg chg="del">
        <pc:chgData name="Perez Garza Anahi" userId="3d96f3a1-74f1-4bed-b6de-0d6a02700cc5" providerId="ADAL" clId="{5EC01169-8596-4D67-9B2D-E1C297D0672A}" dt="2026-02-26T17:26:36.833" v="222" actId="47"/>
        <pc:sldMkLst>
          <pc:docMk/>
          <pc:sldMk cId="2944001035" sldId="2147482945"/>
        </pc:sldMkLst>
      </pc:sldChg>
      <pc:sldChg chg="modSp mod modNotesTx">
        <pc:chgData name="Perez Garza Anahi" userId="3d96f3a1-74f1-4bed-b6de-0d6a02700cc5" providerId="ADAL" clId="{5EC01169-8596-4D67-9B2D-E1C297D0672A}" dt="2026-02-26T18:33:16.384" v="3395" actId="20577"/>
        <pc:sldMkLst>
          <pc:docMk/>
          <pc:sldMk cId="376322309" sldId="2147482955"/>
        </pc:sldMkLst>
        <pc:spChg chg="mod">
          <ac:chgData name="Perez Garza Anahi" userId="3d96f3a1-74f1-4bed-b6de-0d6a02700cc5" providerId="ADAL" clId="{5EC01169-8596-4D67-9B2D-E1C297D0672A}" dt="2026-02-26T04:47:42.045" v="11" actId="1076"/>
          <ac:spMkLst>
            <pc:docMk/>
            <pc:sldMk cId="376322309" sldId="2147482955"/>
            <ac:spMk id="2" creationId="{C27BAC4B-896B-8F9A-87DD-0E111285B61D}"/>
          </ac:spMkLst>
        </pc:spChg>
        <pc:spChg chg="mod">
          <ac:chgData name="Perez Garza Anahi" userId="3d96f3a1-74f1-4bed-b6de-0d6a02700cc5" providerId="ADAL" clId="{5EC01169-8596-4D67-9B2D-E1C297D0672A}" dt="2026-02-26T17:34:03.755" v="342" actId="20577"/>
          <ac:spMkLst>
            <pc:docMk/>
            <pc:sldMk cId="376322309" sldId="2147482955"/>
            <ac:spMk id="4" creationId="{AED201DD-66CC-23E3-BDD9-16094502AFFB}"/>
          </ac:spMkLst>
        </pc:spChg>
        <pc:spChg chg="mod">
          <ac:chgData name="Perez Garza Anahi" userId="3d96f3a1-74f1-4bed-b6de-0d6a02700cc5" providerId="ADAL" clId="{5EC01169-8596-4D67-9B2D-E1C297D0672A}" dt="2026-02-26T16:33:01.550" v="168" actId="20577"/>
          <ac:spMkLst>
            <pc:docMk/>
            <pc:sldMk cId="376322309" sldId="2147482955"/>
            <ac:spMk id="17" creationId="{F1D06FE5-7F07-2D04-69DE-261CC6B68038}"/>
          </ac:spMkLst>
        </pc:spChg>
      </pc:sldChg>
      <pc:sldChg chg="modSp mod">
        <pc:chgData name="Perez Garza Anahi" userId="3d96f3a1-74f1-4bed-b6de-0d6a02700cc5" providerId="ADAL" clId="{5EC01169-8596-4D67-9B2D-E1C297D0672A}" dt="2026-02-26T04:48:27.213" v="20"/>
        <pc:sldMkLst>
          <pc:docMk/>
          <pc:sldMk cId="296960731" sldId="2147482956"/>
        </pc:sldMkLst>
        <pc:spChg chg="mod">
          <ac:chgData name="Perez Garza Anahi" userId="3d96f3a1-74f1-4bed-b6de-0d6a02700cc5" providerId="ADAL" clId="{5EC01169-8596-4D67-9B2D-E1C297D0672A}" dt="2026-02-26T04:48:27.213" v="20"/>
          <ac:spMkLst>
            <pc:docMk/>
            <pc:sldMk cId="296960731" sldId="2147482956"/>
            <ac:spMk id="17" creationId="{F1D06FE5-7F07-2D04-69DE-261CC6B68038}"/>
          </ac:spMkLst>
        </pc:spChg>
      </pc:sldChg>
      <pc:sldChg chg="addSp delSp modSp mod">
        <pc:chgData name="Perez Garza Anahi" userId="3d96f3a1-74f1-4bed-b6de-0d6a02700cc5" providerId="ADAL" clId="{5EC01169-8596-4D67-9B2D-E1C297D0672A}" dt="2026-02-26T17:33:57.466" v="338" actId="20577"/>
        <pc:sldMkLst>
          <pc:docMk/>
          <pc:sldMk cId="2282670243" sldId="2147483647"/>
        </pc:sldMkLst>
        <pc:spChg chg="mod">
          <ac:chgData name="Perez Garza Anahi" userId="3d96f3a1-74f1-4bed-b6de-0d6a02700cc5" providerId="ADAL" clId="{5EC01169-8596-4D67-9B2D-E1C297D0672A}" dt="2026-02-26T16:32:12.886" v="149" actId="113"/>
          <ac:spMkLst>
            <pc:docMk/>
            <pc:sldMk cId="2282670243" sldId="2147483647"/>
            <ac:spMk id="2" creationId="{D6D73888-BA12-B225-80DF-0F6B50D9285F}"/>
          </ac:spMkLst>
        </pc:spChg>
        <pc:spChg chg="del mod">
          <ac:chgData name="Perez Garza Anahi" userId="3d96f3a1-74f1-4bed-b6de-0d6a02700cc5" providerId="ADAL" clId="{5EC01169-8596-4D67-9B2D-E1C297D0672A}" dt="2026-02-26T04:53:27.034" v="56" actId="478"/>
          <ac:spMkLst>
            <pc:docMk/>
            <pc:sldMk cId="2282670243" sldId="2147483647"/>
            <ac:spMk id="4" creationId="{CE8B5A9F-B840-44D9-E0B0-5109685B164D}"/>
          </ac:spMkLst>
        </pc:spChg>
        <pc:spChg chg="del mod">
          <ac:chgData name="Perez Garza Anahi" userId="3d96f3a1-74f1-4bed-b6de-0d6a02700cc5" providerId="ADAL" clId="{5EC01169-8596-4D67-9B2D-E1C297D0672A}" dt="2026-02-26T04:53:27.034" v="56" actId="478"/>
          <ac:spMkLst>
            <pc:docMk/>
            <pc:sldMk cId="2282670243" sldId="2147483647"/>
            <ac:spMk id="5" creationId="{3D0876E9-EE9C-17CE-A204-D047C37CE2BB}"/>
          </ac:spMkLst>
        </pc:spChg>
        <pc:spChg chg="del mod">
          <ac:chgData name="Perez Garza Anahi" userId="3d96f3a1-74f1-4bed-b6de-0d6a02700cc5" providerId="ADAL" clId="{5EC01169-8596-4D67-9B2D-E1C297D0672A}" dt="2026-02-26T04:53:27.034" v="56" actId="478"/>
          <ac:spMkLst>
            <pc:docMk/>
            <pc:sldMk cId="2282670243" sldId="2147483647"/>
            <ac:spMk id="7" creationId="{643E9F93-3EAA-9E7A-8424-149F71F554D7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8" creationId="{4988A155-8370-0826-239E-12BFB026A8D8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9" creationId="{AB43A058-64BB-D98E-C314-389B2DC2FB5A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11" creationId="{1598D516-BE71-6A46-DC9D-AFA7426989F6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12" creationId="{88CC4E9F-D7E3-461D-3945-312AE9FB16AE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13" creationId="{3CEDA2A5-CB39-6365-A0A6-8F2EC7956C5A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15" creationId="{15DA7E7F-943F-9216-EBD2-9902294BAC31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16" creationId="{EF3567E6-19D9-32A5-EF52-6692CD2245A5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21" creationId="{C05F666E-09D3-3E72-1853-CB755EA85C54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23" creationId="{8E3BB910-8759-F969-9F47-1A8055877B64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26" creationId="{A011D4D2-0D5C-39B0-E624-300F0EF63944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29" creationId="{307DDB0C-2B7F-89FC-DB5E-CA6F0814844A}"/>
          </ac:spMkLst>
        </pc:spChg>
        <pc:spChg chg="add del mod">
          <ac:chgData name="Perez Garza Anahi" userId="3d96f3a1-74f1-4bed-b6de-0d6a02700cc5" providerId="ADAL" clId="{5EC01169-8596-4D67-9B2D-E1C297D0672A}" dt="2026-02-26T04:52:42.300" v="41" actId="478"/>
          <ac:spMkLst>
            <pc:docMk/>
            <pc:sldMk cId="2282670243" sldId="2147483647"/>
            <ac:spMk id="30" creationId="{D9724A97-3E09-1816-F166-DAF77E4861C8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1" creationId="{49081298-38A4-46EF-B586-2304ED1B4A6E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2" creationId="{052016BB-2F03-6A86-2CEE-A6D19ED28804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4" creationId="{4C7D0482-4F9F-63B7-AB49-814DF9F3A42A}"/>
          </ac:spMkLst>
        </pc:spChg>
        <pc:spChg chg="add del mod">
          <ac:chgData name="Perez Garza Anahi" userId="3d96f3a1-74f1-4bed-b6de-0d6a02700cc5" providerId="ADAL" clId="{5EC01169-8596-4D67-9B2D-E1C297D0672A}" dt="2026-02-26T04:52:52.437" v="46" actId="478"/>
          <ac:spMkLst>
            <pc:docMk/>
            <pc:sldMk cId="2282670243" sldId="2147483647"/>
            <ac:spMk id="35" creationId="{E2476A1B-B50B-7853-8F86-6C7B60136EE1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6" creationId="{2BA14B2E-0403-AF6A-194E-ED45D030AED8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7" creationId="{B4CCCA4B-19E3-C877-C6E5-678CA83A42D4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39" creationId="{9B48CD66-B190-3075-6EBA-8B9CF44DA1AE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44" creationId="{0B451376-BAF4-B0FC-DBAD-CEEF909043FF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47" creationId="{5925A421-D24A-E531-2F83-273C8AE09A1D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50" creationId="{AFB35A9A-5BBF-5BA3-ECE2-DC21CAA9229C}"/>
          </ac:spMkLst>
        </pc:spChg>
        <pc:spChg chg="add del mod">
          <ac:chgData name="Perez Garza Anahi" userId="3d96f3a1-74f1-4bed-b6de-0d6a02700cc5" providerId="ADAL" clId="{5EC01169-8596-4D67-9B2D-E1C297D0672A}" dt="2026-02-26T04:53:16.280" v="51" actId="478"/>
          <ac:spMkLst>
            <pc:docMk/>
            <pc:sldMk cId="2282670243" sldId="2147483647"/>
            <ac:spMk id="53" creationId="{73836538-B149-9240-0CEA-6F2C546C4A9E}"/>
          </ac:spMkLst>
        </pc:spChg>
        <pc:spChg chg="add mod">
          <ac:chgData name="Perez Garza Anahi" userId="3d96f3a1-74f1-4bed-b6de-0d6a02700cc5" providerId="ADAL" clId="{5EC01169-8596-4D67-9B2D-E1C297D0672A}" dt="2026-02-26T04:52:58.103" v="48" actId="1076"/>
          <ac:spMkLst>
            <pc:docMk/>
            <pc:sldMk cId="2282670243" sldId="2147483647"/>
            <ac:spMk id="54" creationId="{DB08CFDE-0371-88C6-5813-6DE0BE95CA9B}"/>
          </ac:spMkLst>
        </pc:spChg>
        <pc:spChg chg="add mod">
          <ac:chgData name="Perez Garza Anahi" userId="3d96f3a1-74f1-4bed-b6de-0d6a02700cc5" providerId="ADAL" clId="{5EC01169-8596-4D67-9B2D-E1C297D0672A}" dt="2026-02-26T16:32:15.266" v="150" actId="113"/>
          <ac:spMkLst>
            <pc:docMk/>
            <pc:sldMk cId="2282670243" sldId="2147483647"/>
            <ac:spMk id="55" creationId="{C58B1E33-997B-D4A2-7C11-ED3E58DB5534}"/>
          </ac:spMkLst>
        </pc:spChg>
        <pc:spChg chg="add mod">
          <ac:chgData name="Perez Garza Anahi" userId="3d96f3a1-74f1-4bed-b6de-0d6a02700cc5" providerId="ADAL" clId="{5EC01169-8596-4D67-9B2D-E1C297D0672A}" dt="2026-02-26T16:32:17.745" v="151" actId="113"/>
          <ac:spMkLst>
            <pc:docMk/>
            <pc:sldMk cId="2282670243" sldId="2147483647"/>
            <ac:spMk id="56" creationId="{52DE576C-C9BD-FD5E-D5F1-5C6670FA8D5D}"/>
          </ac:spMkLst>
        </pc:spChg>
        <pc:spChg chg="mod">
          <ac:chgData name="Perez Garza Anahi" userId="3d96f3a1-74f1-4bed-b6de-0d6a02700cc5" providerId="ADAL" clId="{5EC01169-8596-4D67-9B2D-E1C297D0672A}" dt="2026-02-26T04:53:11.975" v="50"/>
          <ac:spMkLst>
            <pc:docMk/>
            <pc:sldMk cId="2282670243" sldId="2147483647"/>
            <ac:spMk id="57" creationId="{D70224B8-23D6-5BD2-0B6C-E121837D8C34}"/>
          </ac:spMkLst>
        </pc:spChg>
        <pc:spChg chg="add mod">
          <ac:chgData name="Perez Garza Anahi" userId="3d96f3a1-74f1-4bed-b6de-0d6a02700cc5" providerId="ADAL" clId="{5EC01169-8596-4D67-9B2D-E1C297D0672A}" dt="2026-02-26T16:32:19.504" v="152" actId="113"/>
          <ac:spMkLst>
            <pc:docMk/>
            <pc:sldMk cId="2282670243" sldId="2147483647"/>
            <ac:spMk id="58" creationId="{B214776B-322E-374F-A44D-93AE35DC7414}"/>
          </ac:spMkLst>
        </pc:spChg>
        <pc:spChg chg="add mod">
          <ac:chgData name="Perez Garza Anahi" userId="3d96f3a1-74f1-4bed-b6de-0d6a02700cc5" providerId="ADAL" clId="{5EC01169-8596-4D67-9B2D-E1C297D0672A}" dt="2026-02-26T04:53:43.326" v="66" actId="1076"/>
          <ac:spMkLst>
            <pc:docMk/>
            <pc:sldMk cId="2282670243" sldId="2147483647"/>
            <ac:spMk id="59" creationId="{F53AB2C2-D4BF-ADBB-C1E1-5FAF5E1A581F}"/>
          </ac:spMkLst>
        </pc:spChg>
        <pc:spChg chg="add mod">
          <ac:chgData name="Perez Garza Anahi" userId="3d96f3a1-74f1-4bed-b6de-0d6a02700cc5" providerId="ADAL" clId="{5EC01169-8596-4D67-9B2D-E1C297D0672A}" dt="2026-02-26T16:32:31.615" v="155"/>
          <ac:spMkLst>
            <pc:docMk/>
            <pc:sldMk cId="2282670243" sldId="2147483647"/>
            <ac:spMk id="60" creationId="{C8412626-F557-5B36-273B-C334D821440A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82" creationId="{99B32F23-A28C-7A2A-7AF2-9A9DFC4C9982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88" creationId="{BB9BDB68-E85D-8AC8-E493-4469F9F07EE5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100" creationId="{F9F1B8E2-E872-3472-6AA5-05BD127D1F6B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106" creationId="{72DC4F0F-F8C8-B38A-EFAF-1B853C1C2082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164" creationId="{94BBD4BA-0B87-4C89-E7DD-12E9F0F224E2}"/>
          </ac:spMkLst>
        </pc:spChg>
        <pc:spChg chg="del">
          <ac:chgData name="Perez Garza Anahi" userId="3d96f3a1-74f1-4bed-b6de-0d6a02700cc5" providerId="ADAL" clId="{5EC01169-8596-4D67-9B2D-E1C297D0672A}" dt="2026-02-26T04:50:33.578" v="30" actId="478"/>
          <ac:spMkLst>
            <pc:docMk/>
            <pc:sldMk cId="2282670243" sldId="2147483647"/>
            <ac:spMk id="173" creationId="{3F6746B2-8CDF-BE92-4F76-0C0957F68BCD}"/>
          </ac:spMkLst>
        </pc:spChg>
        <pc:spChg chg="mod">
          <ac:chgData name="Perez Garza Anahi" userId="3d96f3a1-74f1-4bed-b6de-0d6a02700cc5" providerId="ADAL" clId="{5EC01169-8596-4D67-9B2D-E1C297D0672A}" dt="2026-02-26T17:33:57.466" v="338" actId="20577"/>
          <ac:spMkLst>
            <pc:docMk/>
            <pc:sldMk cId="2282670243" sldId="2147483647"/>
            <ac:spMk id="206" creationId="{167A64BB-1818-37AB-F05C-5AC75C78ED19}"/>
          </ac:spMkLst>
        </pc:sp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3" creationId="{AC91FB03-FD1F-E6B1-1F6D-A4C86F2D05DB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10" creationId="{84BEEF60-3FA9-16E2-6DDE-DB9CF9D78FB7}"/>
          </ac:cxnSpMkLst>
        </pc:cxn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14" creationId="{C0DAD0F2-4099-6FB7-B70C-C695BCBB2F52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17" creationId="{6E748C8E-6B3D-E84F-A188-914B164663E9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18" creationId="{42AC3F37-DCD9-D52A-31AC-35C9532DADE5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19" creationId="{569244BF-95B7-D996-5763-FA4FEA14DA51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0" creationId="{E3BEBB99-C329-3498-1CED-2C50EEF75386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2" creationId="{7DCAC56A-6C96-76C4-0A4A-77D4A5312575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4" creationId="{575366A6-D6E7-5CE6-1024-287E97FB4CBD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5" creationId="{2CC19606-D26A-1469-C8DE-D532214CD8B9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7" creationId="{0B66C259-4649-562A-E5D7-B4BB6B8A54FC}"/>
          </ac:cxnSpMkLst>
        </pc:cxnChg>
        <pc:cxnChg chg="add del mod">
          <ac:chgData name="Perez Garza Anahi" userId="3d96f3a1-74f1-4bed-b6de-0d6a02700cc5" providerId="ADAL" clId="{5EC01169-8596-4D67-9B2D-E1C297D0672A}" dt="2026-02-26T04:52:42.300" v="41" actId="478"/>
          <ac:cxnSpMkLst>
            <pc:docMk/>
            <pc:sldMk cId="2282670243" sldId="2147483647"/>
            <ac:cxnSpMk id="28" creationId="{D08F95C6-8173-1014-7E0D-20FCABEE243A}"/>
          </ac:cxnSpMkLst>
        </pc:cxnChg>
        <pc:cxnChg chg="add del mod">
          <ac:chgData name="Perez Garza Anahi" userId="3d96f3a1-74f1-4bed-b6de-0d6a02700cc5" providerId="ADAL" clId="{5EC01169-8596-4D67-9B2D-E1C297D0672A}" dt="2026-02-26T04:52:53.215" v="47" actId="478"/>
          <ac:cxnSpMkLst>
            <pc:docMk/>
            <pc:sldMk cId="2282670243" sldId="2147483647"/>
            <ac:cxnSpMk id="33" creationId="{8053185D-2B98-7F34-82F5-CC02A1012A4E}"/>
          </ac:cxnSpMkLst>
        </pc:cxn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38" creationId="{C8046C63-7BDB-545A-8ED8-4B473267DC48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0" creationId="{B57BF92B-AA7D-2EC1-975F-941841E4BAC5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1" creationId="{0A97459F-0759-1680-F02D-870B08377094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2" creationId="{A5877C80-C168-6AD4-EBEA-B77C556DD196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3" creationId="{2B0B5056-26B9-0B58-9E45-D286C93D7A10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5" creationId="{87DC32F3-D1AD-6416-99E1-6BFD32C486D6}"/>
          </ac:cxnSpMkLst>
        </pc:cxn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46" creationId="{547021AF-2778-A329-E711-D2CC4EA3AEA2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8" creationId="{B704D5DA-2BCC-A2F7-EDBC-BAB77E9B35BA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49" creationId="{AC35647D-6CA5-B864-F3EB-FA5660D1F40F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51" creationId="{016C49D6-78CB-8C86-F40F-6A94AEC381D9}"/>
          </ac:cxnSpMkLst>
        </pc:cxnChg>
        <pc:cxnChg chg="add mod">
          <ac:chgData name="Perez Garza Anahi" userId="3d96f3a1-74f1-4bed-b6de-0d6a02700cc5" providerId="ADAL" clId="{5EC01169-8596-4D67-9B2D-E1C297D0672A}" dt="2026-02-26T04:52:58.103" v="48" actId="1076"/>
          <ac:cxnSpMkLst>
            <pc:docMk/>
            <pc:sldMk cId="2282670243" sldId="2147483647"/>
            <ac:cxnSpMk id="52" creationId="{E85349DF-1D86-BA24-0173-389327ACC21E}"/>
          </ac:cxnSpMkLst>
        </pc:cxn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85" creationId="{D9BE6DF5-88FE-CF4D-D0FB-90D249A35128}"/>
          </ac:cxnSpMkLst>
        </pc:cxnChg>
        <pc:cxnChg chg="del mod">
          <ac:chgData name="Perez Garza Anahi" userId="3d96f3a1-74f1-4bed-b6de-0d6a02700cc5" providerId="ADAL" clId="{5EC01169-8596-4D67-9B2D-E1C297D0672A}" dt="2026-02-26T04:50:33.578" v="30" actId="478"/>
          <ac:cxnSpMkLst>
            <pc:docMk/>
            <pc:sldMk cId="2282670243" sldId="2147483647"/>
            <ac:cxnSpMk id="87" creationId="{F2C41756-0D7C-BF1F-8E1B-9929C384A615}"/>
          </ac:cxnSpMkLst>
        </pc:cxnChg>
      </pc:sldChg>
    </pc:docChg>
  </pc:docChgLst>
  <pc:docChgLst>
    <pc:chgData name="Perez Garza Anahi" userId="3d96f3a1-74f1-4bed-b6de-0d6a02700cc5" providerId="ADAL" clId="{4B0AD328-AC90-4AA0-8235-78385F1747A0}"/>
    <pc:docChg chg="undo custSel addSld delSld modSld modSection">
      <pc:chgData name="Perez Garza Anahi" userId="3d96f3a1-74f1-4bed-b6de-0d6a02700cc5" providerId="ADAL" clId="{4B0AD328-AC90-4AA0-8235-78385F1747A0}" dt="2026-02-25T18:00:58.960" v="2306" actId="20577"/>
      <pc:docMkLst>
        <pc:docMk/>
      </pc:docMkLst>
      <pc:sldChg chg="addSp delSp modSp add mod setBg">
        <pc:chgData name="Perez Garza Anahi" userId="3d96f3a1-74f1-4bed-b6de-0d6a02700cc5" providerId="ADAL" clId="{4B0AD328-AC90-4AA0-8235-78385F1747A0}" dt="2026-02-25T16:47:11.734" v="1251" actId="1076"/>
        <pc:sldMkLst>
          <pc:docMk/>
          <pc:sldMk cId="1894943609" sldId="256"/>
        </pc:sldMkLst>
        <pc:spChg chg="mod">
          <ac:chgData name="Perez Garza Anahi" userId="3d96f3a1-74f1-4bed-b6de-0d6a02700cc5" providerId="ADAL" clId="{4B0AD328-AC90-4AA0-8235-78385F1747A0}" dt="2026-02-25T16:47:11.734" v="1251" actId="1076"/>
          <ac:spMkLst>
            <pc:docMk/>
            <pc:sldMk cId="1894943609" sldId="256"/>
            <ac:spMk id="3" creationId="{8B80DD89-91A3-35BF-46F8-436A28D7C493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5" creationId="{CECF3C7D-9F9C-75E8-5E40-7414BCE30AD9}"/>
          </ac:spMkLst>
        </pc:spChg>
        <pc:spChg chg="add mod">
          <ac:chgData name="Perez Garza Anahi" userId="3d96f3a1-74f1-4bed-b6de-0d6a02700cc5" providerId="ADAL" clId="{4B0AD328-AC90-4AA0-8235-78385F1747A0}" dt="2026-02-25T05:09:32.057" v="725"/>
          <ac:spMkLst>
            <pc:docMk/>
            <pc:sldMk cId="1894943609" sldId="256"/>
            <ac:spMk id="6" creationId="{953D2BA3-D595-B771-7535-5B1FE517ED16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7" creationId="{6F5DADD0-1B05-51B3-3CA2-5D066DF0CF9A}"/>
          </ac:spMkLst>
        </pc:spChg>
        <pc:spChg chg="mod">
          <ac:chgData name="Perez Garza Anahi" userId="3d96f3a1-74f1-4bed-b6de-0d6a02700cc5" providerId="ADAL" clId="{4B0AD328-AC90-4AA0-8235-78385F1747A0}" dt="2026-02-25T05:11:19.994" v="844" actId="20577"/>
          <ac:spMkLst>
            <pc:docMk/>
            <pc:sldMk cId="1894943609" sldId="256"/>
            <ac:spMk id="8" creationId="{35769B02-838B-10EC-DB8D-8A4ED180CC34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9" creationId="{BA6BA345-8F51-06D9-8C78-EA32498ED483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10" creationId="{1A8C5DBC-DB50-9649-10E4-2111B3E8CE0A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11" creationId="{5EFEE4DD-31C5-7022-5306-BF095519AA19}"/>
          </ac:spMkLst>
        </pc:spChg>
        <pc:spChg chg="add del mod">
          <ac:chgData name="Perez Garza Anahi" userId="3d96f3a1-74f1-4bed-b6de-0d6a02700cc5" providerId="ADAL" clId="{4B0AD328-AC90-4AA0-8235-78385F1747A0}" dt="2026-02-25T05:09:44.368" v="728" actId="478"/>
          <ac:spMkLst>
            <pc:docMk/>
            <pc:sldMk cId="1894943609" sldId="256"/>
            <ac:spMk id="12" creationId="{893E9803-56E9-7A13-FE51-DC164D31B9C0}"/>
          </ac:spMkLst>
        </pc:spChg>
        <pc:spChg chg="add mod">
          <ac:chgData name="Perez Garza Anahi" userId="3d96f3a1-74f1-4bed-b6de-0d6a02700cc5" providerId="ADAL" clId="{4B0AD328-AC90-4AA0-8235-78385F1747A0}" dt="2026-02-25T05:11:10.708" v="826" actId="1076"/>
          <ac:spMkLst>
            <pc:docMk/>
            <pc:sldMk cId="1894943609" sldId="256"/>
            <ac:spMk id="13" creationId="{93544BCD-5775-6182-A1E1-752EA438DE8C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15" creationId="{469B5A46-52EC-2F24-D6F9-D4FE3DDFED43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16" creationId="{E56DB0F4-F54B-DF39-E43F-BF3E44DF62C3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4" creationId="{30C542EF-81FF-8D4A-E88C-70C85511A91A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5" creationId="{1A8952F6-2F5B-8239-E882-6ED79848E8A2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6" creationId="{7BBFC8E0-35FB-B5A4-F0B4-168B43A815EE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7" creationId="{06879978-8430-034C-C550-3A606B237594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8" creationId="{9690A9AE-2B8D-37E7-C767-097881075089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29" creationId="{B3D3B606-C3BB-D04B-D3D2-98061EEACD16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0" creationId="{CE645B8E-233E-8121-1523-D16F498EE32E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1" creationId="{293DAA71-D951-5914-3576-1662F6F8D1A5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2" creationId="{42788C3E-D93E-F83F-E668-407404095D83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3" creationId="{4DCCC991-E4C3-6D82-7168-6FD63133D816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4" creationId="{B9DB0C9F-61C6-F4E4-746F-C58E15200BF0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5" creationId="{5C225143-E6F9-47ED-285E-753917605E9C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6" creationId="{B66860F7-8486-22FF-8CBE-550E4C9DE66D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7" creationId="{809380C1-E508-3C19-4039-9751EF57AFEB}"/>
          </ac:spMkLst>
        </pc:spChg>
        <pc:spChg chg="del">
          <ac:chgData name="Perez Garza Anahi" userId="3d96f3a1-74f1-4bed-b6de-0d6a02700cc5" providerId="ADAL" clId="{4B0AD328-AC90-4AA0-8235-78385F1747A0}" dt="2026-02-25T05:04:48.724" v="709" actId="478"/>
          <ac:spMkLst>
            <pc:docMk/>
            <pc:sldMk cId="1894943609" sldId="256"/>
            <ac:spMk id="38" creationId="{018ABA6C-C0A2-3B4F-4F46-77BF84063435}"/>
          </ac:spMkLst>
        </pc:spChg>
        <pc:graphicFrameChg chg="add mod">
          <ac:chgData name="Perez Garza Anahi" userId="3d96f3a1-74f1-4bed-b6de-0d6a02700cc5" providerId="ADAL" clId="{4B0AD328-AC90-4AA0-8235-78385F1747A0}" dt="2026-02-25T05:07:08.961" v="710"/>
          <ac:graphicFrameMkLst>
            <pc:docMk/>
            <pc:sldMk cId="1894943609" sldId="256"/>
            <ac:graphicFrameMk id="2" creationId="{A3F064EB-7D63-6CF8-563B-B5F03EA58610}"/>
          </ac:graphicFrameMkLst>
        </pc:graphicFrameChg>
        <pc:graphicFrameChg chg="add mod modGraphic">
          <ac:chgData name="Perez Garza Anahi" userId="3d96f3a1-74f1-4bed-b6de-0d6a02700cc5" providerId="ADAL" clId="{4B0AD328-AC90-4AA0-8235-78385F1747A0}" dt="2026-02-25T14:44:04.557" v="1249" actId="20577"/>
          <ac:graphicFrameMkLst>
            <pc:docMk/>
            <pc:sldMk cId="1894943609" sldId="256"/>
            <ac:graphicFrameMk id="4" creationId="{9977EE78-43D1-CBA5-F066-3FC5CF994962}"/>
          </ac:graphicFrameMkLst>
        </pc:graphicFrameChg>
      </pc:sldChg>
      <pc:sldChg chg="del">
        <pc:chgData name="Perez Garza Anahi" userId="3d96f3a1-74f1-4bed-b6de-0d6a02700cc5" providerId="ADAL" clId="{4B0AD328-AC90-4AA0-8235-78385F1747A0}" dt="2026-02-24T21:47:53.273" v="86" actId="47"/>
        <pc:sldMkLst>
          <pc:docMk/>
          <pc:sldMk cId="456374482" sldId="258"/>
        </pc:sldMkLst>
      </pc:sldChg>
      <pc:sldChg chg="del">
        <pc:chgData name="Perez Garza Anahi" userId="3d96f3a1-74f1-4bed-b6de-0d6a02700cc5" providerId="ADAL" clId="{4B0AD328-AC90-4AA0-8235-78385F1747A0}" dt="2026-02-24T21:45:23.711" v="36" actId="47"/>
        <pc:sldMkLst>
          <pc:docMk/>
          <pc:sldMk cId="1530523345" sldId="270"/>
        </pc:sldMkLst>
      </pc:sldChg>
      <pc:sldChg chg="modSp mod">
        <pc:chgData name="Perez Garza Anahi" userId="3d96f3a1-74f1-4bed-b6de-0d6a02700cc5" providerId="ADAL" clId="{4B0AD328-AC90-4AA0-8235-78385F1747A0}" dt="2026-02-24T21:43:43.289" v="20" actId="13926"/>
        <pc:sldMkLst>
          <pc:docMk/>
          <pc:sldMk cId="3748555724" sldId="2147482941"/>
        </pc:sldMkLst>
        <pc:spChg chg="mod">
          <ac:chgData name="Perez Garza Anahi" userId="3d96f3a1-74f1-4bed-b6de-0d6a02700cc5" providerId="ADAL" clId="{4B0AD328-AC90-4AA0-8235-78385F1747A0}" dt="2026-02-24T21:43:43.289" v="20" actId="13926"/>
          <ac:spMkLst>
            <pc:docMk/>
            <pc:sldMk cId="3748555724" sldId="2147482941"/>
            <ac:spMk id="4" creationId="{BCC94514-1502-7445-9201-7BD20CD9B125}"/>
          </ac:spMkLst>
        </pc:spChg>
      </pc:sldChg>
      <pc:sldChg chg="addSp delSp modSp mod">
        <pc:chgData name="Perez Garza Anahi" userId="3d96f3a1-74f1-4bed-b6de-0d6a02700cc5" providerId="ADAL" clId="{4B0AD328-AC90-4AA0-8235-78385F1747A0}" dt="2026-02-24T21:48:22.141" v="93" actId="1076"/>
        <pc:sldMkLst>
          <pc:docMk/>
          <pc:sldMk cId="1984715688" sldId="2147482943"/>
        </pc:sldMkLst>
        <pc:graphicFrameChg chg="del">
          <ac:chgData name="Perez Garza Anahi" userId="3d96f3a1-74f1-4bed-b6de-0d6a02700cc5" providerId="ADAL" clId="{4B0AD328-AC90-4AA0-8235-78385F1747A0}" dt="2026-02-24T21:48:04.998" v="87" actId="478"/>
          <ac:graphicFrameMkLst>
            <pc:docMk/>
            <pc:sldMk cId="1984715688" sldId="2147482943"/>
            <ac:graphicFrameMk id="3" creationId="{FAD28124-1A68-0DBE-3B0C-D189AAB7C944}"/>
          </ac:graphicFrameMkLst>
        </pc:graphicFrameChg>
        <pc:graphicFrameChg chg="del">
          <ac:chgData name="Perez Garza Anahi" userId="3d96f3a1-74f1-4bed-b6de-0d6a02700cc5" providerId="ADAL" clId="{4B0AD328-AC90-4AA0-8235-78385F1747A0}" dt="2026-02-24T21:48:06.207" v="88" actId="478"/>
          <ac:graphicFrameMkLst>
            <pc:docMk/>
            <pc:sldMk cId="1984715688" sldId="2147482943"/>
            <ac:graphicFrameMk id="8" creationId="{14ED546A-B7CE-8140-623E-18969345E889}"/>
          </ac:graphicFrameMkLst>
        </pc:graphicFrameChg>
        <pc:graphicFrameChg chg="add mod modGraphic">
          <ac:chgData name="Perez Garza Anahi" userId="3d96f3a1-74f1-4bed-b6de-0d6a02700cc5" providerId="ADAL" clId="{4B0AD328-AC90-4AA0-8235-78385F1747A0}" dt="2026-02-24T21:48:14.293" v="90"/>
          <ac:graphicFrameMkLst>
            <pc:docMk/>
            <pc:sldMk cId="1984715688" sldId="2147482943"/>
            <ac:graphicFrameMk id="15" creationId="{AA32ACD3-E55F-D4CB-E937-005F440AE3CA}"/>
          </ac:graphicFrameMkLst>
        </pc:graphicFrameChg>
        <pc:graphicFrameChg chg="add mod modGraphic">
          <ac:chgData name="Perez Garza Anahi" userId="3d96f3a1-74f1-4bed-b6de-0d6a02700cc5" providerId="ADAL" clId="{4B0AD328-AC90-4AA0-8235-78385F1747A0}" dt="2026-02-24T21:48:22.141" v="93" actId="1076"/>
          <ac:graphicFrameMkLst>
            <pc:docMk/>
            <pc:sldMk cId="1984715688" sldId="2147482943"/>
            <ac:graphicFrameMk id="17" creationId="{EE3AB628-FE34-F168-5189-AF2DE401B5E6}"/>
          </ac:graphicFrameMkLst>
        </pc:graphicFrameChg>
      </pc:sldChg>
      <pc:sldChg chg="modSp mod modNotesTx">
        <pc:chgData name="Perez Garza Anahi" userId="3d96f3a1-74f1-4bed-b6de-0d6a02700cc5" providerId="ADAL" clId="{4B0AD328-AC90-4AA0-8235-78385F1747A0}" dt="2026-02-25T18:00:58.960" v="2306" actId="20577"/>
        <pc:sldMkLst>
          <pc:docMk/>
          <pc:sldMk cId="946345740" sldId="2147482944"/>
        </pc:sldMkLst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2" creationId="{5C7FE4F8-1D50-3B4B-8AAC-2417CBBCFEA9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7" creationId="{9D12D446-A1FE-2D55-8ED8-9BF6AB433C6D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9" creationId="{01FD7DEA-CCB0-3F0F-FCE1-E42492D493A9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1" creationId="{68E8AB1C-0912-901D-0DF3-E8CB08F3F881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2" creationId="{00BAA50C-D38E-8DF6-685A-DAFAE69206BE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3" creationId="{42D0F290-D177-ABE8-7B9A-391D7C05E93A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4" creationId="{BC6835E8-F0BE-E0DA-D1F3-BF15948CC999}"/>
          </ac:spMkLst>
        </pc:spChg>
        <pc:spChg chg="mod">
          <ac:chgData name="Perez Garza Anahi" userId="3d96f3a1-74f1-4bed-b6de-0d6a02700cc5" providerId="ADAL" clId="{4B0AD328-AC90-4AA0-8235-78385F1747A0}" dt="2026-02-25T17:58:42.243" v="2190" actId="207"/>
          <ac:spMkLst>
            <pc:docMk/>
            <pc:sldMk cId="946345740" sldId="2147482944"/>
            <ac:spMk id="15" creationId="{31B8A6E4-AF49-5BBB-2D6D-34655455BB58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8" creationId="{EE4B3D03-78D4-E434-A214-B4F4ED3147E3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19" creationId="{9F4BED0D-E57D-53BA-5559-732695A6AE78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21" creationId="{7401378D-D1E9-5ABF-82D0-A09EADCF9921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27" creationId="{CB426A0A-057F-CD5D-5ECB-DE46EE96DBDE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28" creationId="{F56E75B3-107F-CB1B-7F16-52AB46B217A0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29" creationId="{00A9E07E-BC25-19F0-7E29-6EA050AE4FD2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0" creationId="{0F3CD23E-008B-96BB-6553-057E3D828213}"/>
          </ac:spMkLst>
        </pc:spChg>
        <pc:spChg chg="mod">
          <ac:chgData name="Perez Garza Anahi" userId="3d96f3a1-74f1-4bed-b6de-0d6a02700cc5" providerId="ADAL" clId="{4B0AD328-AC90-4AA0-8235-78385F1747A0}" dt="2026-02-25T17:59:02.187" v="2191" actId="207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2" creationId="{C58A2AF4-113F-A799-EFE4-1A902C2B0763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3" creationId="{F2DA68DD-9EF6-F60A-7687-BB917FC39F87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4" creationId="{53142616-0094-6DC4-48F1-FA37A2A17640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5" creationId="{46D49AC2-BD04-6DBE-818D-697878E1DF70}"/>
          </ac:spMkLst>
        </pc:spChg>
        <pc:spChg chg="mod">
          <ac:chgData name="Perez Garza Anahi" userId="3d96f3a1-74f1-4bed-b6de-0d6a02700cc5" providerId="ADAL" clId="{4B0AD328-AC90-4AA0-8235-78385F1747A0}" dt="2026-02-25T17:59:35.817" v="2192" actId="207"/>
          <ac:spMkLst>
            <pc:docMk/>
            <pc:sldMk cId="946345740" sldId="2147482944"/>
            <ac:spMk id="36" creationId="{10011520-7618-A3C8-798B-5836617AD8CC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7" creationId="{F94D6656-5C4D-D893-4041-37DA27F2EA55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8" creationId="{A9162D19-B604-E685-83B3-82B7DEDE0227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39" creationId="{2184184E-6F5C-5679-F5E2-F9BE720EDCF6}"/>
          </ac:spMkLst>
        </pc:spChg>
        <pc:spChg chg="mod">
          <ac:chgData name="Perez Garza Anahi" userId="3d96f3a1-74f1-4bed-b6de-0d6a02700cc5" providerId="ADAL" clId="{4B0AD328-AC90-4AA0-8235-78385F1747A0}" dt="2026-02-25T18:00:11.168" v="2193" actId="207"/>
          <ac:spMkLst>
            <pc:docMk/>
            <pc:sldMk cId="946345740" sldId="2147482944"/>
            <ac:spMk id="40" creationId="{2C91F9A0-9AF9-626F-9293-CE0E105B592B}"/>
          </ac:spMkLst>
        </pc:spChg>
        <pc:spChg chg="mod">
          <ac:chgData name="Perez Garza Anahi" userId="3d96f3a1-74f1-4bed-b6de-0d6a02700cc5" providerId="ADAL" clId="{4B0AD328-AC90-4AA0-8235-78385F1747A0}" dt="2026-02-25T16:46:42.530" v="1250" actId="1076"/>
          <ac:spMkLst>
            <pc:docMk/>
            <pc:sldMk cId="946345740" sldId="2147482944"/>
            <ac:spMk id="41" creationId="{F2DFFA15-F145-F25C-0AEC-D3991E68F61F}"/>
          </ac:spMkLst>
        </pc:spChg>
      </pc:sldChg>
      <pc:sldChg chg="addSp delSp modSp mod modShow">
        <pc:chgData name="Perez Garza Anahi" userId="3d96f3a1-74f1-4bed-b6de-0d6a02700cc5" providerId="ADAL" clId="{4B0AD328-AC90-4AA0-8235-78385F1747A0}" dt="2026-02-25T05:11:31.992" v="867" actId="20577"/>
        <pc:sldMkLst>
          <pc:docMk/>
          <pc:sldMk cId="2944001035" sldId="2147482945"/>
        </pc:sldMkLst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2" creationId="{95537519-FC68-3EE9-AA6E-7347B173A5F9}"/>
          </ac:spMkLst>
        </pc:spChg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4" creationId="{FDF7BD93-7152-5D76-C4BB-ADC289E2F8EA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5" creationId="{CECF3C7D-9F9C-75E8-5E40-7414BCE30AD9}"/>
          </ac:spMkLst>
        </pc:spChg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6" creationId="{95AE0D19-6275-945D-FCC2-FC25B0BF8A0B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7" creationId="{6F5DADD0-1B05-51B3-3CA2-5D066DF0CF9A}"/>
          </ac:spMkLst>
        </pc:spChg>
        <pc:spChg chg="mod">
          <ac:chgData name="Perez Garza Anahi" userId="3d96f3a1-74f1-4bed-b6de-0d6a02700cc5" providerId="ADAL" clId="{4B0AD328-AC90-4AA0-8235-78385F1747A0}" dt="2026-02-25T05:11:31.992" v="867" actId="20577"/>
          <ac:spMkLst>
            <pc:docMk/>
            <pc:sldMk cId="2944001035" sldId="2147482945"/>
            <ac:spMk id="8" creationId="{35769B02-838B-10EC-DB8D-8A4ED180CC34}"/>
          </ac:spMkLst>
        </pc:spChg>
        <pc:spChg chg="add 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9" creationId="{BA6BA345-8F51-06D9-8C78-EA32498ED483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10" creationId="{1A8C5DBC-DB50-9649-10E4-2111B3E8CE0A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11" creationId="{5EFEE4DD-31C5-7022-5306-BF095519AA19}"/>
          </ac:spMkLst>
        </pc:spChg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12" creationId="{1F512CCB-1B7F-51AF-359E-0F1F7BCDB0E9}"/>
          </ac:spMkLst>
        </pc:spChg>
        <pc:spChg chg="add del">
          <ac:chgData name="Perez Garza Anahi" userId="3d96f3a1-74f1-4bed-b6de-0d6a02700cc5" providerId="ADAL" clId="{4B0AD328-AC90-4AA0-8235-78385F1747A0}" dt="2026-02-25T05:02:32.251" v="707" actId="22"/>
          <ac:spMkLst>
            <pc:docMk/>
            <pc:sldMk cId="2944001035" sldId="2147482945"/>
            <ac:spMk id="12" creationId="{A9827F9D-0313-A658-D52C-325F8567D2E1}"/>
          </ac:spMkLst>
        </pc:spChg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13" creationId="{EA7DC22D-BA2A-5432-3ED2-74FE3E4BEF0A}"/>
          </ac:spMkLst>
        </pc:spChg>
        <pc:spChg chg="del">
          <ac:chgData name="Perez Garza Anahi" userId="3d96f3a1-74f1-4bed-b6de-0d6a02700cc5" providerId="ADAL" clId="{4B0AD328-AC90-4AA0-8235-78385F1747A0}" dt="2026-02-24T21:46:50.859" v="75" actId="478"/>
          <ac:spMkLst>
            <pc:docMk/>
            <pc:sldMk cId="2944001035" sldId="2147482945"/>
            <ac:spMk id="14" creationId="{14B87331-BA78-592E-5E35-056340EF3FB5}"/>
          </ac:spMkLst>
        </pc:spChg>
        <pc:spChg chg="add 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15" creationId="{469B5A46-52EC-2F24-D6F9-D4FE3DDFED43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16" creationId="{E56DB0F4-F54B-DF39-E43F-BF3E44DF62C3}"/>
          </ac:spMkLst>
        </pc:spChg>
        <pc:spChg chg="del">
          <ac:chgData name="Perez Garza Anahi" userId="3d96f3a1-74f1-4bed-b6de-0d6a02700cc5" providerId="ADAL" clId="{4B0AD328-AC90-4AA0-8235-78385F1747A0}" dt="2026-02-24T21:47:13.116" v="80" actId="478"/>
          <ac:spMkLst>
            <pc:docMk/>
            <pc:sldMk cId="2944001035" sldId="2147482945"/>
            <ac:spMk id="17" creationId="{5CC0F0DE-AFA5-A6C3-F19D-088D02D8A134}"/>
          </ac:spMkLst>
        </pc:spChg>
        <pc:spChg chg="del">
          <ac:chgData name="Perez Garza Anahi" userId="3d96f3a1-74f1-4bed-b6de-0d6a02700cc5" providerId="ADAL" clId="{4B0AD328-AC90-4AA0-8235-78385F1747A0}" dt="2026-02-24T21:47:11.458" v="79" actId="478"/>
          <ac:spMkLst>
            <pc:docMk/>
            <pc:sldMk cId="2944001035" sldId="2147482945"/>
            <ac:spMk id="18" creationId="{4A55959C-76D7-F282-E4EB-8710A3C0B335}"/>
          </ac:spMkLst>
        </pc:spChg>
        <pc:spChg chg="del">
          <ac:chgData name="Perez Garza Anahi" userId="3d96f3a1-74f1-4bed-b6de-0d6a02700cc5" providerId="ADAL" clId="{4B0AD328-AC90-4AA0-8235-78385F1747A0}" dt="2026-02-24T21:47:11.458" v="79" actId="478"/>
          <ac:spMkLst>
            <pc:docMk/>
            <pc:sldMk cId="2944001035" sldId="2147482945"/>
            <ac:spMk id="19" creationId="{213819E4-F31F-AF16-15AD-4E04A1DB035D}"/>
          </ac:spMkLst>
        </pc:spChg>
        <pc:spChg chg="del">
          <ac:chgData name="Perez Garza Anahi" userId="3d96f3a1-74f1-4bed-b6de-0d6a02700cc5" providerId="ADAL" clId="{4B0AD328-AC90-4AA0-8235-78385F1747A0}" dt="2026-02-24T21:47:11.458" v="79" actId="478"/>
          <ac:spMkLst>
            <pc:docMk/>
            <pc:sldMk cId="2944001035" sldId="2147482945"/>
            <ac:spMk id="20" creationId="{7AA2A9CB-7090-ACB9-4A82-F9D2119C47A2}"/>
          </ac:spMkLst>
        </pc:spChg>
        <pc:spChg chg="del">
          <ac:chgData name="Perez Garza Anahi" userId="3d96f3a1-74f1-4bed-b6de-0d6a02700cc5" providerId="ADAL" clId="{4B0AD328-AC90-4AA0-8235-78385F1747A0}" dt="2026-02-24T21:47:11.458" v="79" actId="478"/>
          <ac:spMkLst>
            <pc:docMk/>
            <pc:sldMk cId="2944001035" sldId="2147482945"/>
            <ac:spMk id="21" creationId="{CE1D01FD-584F-0E3B-7A3D-DC5F5668C290}"/>
          </ac:spMkLst>
        </pc:spChg>
        <pc:spChg chg="del">
          <ac:chgData name="Perez Garza Anahi" userId="3d96f3a1-74f1-4bed-b6de-0d6a02700cc5" providerId="ADAL" clId="{4B0AD328-AC90-4AA0-8235-78385F1747A0}" dt="2026-02-24T21:47:11.458" v="79" actId="478"/>
          <ac:spMkLst>
            <pc:docMk/>
            <pc:sldMk cId="2944001035" sldId="2147482945"/>
            <ac:spMk id="22" creationId="{918B9043-5A2A-40A0-B544-35C4CEC6B9A9}"/>
          </ac:spMkLst>
        </pc:spChg>
        <pc:spChg chg="del">
          <ac:chgData name="Perez Garza Anahi" userId="3d96f3a1-74f1-4bed-b6de-0d6a02700cc5" providerId="ADAL" clId="{4B0AD328-AC90-4AA0-8235-78385F1747A0}" dt="2026-02-24T21:47:47.790" v="85" actId="478"/>
          <ac:spMkLst>
            <pc:docMk/>
            <pc:sldMk cId="2944001035" sldId="2147482945"/>
            <ac:spMk id="23" creationId="{BA7F6532-A7BD-E20F-DDEA-9BE761F99408}"/>
          </ac:spMkLst>
        </pc:spChg>
        <pc:spChg chg="mod">
          <ac:chgData name="Perez Garza Anahi" userId="3d96f3a1-74f1-4bed-b6de-0d6a02700cc5" providerId="ADAL" clId="{4B0AD328-AC90-4AA0-8235-78385F1747A0}" dt="2026-02-25T05:01:54.360" v="702" actId="1076"/>
          <ac:spMkLst>
            <pc:docMk/>
            <pc:sldMk cId="2944001035" sldId="2147482945"/>
            <ac:spMk id="24" creationId="{30C542EF-81FF-8D4A-E88C-70C85511A91A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25" creationId="{1A8952F6-2F5B-8239-E882-6ED79848E8A2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26" creationId="{7BBFC8E0-35FB-B5A4-F0B4-168B43A815EE}"/>
          </ac:spMkLst>
        </pc:spChg>
        <pc:spChg chg="mod">
          <ac:chgData name="Perez Garza Anahi" userId="3d96f3a1-74f1-4bed-b6de-0d6a02700cc5" providerId="ADAL" clId="{4B0AD328-AC90-4AA0-8235-78385F1747A0}" dt="2026-02-25T05:01:54.360" v="702" actId="1076"/>
          <ac:spMkLst>
            <pc:docMk/>
            <pc:sldMk cId="2944001035" sldId="2147482945"/>
            <ac:spMk id="27" creationId="{06879978-8430-034C-C550-3A606B237594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28" creationId="{9690A9AE-2B8D-37E7-C767-097881075089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29" creationId="{B3D3B606-C3BB-D04B-D3D2-98061EEACD16}"/>
          </ac:spMkLst>
        </pc:spChg>
        <pc:spChg chg="mod">
          <ac:chgData name="Perez Garza Anahi" userId="3d96f3a1-74f1-4bed-b6de-0d6a02700cc5" providerId="ADAL" clId="{4B0AD328-AC90-4AA0-8235-78385F1747A0}" dt="2026-02-25T05:01:54.360" v="702" actId="1076"/>
          <ac:spMkLst>
            <pc:docMk/>
            <pc:sldMk cId="2944001035" sldId="2147482945"/>
            <ac:spMk id="30" creationId="{CE645B8E-233E-8121-1523-D16F498EE32E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1" creationId="{293DAA71-D951-5914-3576-1662F6F8D1A5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2" creationId="{42788C3E-D93E-F83F-E668-407404095D83}"/>
          </ac:spMkLst>
        </pc:spChg>
        <pc:spChg chg="mod">
          <ac:chgData name="Perez Garza Anahi" userId="3d96f3a1-74f1-4bed-b6de-0d6a02700cc5" providerId="ADAL" clId="{4B0AD328-AC90-4AA0-8235-78385F1747A0}" dt="2026-02-25T05:01:54.360" v="702" actId="1076"/>
          <ac:spMkLst>
            <pc:docMk/>
            <pc:sldMk cId="2944001035" sldId="2147482945"/>
            <ac:spMk id="33" creationId="{4DCCC991-E4C3-6D82-7168-6FD63133D816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4" creationId="{B9DB0C9F-61C6-F4E4-746F-C58E15200BF0}"/>
          </ac:spMkLst>
        </pc:spChg>
        <pc:spChg chg="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5" creationId="{5C225143-E6F9-47ED-285E-753917605E9C}"/>
          </ac:spMkLst>
        </pc:spChg>
        <pc:spChg chg="mod">
          <ac:chgData name="Perez Garza Anahi" userId="3d96f3a1-74f1-4bed-b6de-0d6a02700cc5" providerId="ADAL" clId="{4B0AD328-AC90-4AA0-8235-78385F1747A0}" dt="2026-02-25T05:01:54.360" v="702" actId="1076"/>
          <ac:spMkLst>
            <pc:docMk/>
            <pc:sldMk cId="2944001035" sldId="2147482945"/>
            <ac:spMk id="36" creationId="{B66860F7-8486-22FF-8CBE-550E4C9DE66D}"/>
          </ac:spMkLst>
        </pc:spChg>
        <pc:spChg chg="add 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7" creationId="{809380C1-E508-3C19-4039-9751EF57AFEB}"/>
          </ac:spMkLst>
        </pc:spChg>
        <pc:spChg chg="add mod">
          <ac:chgData name="Perez Garza Anahi" userId="3d96f3a1-74f1-4bed-b6de-0d6a02700cc5" providerId="ADAL" clId="{4B0AD328-AC90-4AA0-8235-78385F1747A0}" dt="2026-02-24T21:47:45.537" v="84" actId="1076"/>
          <ac:spMkLst>
            <pc:docMk/>
            <pc:sldMk cId="2944001035" sldId="2147482945"/>
            <ac:spMk id="38" creationId="{018ABA6C-C0A2-3B4F-4F46-77BF84063435}"/>
          </ac:spMkLst>
        </pc:spChg>
        <pc:graphicFrameChg chg="add mod">
          <ac:chgData name="Perez Garza Anahi" userId="3d96f3a1-74f1-4bed-b6de-0d6a02700cc5" providerId="ADAL" clId="{4B0AD328-AC90-4AA0-8235-78385F1747A0}" dt="2026-02-25T05:02:23.376" v="703"/>
          <ac:graphicFrameMkLst>
            <pc:docMk/>
            <pc:sldMk cId="2944001035" sldId="2147482945"/>
            <ac:graphicFrameMk id="2" creationId="{51E40487-A9E6-9EFC-D4E0-88C168292A60}"/>
          </ac:graphicFrameMkLst>
        </pc:graphicFrameChg>
        <pc:graphicFrameChg chg="add mod">
          <ac:chgData name="Perez Garza Anahi" userId="3d96f3a1-74f1-4bed-b6de-0d6a02700cc5" providerId="ADAL" clId="{4B0AD328-AC90-4AA0-8235-78385F1747A0}" dt="2026-02-25T05:02:28.022" v="704"/>
          <ac:graphicFrameMkLst>
            <pc:docMk/>
            <pc:sldMk cId="2944001035" sldId="2147482945"/>
            <ac:graphicFrameMk id="4" creationId="{415BBF01-C8AE-4796-AE60-E90957DA641A}"/>
          </ac:graphicFrameMkLst>
        </pc:graphicFrameChg>
      </pc:sldChg>
      <pc:sldChg chg="del">
        <pc:chgData name="Perez Garza Anahi" userId="3d96f3a1-74f1-4bed-b6de-0d6a02700cc5" providerId="ADAL" clId="{4B0AD328-AC90-4AA0-8235-78385F1747A0}" dt="2026-02-24T21:45:22.139" v="35" actId="47"/>
        <pc:sldMkLst>
          <pc:docMk/>
          <pc:sldMk cId="679105534" sldId="2147482948"/>
        </pc:sldMkLst>
      </pc:sldChg>
      <pc:sldChg chg="modSp mod">
        <pc:chgData name="Perez Garza Anahi" userId="3d96f3a1-74f1-4bed-b6de-0d6a02700cc5" providerId="ADAL" clId="{4B0AD328-AC90-4AA0-8235-78385F1747A0}" dt="2026-02-25T05:21:29.540" v="1241" actId="20577"/>
        <pc:sldMkLst>
          <pc:docMk/>
          <pc:sldMk cId="4059062230" sldId="2147482950"/>
        </pc:sldMkLst>
        <pc:spChg chg="mod">
          <ac:chgData name="Perez Garza Anahi" userId="3d96f3a1-74f1-4bed-b6de-0d6a02700cc5" providerId="ADAL" clId="{4B0AD328-AC90-4AA0-8235-78385F1747A0}" dt="2026-02-25T05:21:29.540" v="1241" actId="20577"/>
          <ac:spMkLst>
            <pc:docMk/>
            <pc:sldMk cId="4059062230" sldId="2147482950"/>
            <ac:spMk id="3" creationId="{6537DE6F-1964-E3F7-C046-CE9D29BB7EDE}"/>
          </ac:spMkLst>
        </pc:spChg>
      </pc:sldChg>
      <pc:sldChg chg="addSp modSp mod">
        <pc:chgData name="Perez Garza Anahi" userId="3d96f3a1-74f1-4bed-b6de-0d6a02700cc5" providerId="ADAL" clId="{4B0AD328-AC90-4AA0-8235-78385F1747A0}" dt="2026-02-25T17:53:29.677" v="2067" actId="20577"/>
        <pc:sldMkLst>
          <pc:docMk/>
          <pc:sldMk cId="376322309" sldId="2147482955"/>
        </pc:sldMkLst>
        <pc:spChg chg="add mod">
          <ac:chgData name="Perez Garza Anahi" userId="3d96f3a1-74f1-4bed-b6de-0d6a02700cc5" providerId="ADAL" clId="{4B0AD328-AC90-4AA0-8235-78385F1747A0}" dt="2026-02-25T17:39:36.499" v="1597" actId="1076"/>
          <ac:spMkLst>
            <pc:docMk/>
            <pc:sldMk cId="376322309" sldId="2147482955"/>
            <ac:spMk id="2" creationId="{C27BAC4B-896B-8F9A-87DD-0E111285B61D}"/>
          </ac:spMkLst>
        </pc:spChg>
        <pc:spChg chg="mod">
          <ac:chgData name="Perez Garza Anahi" userId="3d96f3a1-74f1-4bed-b6de-0d6a02700cc5" providerId="ADAL" clId="{4B0AD328-AC90-4AA0-8235-78385F1747A0}" dt="2026-02-24T21:48:44.221" v="115" actId="20577"/>
          <ac:spMkLst>
            <pc:docMk/>
            <pc:sldMk cId="376322309" sldId="2147482955"/>
            <ac:spMk id="4" creationId="{AED201DD-66CC-23E3-BDD9-16094502AFFB}"/>
          </ac:spMkLst>
        </pc:spChg>
        <pc:spChg chg="mod">
          <ac:chgData name="Perez Garza Anahi" userId="3d96f3a1-74f1-4bed-b6de-0d6a02700cc5" providerId="ADAL" clId="{4B0AD328-AC90-4AA0-8235-78385F1747A0}" dt="2026-02-25T17:53:29.677" v="2067" actId="20577"/>
          <ac:spMkLst>
            <pc:docMk/>
            <pc:sldMk cId="376322309" sldId="2147482955"/>
            <ac:spMk id="17" creationId="{F1D06FE5-7F07-2D04-69DE-261CC6B68038}"/>
          </ac:spMkLst>
        </pc:spChg>
      </pc:sldChg>
      <pc:sldChg chg="modSp mod">
        <pc:chgData name="Perez Garza Anahi" userId="3d96f3a1-74f1-4bed-b6de-0d6a02700cc5" providerId="ADAL" clId="{4B0AD328-AC90-4AA0-8235-78385F1747A0}" dt="2026-02-24T21:48:51.299" v="116"/>
        <pc:sldMkLst>
          <pc:docMk/>
          <pc:sldMk cId="296960731" sldId="2147482956"/>
        </pc:sldMkLst>
        <pc:spChg chg="mod">
          <ac:chgData name="Perez Garza Anahi" userId="3d96f3a1-74f1-4bed-b6de-0d6a02700cc5" providerId="ADAL" clId="{4B0AD328-AC90-4AA0-8235-78385F1747A0}" dt="2026-02-24T21:48:51.299" v="116"/>
          <ac:spMkLst>
            <pc:docMk/>
            <pc:sldMk cId="296960731" sldId="2147482956"/>
            <ac:spMk id="4" creationId="{AED201DD-66CC-23E3-BDD9-16094502AFFB}"/>
          </ac:spMkLst>
        </pc:spChg>
        <pc:spChg chg="mod">
          <ac:chgData name="Perez Garza Anahi" userId="3d96f3a1-74f1-4bed-b6de-0d6a02700cc5" providerId="ADAL" clId="{4B0AD328-AC90-4AA0-8235-78385F1747A0}" dt="2026-02-24T21:45:18.771" v="34"/>
          <ac:spMkLst>
            <pc:docMk/>
            <pc:sldMk cId="296960731" sldId="2147482956"/>
            <ac:spMk id="17" creationId="{F1D06FE5-7F07-2D04-69DE-261CC6B68038}"/>
          </ac:spMkLst>
        </pc:spChg>
      </pc:sldChg>
      <pc:sldChg chg="addSp delSp modSp add mod">
        <pc:chgData name="Perez Garza Anahi" userId="3d96f3a1-74f1-4bed-b6de-0d6a02700cc5" providerId="ADAL" clId="{4B0AD328-AC90-4AA0-8235-78385F1747A0}" dt="2026-02-25T05:20:37.408" v="1193" actId="14100"/>
        <pc:sldMkLst>
          <pc:docMk/>
          <pc:sldMk cId="2282670243" sldId="2147483647"/>
        </pc:sldMkLst>
        <pc:spChg chg="add mod">
          <ac:chgData name="Perez Garza Anahi" userId="3d96f3a1-74f1-4bed-b6de-0d6a02700cc5" providerId="ADAL" clId="{4B0AD328-AC90-4AA0-8235-78385F1747A0}" dt="2026-02-25T05:20:37.408" v="1193" actId="14100"/>
          <ac:spMkLst>
            <pc:docMk/>
            <pc:sldMk cId="2282670243" sldId="2147483647"/>
            <ac:spMk id="2" creationId="{D6D73888-BA12-B225-80DF-0F6B50D9285F}"/>
          </ac:spMkLst>
        </pc:spChg>
        <pc:spChg chg="add mod">
          <ac:chgData name="Perez Garza Anahi" userId="3d96f3a1-74f1-4bed-b6de-0d6a02700cc5" providerId="ADAL" clId="{4B0AD328-AC90-4AA0-8235-78385F1747A0}" dt="2026-02-25T05:20:37.408" v="1193" actId="14100"/>
          <ac:spMkLst>
            <pc:docMk/>
            <pc:sldMk cId="2282670243" sldId="2147483647"/>
            <ac:spMk id="4" creationId="{CE8B5A9F-B840-44D9-E0B0-5109685B164D}"/>
          </ac:spMkLst>
        </pc:spChg>
        <pc:spChg chg="add mod">
          <ac:chgData name="Perez Garza Anahi" userId="3d96f3a1-74f1-4bed-b6de-0d6a02700cc5" providerId="ADAL" clId="{4B0AD328-AC90-4AA0-8235-78385F1747A0}" dt="2026-02-25T05:20:37.408" v="1193" actId="14100"/>
          <ac:spMkLst>
            <pc:docMk/>
            <pc:sldMk cId="2282670243" sldId="2147483647"/>
            <ac:spMk id="5" creationId="{3D0876E9-EE9C-17CE-A204-D047C37CE2BB}"/>
          </ac:spMkLst>
        </pc:spChg>
        <pc:spChg chg="add mod">
          <ac:chgData name="Perez Garza Anahi" userId="3d96f3a1-74f1-4bed-b6de-0d6a02700cc5" providerId="ADAL" clId="{4B0AD328-AC90-4AA0-8235-78385F1747A0}" dt="2026-02-25T05:20:37.408" v="1193" actId="14100"/>
          <ac:spMkLst>
            <pc:docMk/>
            <pc:sldMk cId="2282670243" sldId="2147483647"/>
            <ac:spMk id="7" creationId="{643E9F93-3EAA-9E7A-8424-149F71F554D7}"/>
          </ac:spMkLst>
        </pc:spChg>
        <pc:spChg chg="mod">
          <ac:chgData name="Perez Garza Anahi" userId="3d96f3a1-74f1-4bed-b6de-0d6a02700cc5" providerId="ADAL" clId="{4B0AD328-AC90-4AA0-8235-78385F1747A0}" dt="2026-02-25T05:19:58.005" v="1121" actId="1076"/>
          <ac:spMkLst>
            <pc:docMk/>
            <pc:sldMk cId="2282670243" sldId="2147483647"/>
            <ac:spMk id="57" creationId="{D70224B8-23D6-5BD2-0B6C-E121837D8C34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82" creationId="{99B32F23-A28C-7A2A-7AF2-9A9DFC4C9982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84" creationId="{6C986092-84E9-8A11-7D03-E8731F71663F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86" creationId="{382859A5-FE4A-3322-B953-920E7E28FA64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88" creationId="{BB9BDB68-E85D-8AC8-E493-4469F9F07EE5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91" creationId="{177872D3-49A4-EA83-89D5-CC4C57ED3BED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92" creationId="{DD1694C4-5E26-F5CE-3F76-5E11F9B004D5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93" creationId="{AD96441D-E062-3975-392D-9F803D8B5B36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94" creationId="{C486F90F-EC4D-5140-96BF-98EB757E53EA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100" creationId="{F9F1B8E2-E872-3472-6AA5-05BD127D1F6B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02" creationId="{CA4FD1D2-E46F-57D1-B961-4A204CEBAC07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03" creationId="{63502E19-969B-9CC8-85A9-D3730A9709BE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106" creationId="{72DC4F0F-F8C8-B38A-EFAF-1B853C1C2082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07" creationId="{5F085DBE-1062-D189-03DC-62BCD7552042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08" creationId="{BC1E75BF-A5E8-E225-ABCC-8690513AA3D4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09" creationId="{2E8C04ED-F22D-DDF5-F8FC-7FE785BB48AF}"/>
          </ac:spMkLst>
        </pc:spChg>
        <pc:spChg chg="del">
          <ac:chgData name="Perez Garza Anahi" userId="3d96f3a1-74f1-4bed-b6de-0d6a02700cc5" providerId="ADAL" clId="{4B0AD328-AC90-4AA0-8235-78385F1747A0}" dt="2026-02-24T21:45:48.853" v="38" actId="478"/>
          <ac:spMkLst>
            <pc:docMk/>
            <pc:sldMk cId="2282670243" sldId="2147483647"/>
            <ac:spMk id="110" creationId="{DD60565F-0D8F-17AB-2BA3-22D3A2575F02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164" creationId="{94BBD4BA-0B87-4C89-E7DD-12E9F0F224E2}"/>
          </ac:spMkLst>
        </pc:spChg>
        <pc:spChg chg="mod">
          <ac:chgData name="Perez Garza Anahi" userId="3d96f3a1-74f1-4bed-b6de-0d6a02700cc5" providerId="ADAL" clId="{4B0AD328-AC90-4AA0-8235-78385F1747A0}" dt="2026-02-25T05:20:02.638" v="1122" actId="1076"/>
          <ac:spMkLst>
            <pc:docMk/>
            <pc:sldMk cId="2282670243" sldId="2147483647"/>
            <ac:spMk id="173" creationId="{3F6746B2-8CDF-BE92-4F76-0C0957F68BCD}"/>
          </ac:spMkLst>
        </pc:spChg>
        <pc:spChg chg="mod">
          <ac:chgData name="Perez Garza Anahi" userId="3d96f3a1-74f1-4bed-b6de-0d6a02700cc5" providerId="ADAL" clId="{4B0AD328-AC90-4AA0-8235-78385F1747A0}" dt="2026-02-24T21:46:32.804" v="74" actId="1076"/>
          <ac:spMkLst>
            <pc:docMk/>
            <pc:sldMk cId="2282670243" sldId="2147483647"/>
            <ac:spMk id="206" creationId="{167A64BB-1818-37AB-F05C-5AC75C78ED19}"/>
          </ac:spMkLst>
        </pc:sp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3" creationId="{AC91FB03-FD1F-E6B1-1F6D-A4C86F2D05DB}"/>
          </ac:cxnSpMkLst>
        </pc:cxn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14" creationId="{C0DAD0F2-4099-6FB7-B70C-C695BCBB2F52}"/>
          </ac:cxnSpMkLst>
        </pc:cxn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38" creationId="{C8046C63-7BDB-545A-8ED8-4B473267DC48}"/>
          </ac:cxnSpMkLst>
        </pc:cxn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46" creationId="{547021AF-2778-A329-E711-D2CC4EA3AEA2}"/>
          </ac:cxnSpMkLst>
        </pc:cxn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85" creationId="{D9BE6DF5-88FE-CF4D-D0FB-90D249A35128}"/>
          </ac:cxnSpMkLst>
        </pc:cxnChg>
        <pc:cxnChg chg="mod">
          <ac:chgData name="Perez Garza Anahi" userId="3d96f3a1-74f1-4bed-b6de-0d6a02700cc5" providerId="ADAL" clId="{4B0AD328-AC90-4AA0-8235-78385F1747A0}" dt="2026-02-25T05:20:02.638" v="1122" actId="1076"/>
          <ac:cxnSpMkLst>
            <pc:docMk/>
            <pc:sldMk cId="2282670243" sldId="2147483647"/>
            <ac:cxnSpMk id="87" creationId="{F2C41756-0D7C-BF1F-8E1B-9929C384A615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89" creationId="{79846B11-86AA-B9A3-3176-C8D6BACFB8C8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90" creationId="{210FAE5B-05C8-DD9A-DC6D-42032FE390F8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95" creationId="{C430436B-80B4-01CA-6914-CA14DD7E9956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96" creationId="{9FB3B2A5-F385-117F-E61B-D346385A4CF8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97" creationId="{112D3B26-7E11-5F71-8C47-91CA57580A25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98" creationId="{1CE62618-CDD7-EB31-2F2A-0BE784E57951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04" creationId="{5A69471D-E803-4ACB-4FEB-96451AD4BDE7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05" creationId="{7E800FAB-C2AA-D83C-F4B7-54BE3857FF42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11" creationId="{126D2DAD-393C-F302-76F9-FAB1402D4091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12" creationId="{B26F3493-8D75-5C6F-D06B-2F817F028622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13" creationId="{971FC8C8-1CE8-9652-006A-467AC63FEDDA}"/>
          </ac:cxnSpMkLst>
        </pc:cxnChg>
        <pc:cxnChg chg="del mod">
          <ac:chgData name="Perez Garza Anahi" userId="3d96f3a1-74f1-4bed-b6de-0d6a02700cc5" providerId="ADAL" clId="{4B0AD328-AC90-4AA0-8235-78385F1747A0}" dt="2026-02-24T21:45:48.853" v="38" actId="478"/>
          <ac:cxnSpMkLst>
            <pc:docMk/>
            <pc:sldMk cId="2282670243" sldId="2147483647"/>
            <ac:cxnSpMk id="114" creationId="{927603FE-9B61-1A37-FCC8-20FFBE7CD48B}"/>
          </ac:cxnSpMkLst>
        </pc:cxnChg>
      </pc:sldChg>
      <pc:sldMasterChg chg="delSldLayout">
        <pc:chgData name="Perez Garza Anahi" userId="3d96f3a1-74f1-4bed-b6de-0d6a02700cc5" providerId="ADAL" clId="{4B0AD328-AC90-4AA0-8235-78385F1747A0}" dt="2026-02-24T21:45:23.711" v="36" actId="47"/>
        <pc:sldMasterMkLst>
          <pc:docMk/>
          <pc:sldMasterMk cId="3614363576" sldId="2147483661"/>
        </pc:sldMasterMkLst>
        <pc:sldLayoutChg chg="del">
          <pc:chgData name="Perez Garza Anahi" userId="3d96f3a1-74f1-4bed-b6de-0d6a02700cc5" providerId="ADAL" clId="{4B0AD328-AC90-4AA0-8235-78385F1747A0}" dt="2026-02-24T21:45:23.711" v="36" actId="47"/>
          <pc:sldLayoutMkLst>
            <pc:docMk/>
            <pc:sldMasterMk cId="3614363576" sldId="2147483661"/>
            <pc:sldLayoutMk cId="1563716312" sldId="2147483666"/>
          </pc:sldLayoutMkLst>
        </pc:sldLayoutChg>
      </pc:sldMasterChg>
    </pc:docChg>
  </pc:docChgLst>
  <pc:docChgLst>
    <pc:chgData name="Perez Garza Anahi" userId="3d96f3a1-74f1-4bed-b6de-0d6a02700cc5" providerId="ADAL" clId="{A9C68045-448D-4140-A1E5-8B555432F043}"/>
    <pc:docChg chg="custSel modSld">
      <pc:chgData name="Perez Garza Anahi" userId="3d96f3a1-74f1-4bed-b6de-0d6a02700cc5" providerId="ADAL" clId="{A9C68045-448D-4140-A1E5-8B555432F043}" dt="2026-02-24T04:26:34.121" v="458" actId="1076"/>
      <pc:docMkLst>
        <pc:docMk/>
      </pc:docMkLst>
      <pc:sldChg chg="addSp modSp mod">
        <pc:chgData name="Perez Garza Anahi" userId="3d96f3a1-74f1-4bed-b6de-0d6a02700cc5" providerId="ADAL" clId="{A9C68045-448D-4140-A1E5-8B555432F043}" dt="2026-02-24T04:26:34.121" v="458" actId="1076"/>
        <pc:sldMkLst>
          <pc:docMk/>
          <pc:sldMk cId="1984715688" sldId="2147482943"/>
        </pc:sldMkLst>
        <pc:spChg chg="add mod ord">
          <ac:chgData name="Perez Garza Anahi" userId="3d96f3a1-74f1-4bed-b6de-0d6a02700cc5" providerId="ADAL" clId="{A9C68045-448D-4140-A1E5-8B555432F043}" dt="2026-02-24T04:26:12.090" v="452" actId="14100"/>
          <ac:spMkLst>
            <pc:docMk/>
            <pc:sldMk cId="1984715688" sldId="2147482943"/>
            <ac:spMk id="4" creationId="{F273D5BA-85D3-C47A-239B-E8DD6B484D22}"/>
          </ac:spMkLst>
        </pc:spChg>
        <pc:spChg chg="add mod ord">
          <ac:chgData name="Perez Garza Anahi" userId="3d96f3a1-74f1-4bed-b6de-0d6a02700cc5" providerId="ADAL" clId="{A9C68045-448D-4140-A1E5-8B555432F043}" dt="2026-02-24T04:26:30.850" v="456" actId="14100"/>
          <ac:spMkLst>
            <pc:docMk/>
            <pc:sldMk cId="1984715688" sldId="2147482943"/>
            <ac:spMk id="9" creationId="{19184C03-AC28-9BA4-B756-2CD86384DEE3}"/>
          </ac:spMkLst>
        </pc:spChg>
        <pc:spChg chg="add mod ord">
          <ac:chgData name="Perez Garza Anahi" userId="3d96f3a1-74f1-4bed-b6de-0d6a02700cc5" providerId="ADAL" clId="{A9C68045-448D-4140-A1E5-8B555432F043}" dt="2026-02-24T04:26:27.310" v="455" actId="14100"/>
          <ac:spMkLst>
            <pc:docMk/>
            <pc:sldMk cId="1984715688" sldId="2147482943"/>
            <ac:spMk id="11" creationId="{CA259E49-32B0-B943-01D4-022070342295}"/>
          </ac:spMkLst>
        </pc:spChg>
        <pc:spChg chg="mod">
          <ac:chgData name="Perez Garza Anahi" userId="3d96f3a1-74f1-4bed-b6de-0d6a02700cc5" providerId="ADAL" clId="{A9C68045-448D-4140-A1E5-8B555432F043}" dt="2026-02-24T04:25:56.113" v="451" actId="1076"/>
          <ac:spMkLst>
            <pc:docMk/>
            <pc:sldMk cId="1984715688" sldId="2147482943"/>
            <ac:spMk id="12" creationId="{88CF2FDA-BB4C-E55C-115D-BB25F24378F9}"/>
          </ac:spMkLst>
        </pc:spChg>
        <pc:spChg chg="mod">
          <ac:chgData name="Perez Garza Anahi" userId="3d96f3a1-74f1-4bed-b6de-0d6a02700cc5" providerId="ADAL" clId="{A9C68045-448D-4140-A1E5-8B555432F043}" dt="2026-02-24T04:26:34.121" v="458" actId="1076"/>
          <ac:spMkLst>
            <pc:docMk/>
            <pc:sldMk cId="1984715688" sldId="2147482943"/>
            <ac:spMk id="13" creationId="{D704E574-6CAC-27B5-5470-87C0E60750C1}"/>
          </ac:spMkLst>
        </pc:spChg>
        <pc:spChg chg="mod">
          <ac:chgData name="Perez Garza Anahi" userId="3d96f3a1-74f1-4bed-b6de-0d6a02700cc5" providerId="ADAL" clId="{A9C68045-448D-4140-A1E5-8B555432F043}" dt="2026-02-24T04:25:56.113" v="451" actId="1076"/>
          <ac:spMkLst>
            <pc:docMk/>
            <pc:sldMk cId="1984715688" sldId="2147482943"/>
            <ac:spMk id="14" creationId="{B2F380EB-E5B9-5B50-6CCA-5A3D9908E7A6}"/>
          </ac:spMkLst>
        </pc:spChg>
        <pc:spChg chg="mod">
          <ac:chgData name="Perez Garza Anahi" userId="3d96f3a1-74f1-4bed-b6de-0d6a02700cc5" providerId="ADAL" clId="{A9C68045-448D-4140-A1E5-8B555432F043}" dt="2026-02-24T04:21:25.872" v="215" actId="1076"/>
          <ac:spMkLst>
            <pc:docMk/>
            <pc:sldMk cId="1984715688" sldId="2147482943"/>
            <ac:spMk id="70" creationId="{87FDD6D4-CE7A-2B79-5038-EC744418E164}"/>
          </ac:spMkLst>
        </pc:spChg>
        <pc:graphicFrameChg chg="mod">
          <ac:chgData name="Perez Garza Anahi" userId="3d96f3a1-74f1-4bed-b6de-0d6a02700cc5" providerId="ADAL" clId="{A9C68045-448D-4140-A1E5-8B555432F043}" dt="2026-02-24T04:26:32.052" v="457" actId="1076"/>
          <ac:graphicFrameMkLst>
            <pc:docMk/>
            <pc:sldMk cId="1984715688" sldId="2147482943"/>
            <ac:graphicFrameMk id="3" creationId="{FAD28124-1A68-0DBE-3B0C-D189AAB7C944}"/>
          </ac:graphicFrameMkLst>
        </pc:graphicFrameChg>
        <pc:graphicFrameChg chg="add mod modGraphic">
          <ac:chgData name="Perez Garza Anahi" userId="3d96f3a1-74f1-4bed-b6de-0d6a02700cc5" providerId="ADAL" clId="{A9C68045-448D-4140-A1E5-8B555432F043}" dt="2026-02-24T04:25:56.113" v="451" actId="1076"/>
          <ac:graphicFrameMkLst>
            <pc:docMk/>
            <pc:sldMk cId="1984715688" sldId="2147482943"/>
            <ac:graphicFrameMk id="7" creationId="{62BF6BAF-EEBF-CC3A-B4D8-E1076F2D929E}"/>
          </ac:graphicFrameMkLst>
        </pc:graphicFrameChg>
        <pc:graphicFrameChg chg="mod">
          <ac:chgData name="Perez Garza Anahi" userId="3d96f3a1-74f1-4bed-b6de-0d6a02700cc5" providerId="ADAL" clId="{A9C68045-448D-4140-A1E5-8B555432F043}" dt="2026-02-24T04:25:56.113" v="451" actId="1076"/>
          <ac:graphicFrameMkLst>
            <pc:docMk/>
            <pc:sldMk cId="1984715688" sldId="2147482943"/>
            <ac:graphicFrameMk id="8" creationId="{14ED546A-B7CE-8140-623E-18969345E889}"/>
          </ac:graphicFrameMkLst>
        </pc:graphicFrameChg>
        <pc:graphicFrameChg chg="mod">
          <ac:chgData name="Perez Garza Anahi" userId="3d96f3a1-74f1-4bed-b6de-0d6a02700cc5" providerId="ADAL" clId="{A9C68045-448D-4140-A1E5-8B555432F043}" dt="2026-02-24T04:25:56.113" v="451" actId="1076"/>
          <ac:graphicFrameMkLst>
            <pc:docMk/>
            <pc:sldMk cId="1984715688" sldId="2147482943"/>
            <ac:graphicFrameMk id="10" creationId="{431F8BB0-150E-39B7-BBF1-B78511638F7A}"/>
          </ac:graphicFrameMkLst>
        </pc:graphicFrameChg>
      </pc:sldChg>
      <pc:sldChg chg="modSp mod">
        <pc:chgData name="Perez Garza Anahi" userId="3d96f3a1-74f1-4bed-b6de-0d6a02700cc5" providerId="ADAL" clId="{A9C68045-448D-4140-A1E5-8B555432F043}" dt="2026-02-24T04:24:07.732" v="430" actId="20577"/>
        <pc:sldMkLst>
          <pc:docMk/>
          <pc:sldMk cId="946345740" sldId="2147482944"/>
        </pc:sldMkLst>
        <pc:spChg chg="mod">
          <ac:chgData name="Perez Garza Anahi" userId="3d96f3a1-74f1-4bed-b6de-0d6a02700cc5" providerId="ADAL" clId="{A9C68045-448D-4140-A1E5-8B555432F043}" dt="2026-02-24T04:23:16.445" v="233" actId="20577"/>
          <ac:spMkLst>
            <pc:docMk/>
            <pc:sldMk cId="946345740" sldId="2147482944"/>
            <ac:spMk id="2" creationId="{5C7FE4F8-1D50-3B4B-8AAC-2417CBBCFEA9}"/>
          </ac:spMkLst>
        </pc:spChg>
        <pc:spChg chg="mod">
          <ac:chgData name="Perez Garza Anahi" userId="3d96f3a1-74f1-4bed-b6de-0d6a02700cc5" providerId="ADAL" clId="{A9C68045-448D-4140-A1E5-8B555432F043}" dt="2026-02-24T04:23:37.449" v="314" actId="20577"/>
          <ac:spMkLst>
            <pc:docMk/>
            <pc:sldMk cId="946345740" sldId="2147482944"/>
            <ac:spMk id="7" creationId="{9D12D446-A1FE-2D55-8ED8-9BF6AB433C6D}"/>
          </ac:spMkLst>
        </pc:spChg>
        <pc:spChg chg="mod">
          <ac:chgData name="Perez Garza Anahi" userId="3d96f3a1-74f1-4bed-b6de-0d6a02700cc5" providerId="ADAL" clId="{A9C68045-448D-4140-A1E5-8B555432F043}" dt="2026-02-24T04:24:07.732" v="430" actId="20577"/>
          <ac:spMkLst>
            <pc:docMk/>
            <pc:sldMk cId="946345740" sldId="2147482944"/>
            <ac:spMk id="9" creationId="{01FD7DEA-CCB0-3F0F-FCE1-E42492D493A9}"/>
          </ac:spMkLst>
        </pc:spChg>
        <pc:spChg chg="mod">
          <ac:chgData name="Perez Garza Anahi" userId="3d96f3a1-74f1-4bed-b6de-0d6a02700cc5" providerId="ADAL" clId="{A9C68045-448D-4140-A1E5-8B555432F043}" dt="2026-02-24T04:23:22.127" v="245" actId="20577"/>
          <ac:spMkLst>
            <pc:docMk/>
            <pc:sldMk cId="946345740" sldId="2147482944"/>
            <ac:spMk id="20" creationId="{A1ABDE23-FC17-AD90-BC9E-AF97FB35EE52}"/>
          </ac:spMkLst>
        </pc:spChg>
        <pc:spChg chg="mod">
          <ac:chgData name="Perez Garza Anahi" userId="3d96f3a1-74f1-4bed-b6de-0d6a02700cc5" providerId="ADAL" clId="{A9C68045-448D-4140-A1E5-8B555432F043}" dt="2026-02-24T04:23:08.381" v="225" actId="207"/>
          <ac:spMkLst>
            <pc:docMk/>
            <pc:sldMk cId="946345740" sldId="2147482944"/>
            <ac:spMk id="21" creationId="{7401378D-D1E9-5ABF-82D0-A09EADCF9921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27" creationId="{CB426A0A-057F-CD5D-5ECB-DE46EE96DBDE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28" creationId="{F56E75B3-107F-CB1B-7F16-52AB46B217A0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29" creationId="{00A9E07E-BC25-19F0-7E29-6EA050AE4FD2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0" creationId="{0F3CD23E-008B-96BB-6553-057E3D828213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2" creationId="{C58A2AF4-113F-A799-EFE4-1A902C2B0763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3" creationId="{F2DA68DD-9EF6-F60A-7687-BB917FC39F87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4" creationId="{53142616-0094-6DC4-48F1-FA37A2A17640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5" creationId="{46D49AC2-BD04-6DBE-818D-697878E1DF70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6" creationId="{10011520-7618-A3C8-798B-5836617AD8CC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7" creationId="{F94D6656-5C4D-D893-4041-37DA27F2EA55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8" creationId="{A9162D19-B604-E685-83B3-82B7DEDE0227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39" creationId="{2184184E-6F5C-5679-F5E2-F9BE720EDCF6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40" creationId="{2C91F9A0-9AF9-626F-9293-CE0E105B592B}"/>
          </ac:spMkLst>
        </pc:spChg>
        <pc:spChg chg="mod">
          <ac:chgData name="Perez Garza Anahi" userId="3d96f3a1-74f1-4bed-b6de-0d6a02700cc5" providerId="ADAL" clId="{A9C68045-448D-4140-A1E5-8B555432F043}" dt="2026-02-24T04:21:11.287" v="214" actId="1076"/>
          <ac:spMkLst>
            <pc:docMk/>
            <pc:sldMk cId="946345740" sldId="2147482944"/>
            <ac:spMk id="41" creationId="{F2DFFA15-F145-F25C-0AEC-D3991E68F61F}"/>
          </ac:spMkLst>
        </pc:spChg>
      </pc:sldChg>
      <pc:sldChg chg="addSp delSp modSp mod">
        <pc:chgData name="Perez Garza Anahi" userId="3d96f3a1-74f1-4bed-b6de-0d6a02700cc5" providerId="ADAL" clId="{A9C68045-448D-4140-A1E5-8B555432F043}" dt="2026-02-24T04:20:13.421" v="213" actId="20577"/>
        <pc:sldMkLst>
          <pc:docMk/>
          <pc:sldMk cId="2944001035" sldId="2147482945"/>
        </pc:sldMkLst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2" creationId="{95537519-FC68-3EE9-AA6E-7347B173A5F9}"/>
          </ac:spMkLst>
        </pc:spChg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4" creationId="{FDF7BD93-7152-5D76-C4BB-ADC289E2F8EA}"/>
          </ac:spMkLst>
        </pc:spChg>
        <pc:spChg chg="add mod">
          <ac:chgData name="Perez Garza Anahi" userId="3d96f3a1-74f1-4bed-b6de-0d6a02700cc5" providerId="ADAL" clId="{A9C68045-448D-4140-A1E5-8B555432F043}" dt="2026-02-24T04:20:13.421" v="213" actId="20577"/>
          <ac:spMkLst>
            <pc:docMk/>
            <pc:sldMk cId="2944001035" sldId="2147482945"/>
            <ac:spMk id="5" creationId="{CECF3C7D-9F9C-75E8-5E40-7414BCE30AD9}"/>
          </ac:spMkLst>
        </pc:spChg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6" creationId="{95AE0D19-6275-945D-FCC2-FC25B0BF8A0B}"/>
          </ac:spMkLst>
        </pc:spChg>
        <pc:spChg chg="add mod">
          <ac:chgData name="Perez Garza Anahi" userId="3d96f3a1-74f1-4bed-b6de-0d6a02700cc5" providerId="ADAL" clId="{A9C68045-448D-4140-A1E5-8B555432F043}" dt="2026-02-24T04:16:31.928" v="19" actId="1076"/>
          <ac:spMkLst>
            <pc:docMk/>
            <pc:sldMk cId="2944001035" sldId="2147482945"/>
            <ac:spMk id="7" creationId="{6F5DADD0-1B05-51B3-3CA2-5D066DF0CF9A}"/>
          </ac:spMkLst>
        </pc:spChg>
        <pc:spChg chg="add mod">
          <ac:chgData name="Perez Garza Anahi" userId="3d96f3a1-74f1-4bed-b6de-0d6a02700cc5" providerId="ADAL" clId="{A9C68045-448D-4140-A1E5-8B555432F043}" dt="2026-02-24T04:16:49.189" v="62" actId="1076"/>
          <ac:spMkLst>
            <pc:docMk/>
            <pc:sldMk cId="2944001035" sldId="2147482945"/>
            <ac:spMk id="10" creationId="{1A8C5DBC-DB50-9649-10E4-2111B3E8CE0A}"/>
          </ac:spMkLst>
        </pc:spChg>
        <pc:spChg chg="add mod">
          <ac:chgData name="Perez Garza Anahi" userId="3d96f3a1-74f1-4bed-b6de-0d6a02700cc5" providerId="ADAL" clId="{A9C68045-448D-4140-A1E5-8B555432F043}" dt="2026-02-24T04:17:25.547" v="170" actId="20577"/>
          <ac:spMkLst>
            <pc:docMk/>
            <pc:sldMk cId="2944001035" sldId="2147482945"/>
            <ac:spMk id="11" creationId="{5EFEE4DD-31C5-7022-5306-BF095519AA19}"/>
          </ac:spMkLst>
        </pc:spChg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12" creationId="{1F512CCB-1B7F-51AF-359E-0F1F7BCDB0E9}"/>
          </ac:spMkLst>
        </pc:spChg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13" creationId="{EA7DC22D-BA2A-5432-3ED2-74FE3E4BEF0A}"/>
          </ac:spMkLst>
        </pc:spChg>
        <pc:spChg chg="mod">
          <ac:chgData name="Perez Garza Anahi" userId="3d96f3a1-74f1-4bed-b6de-0d6a02700cc5" providerId="ADAL" clId="{A9C68045-448D-4140-A1E5-8B555432F043}" dt="2026-02-24T04:16:08.140" v="2" actId="1076"/>
          <ac:spMkLst>
            <pc:docMk/>
            <pc:sldMk cId="2944001035" sldId="2147482945"/>
            <ac:spMk id="14" creationId="{14B87331-BA78-592E-5E35-056340EF3FB5}"/>
          </ac:spMkLst>
        </pc:spChg>
        <pc:spChg chg="add del mod">
          <ac:chgData name="Perez Garza Anahi" userId="3d96f3a1-74f1-4bed-b6de-0d6a02700cc5" providerId="ADAL" clId="{A9C68045-448D-4140-A1E5-8B555432F043}" dt="2026-02-24T04:17:34.921" v="173" actId="478"/>
          <ac:spMkLst>
            <pc:docMk/>
            <pc:sldMk cId="2944001035" sldId="2147482945"/>
            <ac:spMk id="15" creationId="{517AF243-3B76-4CD7-8B91-A2FA5E7F51AE}"/>
          </ac:spMkLst>
        </pc:spChg>
        <pc:spChg chg="add mod">
          <ac:chgData name="Perez Garza Anahi" userId="3d96f3a1-74f1-4bed-b6de-0d6a02700cc5" providerId="ADAL" clId="{A9C68045-448D-4140-A1E5-8B555432F043}" dt="2026-02-24T04:17:57.276" v="178" actId="208"/>
          <ac:spMkLst>
            <pc:docMk/>
            <pc:sldMk cId="2944001035" sldId="2147482945"/>
            <ac:spMk id="16" creationId="{E56DB0F4-F54B-DF39-E43F-BF3E44DF62C3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17" creationId="{5CC0F0DE-AFA5-A6C3-F19D-088D02D8A134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18" creationId="{4A55959C-76D7-F282-E4EB-8710A3C0B335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19" creationId="{213819E4-F31F-AF16-15AD-4E04A1DB035D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20" creationId="{7AA2A9CB-7090-ACB9-4A82-F9D2119C47A2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21" creationId="{CE1D01FD-584F-0E3B-7A3D-DC5F5668C290}"/>
          </ac:spMkLst>
        </pc:spChg>
        <pc:spChg chg="mod">
          <ac:chgData name="Perez Garza Anahi" userId="3d96f3a1-74f1-4bed-b6de-0d6a02700cc5" providerId="ADAL" clId="{A9C68045-448D-4140-A1E5-8B555432F043}" dt="2026-02-24T04:19:40.974" v="193" actId="14100"/>
          <ac:spMkLst>
            <pc:docMk/>
            <pc:sldMk cId="2944001035" sldId="2147482945"/>
            <ac:spMk id="22" creationId="{918B9043-5A2A-40A0-B544-35C4CEC6B9A9}"/>
          </ac:spMkLst>
        </pc:spChg>
        <pc:spChg chg="add mod">
          <ac:chgData name="Perez Garza Anahi" userId="3d96f3a1-74f1-4bed-b6de-0d6a02700cc5" providerId="ADAL" clId="{A9C68045-448D-4140-A1E5-8B555432F043}" dt="2026-02-24T04:19:02.113" v="184" actId="1076"/>
          <ac:spMkLst>
            <pc:docMk/>
            <pc:sldMk cId="2944001035" sldId="2147482945"/>
            <ac:spMk id="24" creationId="{30C542EF-81FF-8D4A-E88C-70C85511A91A}"/>
          </ac:spMkLst>
        </pc:spChg>
        <pc:spChg chg="add mod">
          <ac:chgData name="Perez Garza Anahi" userId="3d96f3a1-74f1-4bed-b6de-0d6a02700cc5" providerId="ADAL" clId="{A9C68045-448D-4140-A1E5-8B555432F043}" dt="2026-02-24T04:19:43.990" v="195" actId="20577"/>
          <ac:spMkLst>
            <pc:docMk/>
            <pc:sldMk cId="2944001035" sldId="2147482945"/>
            <ac:spMk id="25" creationId="{1A8952F6-2F5B-8239-E882-6ED79848E8A2}"/>
          </ac:spMkLst>
        </pc:spChg>
        <pc:spChg chg="add mod">
          <ac:chgData name="Perez Garza Anahi" userId="3d96f3a1-74f1-4bed-b6de-0d6a02700cc5" providerId="ADAL" clId="{A9C68045-448D-4140-A1E5-8B555432F043}" dt="2026-02-24T04:19:08.610" v="186" actId="1076"/>
          <ac:spMkLst>
            <pc:docMk/>
            <pc:sldMk cId="2944001035" sldId="2147482945"/>
            <ac:spMk id="26" creationId="{7BBFC8E0-35FB-B5A4-F0B4-168B43A815EE}"/>
          </ac:spMkLst>
        </pc:spChg>
        <pc:spChg chg="add mod">
          <ac:chgData name="Perez Garza Anahi" userId="3d96f3a1-74f1-4bed-b6de-0d6a02700cc5" providerId="ADAL" clId="{A9C68045-448D-4140-A1E5-8B555432F043}" dt="2026-02-24T04:19:08.610" v="186" actId="1076"/>
          <ac:spMkLst>
            <pc:docMk/>
            <pc:sldMk cId="2944001035" sldId="2147482945"/>
            <ac:spMk id="27" creationId="{06879978-8430-034C-C550-3A606B237594}"/>
          </ac:spMkLst>
        </pc:spChg>
        <pc:spChg chg="add mod">
          <ac:chgData name="Perez Garza Anahi" userId="3d96f3a1-74f1-4bed-b6de-0d6a02700cc5" providerId="ADAL" clId="{A9C68045-448D-4140-A1E5-8B555432F043}" dt="2026-02-24T04:19:46.329" v="197" actId="20577"/>
          <ac:spMkLst>
            <pc:docMk/>
            <pc:sldMk cId="2944001035" sldId="2147482945"/>
            <ac:spMk id="28" creationId="{9690A9AE-2B8D-37E7-C767-097881075089}"/>
          </ac:spMkLst>
        </pc:spChg>
        <pc:spChg chg="add mod">
          <ac:chgData name="Perez Garza Anahi" userId="3d96f3a1-74f1-4bed-b6de-0d6a02700cc5" providerId="ADAL" clId="{A9C68045-448D-4140-A1E5-8B555432F043}" dt="2026-02-24T04:19:14.972" v="188" actId="1076"/>
          <ac:spMkLst>
            <pc:docMk/>
            <pc:sldMk cId="2944001035" sldId="2147482945"/>
            <ac:spMk id="29" creationId="{B3D3B606-C3BB-D04B-D3D2-98061EEACD16}"/>
          </ac:spMkLst>
        </pc:spChg>
        <pc:spChg chg="add mod">
          <ac:chgData name="Perez Garza Anahi" userId="3d96f3a1-74f1-4bed-b6de-0d6a02700cc5" providerId="ADAL" clId="{A9C68045-448D-4140-A1E5-8B555432F043}" dt="2026-02-24T04:19:14.972" v="188" actId="1076"/>
          <ac:spMkLst>
            <pc:docMk/>
            <pc:sldMk cId="2944001035" sldId="2147482945"/>
            <ac:spMk id="30" creationId="{CE645B8E-233E-8121-1523-D16F498EE32E}"/>
          </ac:spMkLst>
        </pc:spChg>
        <pc:spChg chg="add mod">
          <ac:chgData name="Perez Garza Anahi" userId="3d96f3a1-74f1-4bed-b6de-0d6a02700cc5" providerId="ADAL" clId="{A9C68045-448D-4140-A1E5-8B555432F043}" dt="2026-02-24T04:19:48.699" v="199" actId="20577"/>
          <ac:spMkLst>
            <pc:docMk/>
            <pc:sldMk cId="2944001035" sldId="2147482945"/>
            <ac:spMk id="31" creationId="{293DAA71-D951-5914-3576-1662F6F8D1A5}"/>
          </ac:spMkLst>
        </pc:spChg>
        <pc:spChg chg="add mod">
          <ac:chgData name="Perez Garza Anahi" userId="3d96f3a1-74f1-4bed-b6de-0d6a02700cc5" providerId="ADAL" clId="{A9C68045-448D-4140-A1E5-8B555432F043}" dt="2026-02-24T04:19:21.949" v="190" actId="1076"/>
          <ac:spMkLst>
            <pc:docMk/>
            <pc:sldMk cId="2944001035" sldId="2147482945"/>
            <ac:spMk id="32" creationId="{42788C3E-D93E-F83F-E668-407404095D83}"/>
          </ac:spMkLst>
        </pc:spChg>
        <pc:spChg chg="add mod">
          <ac:chgData name="Perez Garza Anahi" userId="3d96f3a1-74f1-4bed-b6de-0d6a02700cc5" providerId="ADAL" clId="{A9C68045-448D-4140-A1E5-8B555432F043}" dt="2026-02-24T04:19:21.949" v="190" actId="1076"/>
          <ac:spMkLst>
            <pc:docMk/>
            <pc:sldMk cId="2944001035" sldId="2147482945"/>
            <ac:spMk id="33" creationId="{4DCCC991-E4C3-6D82-7168-6FD63133D816}"/>
          </ac:spMkLst>
        </pc:spChg>
        <pc:spChg chg="add mod">
          <ac:chgData name="Perez Garza Anahi" userId="3d96f3a1-74f1-4bed-b6de-0d6a02700cc5" providerId="ADAL" clId="{A9C68045-448D-4140-A1E5-8B555432F043}" dt="2026-02-24T04:19:51.758" v="201" actId="20577"/>
          <ac:spMkLst>
            <pc:docMk/>
            <pc:sldMk cId="2944001035" sldId="2147482945"/>
            <ac:spMk id="34" creationId="{B9DB0C9F-61C6-F4E4-746F-C58E15200BF0}"/>
          </ac:spMkLst>
        </pc:spChg>
        <pc:spChg chg="add mod">
          <ac:chgData name="Perez Garza Anahi" userId="3d96f3a1-74f1-4bed-b6de-0d6a02700cc5" providerId="ADAL" clId="{A9C68045-448D-4140-A1E5-8B555432F043}" dt="2026-02-24T04:19:30.408" v="192" actId="1076"/>
          <ac:spMkLst>
            <pc:docMk/>
            <pc:sldMk cId="2944001035" sldId="2147482945"/>
            <ac:spMk id="35" creationId="{5C225143-E6F9-47ED-285E-753917605E9C}"/>
          </ac:spMkLst>
        </pc:spChg>
        <pc:spChg chg="add mod">
          <ac:chgData name="Perez Garza Anahi" userId="3d96f3a1-74f1-4bed-b6de-0d6a02700cc5" providerId="ADAL" clId="{A9C68045-448D-4140-A1E5-8B555432F043}" dt="2026-02-24T04:19:30.408" v="192" actId="1076"/>
          <ac:spMkLst>
            <pc:docMk/>
            <pc:sldMk cId="2944001035" sldId="2147482945"/>
            <ac:spMk id="36" creationId="{B66860F7-8486-22FF-8CBE-550E4C9DE66D}"/>
          </ac:spMkLst>
        </pc:spChg>
      </pc:sldChg>
      <pc:sldChg chg="modSp mod">
        <pc:chgData name="Perez Garza Anahi" userId="3d96f3a1-74f1-4bed-b6de-0d6a02700cc5" providerId="ADAL" clId="{A9C68045-448D-4140-A1E5-8B555432F043}" dt="2026-02-24T04:14:55.933" v="1" actId="20577"/>
        <pc:sldMkLst>
          <pc:docMk/>
          <pc:sldMk cId="3920541010" sldId="2147482953"/>
        </pc:sldMkLst>
        <pc:spChg chg="mod">
          <ac:chgData name="Perez Garza Anahi" userId="3d96f3a1-74f1-4bed-b6de-0d6a02700cc5" providerId="ADAL" clId="{A9C68045-448D-4140-A1E5-8B555432F043}" dt="2026-02-24T04:14:55.933" v="1" actId="20577"/>
          <ac:spMkLst>
            <pc:docMk/>
            <pc:sldMk cId="3920541010" sldId="2147482953"/>
            <ac:spMk id="16" creationId="{CB01CA99-0760-1844-9A85-FD5467418E76}"/>
          </ac:spMkLst>
        </pc:spChg>
      </pc:sldChg>
    </pc:docChg>
  </pc:docChgLst>
  <pc:docChgLst>
    <pc:chgData name="Perez Garza Anahi" userId="3d96f3a1-74f1-4bed-b6de-0d6a02700cc5" providerId="ADAL" clId="{3CA915CE-B3AE-475F-B5D0-DD9252A19687}"/>
    <pc:docChg chg="undo custSel modSld">
      <pc:chgData name="Perez Garza Anahi" userId="3d96f3a1-74f1-4bed-b6de-0d6a02700cc5" providerId="ADAL" clId="{3CA915CE-B3AE-475F-B5D0-DD9252A19687}" dt="2026-03-02T22:31:49.076" v="263" actId="1076"/>
      <pc:docMkLst>
        <pc:docMk/>
      </pc:docMkLst>
      <pc:sldChg chg="modSp mod">
        <pc:chgData name="Perez Garza Anahi" userId="3d96f3a1-74f1-4bed-b6de-0d6a02700cc5" providerId="ADAL" clId="{3CA915CE-B3AE-475F-B5D0-DD9252A19687}" dt="2026-03-02T22:31:49.076" v="263" actId="1076"/>
        <pc:sldMkLst>
          <pc:docMk/>
          <pc:sldMk cId="1894943609" sldId="256"/>
        </pc:sldMkLst>
        <pc:graphicFrameChg chg="mod modGraphic">
          <ac:chgData name="Perez Garza Anahi" userId="3d96f3a1-74f1-4bed-b6de-0d6a02700cc5" providerId="ADAL" clId="{3CA915CE-B3AE-475F-B5D0-DD9252A19687}" dt="2026-03-02T22:31:49.076" v="263" actId="1076"/>
          <ac:graphicFrameMkLst>
            <pc:docMk/>
            <pc:sldMk cId="1894943609" sldId="256"/>
            <ac:graphicFrameMk id="4" creationId="{9977EE78-43D1-CBA5-F066-3FC5CF994962}"/>
          </ac:graphicFrameMkLst>
        </pc:graphicFrameChg>
      </pc:sldChg>
      <pc:sldChg chg="modSp mod">
        <pc:chgData name="Perez Garza Anahi" userId="3d96f3a1-74f1-4bed-b6de-0d6a02700cc5" providerId="ADAL" clId="{3CA915CE-B3AE-475F-B5D0-DD9252A19687}" dt="2026-03-02T22:24:03.401" v="70" actId="20577"/>
        <pc:sldMkLst>
          <pc:docMk/>
          <pc:sldMk cId="3748555724" sldId="2147482941"/>
        </pc:sldMkLst>
        <pc:spChg chg="mod">
          <ac:chgData name="Perez Garza Anahi" userId="3d96f3a1-74f1-4bed-b6de-0d6a02700cc5" providerId="ADAL" clId="{3CA915CE-B3AE-475F-B5D0-DD9252A19687}" dt="2026-03-02T22:24:03.401" v="70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Perez Garza Anahi" userId="3d96f3a1-74f1-4bed-b6de-0d6a02700cc5" providerId="ADAL" clId="{3CA915CE-B3AE-475F-B5D0-DD9252A19687}" dt="2026-03-02T22:23:57.459" v="63" actId="14100"/>
          <ac:spMkLst>
            <pc:docMk/>
            <pc:sldMk cId="3748555724" sldId="2147482941"/>
            <ac:spMk id="4" creationId="{BCC94514-1502-7445-9201-7BD20CD9B125}"/>
          </ac:spMkLst>
        </pc:spChg>
      </pc:sldChg>
      <pc:sldChg chg="modSp mod modNotesTx">
        <pc:chgData name="Perez Garza Anahi" userId="3d96f3a1-74f1-4bed-b6de-0d6a02700cc5" providerId="ADAL" clId="{3CA915CE-B3AE-475F-B5D0-DD9252A19687}" dt="2026-03-02T22:24:29.233" v="75" actId="20577"/>
        <pc:sldMkLst>
          <pc:docMk/>
          <pc:sldMk cId="946345740" sldId="2147482944"/>
        </pc:sldMkLst>
        <pc:spChg chg="mod">
          <ac:chgData name="Perez Garza Anahi" userId="3d96f3a1-74f1-4bed-b6de-0d6a02700cc5" providerId="ADAL" clId="{3CA915CE-B3AE-475F-B5D0-DD9252A19687}" dt="2026-03-02T22:24:18.847" v="71" actId="108"/>
          <ac:spMkLst>
            <pc:docMk/>
            <pc:sldMk cId="946345740" sldId="2147482944"/>
            <ac:spMk id="14" creationId="{BC6835E8-F0BE-E0DA-D1F3-BF15948CC999}"/>
          </ac:spMkLst>
        </pc:spChg>
        <pc:spChg chg="mod">
          <ac:chgData name="Perez Garza Anahi" userId="3d96f3a1-74f1-4bed-b6de-0d6a02700cc5" providerId="ADAL" clId="{3CA915CE-B3AE-475F-B5D0-DD9252A19687}" dt="2026-03-02T22:24:21.398" v="72" actId="108"/>
          <ac:spMkLst>
            <pc:docMk/>
            <pc:sldMk cId="946345740" sldId="2147482944"/>
            <ac:spMk id="29" creationId="{00A9E07E-BC25-19F0-7E29-6EA050AE4FD2}"/>
          </ac:spMkLst>
        </pc:spChg>
        <pc:spChg chg="mod">
          <ac:chgData name="Perez Garza Anahi" userId="3d96f3a1-74f1-4bed-b6de-0d6a02700cc5" providerId="ADAL" clId="{3CA915CE-B3AE-475F-B5D0-DD9252A19687}" dt="2026-03-02T22:24:24.273" v="73" actId="108"/>
          <ac:spMkLst>
            <pc:docMk/>
            <pc:sldMk cId="946345740" sldId="2147482944"/>
            <ac:spMk id="34" creationId="{53142616-0094-6DC4-48F1-FA37A2A17640}"/>
          </ac:spMkLst>
        </pc:spChg>
        <pc:spChg chg="mod">
          <ac:chgData name="Perez Garza Anahi" userId="3d96f3a1-74f1-4bed-b6de-0d6a02700cc5" providerId="ADAL" clId="{3CA915CE-B3AE-475F-B5D0-DD9252A19687}" dt="2026-03-02T22:24:26.788" v="74" actId="108"/>
          <ac:spMkLst>
            <pc:docMk/>
            <pc:sldMk cId="946345740" sldId="2147482944"/>
            <ac:spMk id="39" creationId="{2184184E-6F5C-5679-F5E2-F9BE720EDCF6}"/>
          </ac:spMkLst>
        </pc:spChg>
      </pc:sldChg>
      <pc:sldChg chg="modSp mod modNotesTx">
        <pc:chgData name="Perez Garza Anahi" userId="3d96f3a1-74f1-4bed-b6de-0d6a02700cc5" providerId="ADAL" clId="{3CA915CE-B3AE-475F-B5D0-DD9252A19687}" dt="2026-03-02T22:26:39.809" v="121" actId="20577"/>
        <pc:sldMkLst>
          <pc:docMk/>
          <pc:sldMk cId="376322309" sldId="2147482955"/>
        </pc:sldMkLst>
        <pc:spChg chg="mod">
          <ac:chgData name="Perez Garza Anahi" userId="3d96f3a1-74f1-4bed-b6de-0d6a02700cc5" providerId="ADAL" clId="{3CA915CE-B3AE-475F-B5D0-DD9252A19687}" dt="2026-03-02T22:26:39.809" v="121" actId="20577"/>
          <ac:spMkLst>
            <pc:docMk/>
            <pc:sldMk cId="376322309" sldId="2147482955"/>
            <ac:spMk id="4" creationId="{AED201DD-66CC-23E3-BDD9-16094502AFFB}"/>
          </ac:spMkLst>
        </pc:spChg>
        <pc:spChg chg="mod">
          <ac:chgData name="Perez Garza Anahi" userId="3d96f3a1-74f1-4bed-b6de-0d6a02700cc5" providerId="ADAL" clId="{3CA915CE-B3AE-475F-B5D0-DD9252A19687}" dt="2026-03-02T22:25:58.820" v="78"/>
          <ac:spMkLst>
            <pc:docMk/>
            <pc:sldMk cId="376322309" sldId="2147482955"/>
            <ac:spMk id="17" creationId="{F1D06FE5-7F07-2D04-69DE-261CC6B68038}"/>
          </ac:spMkLst>
        </pc:spChg>
      </pc:sldChg>
      <pc:sldChg chg="modSp mod">
        <pc:chgData name="Perez Garza Anahi" userId="3d96f3a1-74f1-4bed-b6de-0d6a02700cc5" providerId="ADAL" clId="{3CA915CE-B3AE-475F-B5D0-DD9252A19687}" dt="2026-03-02T22:26:46.404" v="122"/>
        <pc:sldMkLst>
          <pc:docMk/>
          <pc:sldMk cId="296960731" sldId="2147482956"/>
        </pc:sldMkLst>
        <pc:spChg chg="mod">
          <ac:chgData name="Perez Garza Anahi" userId="3d96f3a1-74f1-4bed-b6de-0d6a02700cc5" providerId="ADAL" clId="{3CA915CE-B3AE-475F-B5D0-DD9252A19687}" dt="2026-03-02T22:26:46.404" v="122"/>
          <ac:spMkLst>
            <pc:docMk/>
            <pc:sldMk cId="296960731" sldId="2147482956"/>
            <ac:spMk id="4" creationId="{AED201DD-66CC-23E3-BDD9-16094502AFFB}"/>
          </ac:spMkLst>
        </pc:spChg>
        <pc:spChg chg="mod">
          <ac:chgData name="Perez Garza Anahi" userId="3d96f3a1-74f1-4bed-b6de-0d6a02700cc5" providerId="ADAL" clId="{3CA915CE-B3AE-475F-B5D0-DD9252A19687}" dt="2026-03-02T22:26:20.419" v="82"/>
          <ac:spMkLst>
            <pc:docMk/>
            <pc:sldMk cId="296960731" sldId="2147482956"/>
            <ac:spMk id="17" creationId="{F1D06FE5-7F07-2D04-69DE-261CC6B68038}"/>
          </ac:spMkLst>
        </pc:spChg>
      </pc:sldChg>
      <pc:sldChg chg="addSp delSp modSp mod">
        <pc:chgData name="Perez Garza Anahi" userId="3d96f3a1-74f1-4bed-b6de-0d6a02700cc5" providerId="ADAL" clId="{3CA915CE-B3AE-475F-B5D0-DD9252A19687}" dt="2026-03-02T22:29:59.407" v="179" actId="478"/>
        <pc:sldMkLst>
          <pc:docMk/>
          <pc:sldMk cId="2282670243" sldId="2147483647"/>
        </pc:sldMkLst>
        <pc:spChg chg="mod">
          <ac:chgData name="Perez Garza Anahi" userId="3d96f3a1-74f1-4bed-b6de-0d6a02700cc5" providerId="ADAL" clId="{3CA915CE-B3AE-475F-B5D0-DD9252A19687}" dt="2026-03-02T22:29:31.254" v="163" actId="20577"/>
          <ac:spMkLst>
            <pc:docMk/>
            <pc:sldMk cId="2282670243" sldId="2147483647"/>
            <ac:spMk id="2" creationId="{D6D73888-BA12-B225-80DF-0F6B50D9285F}"/>
          </ac:spMkLst>
        </pc:spChg>
        <pc:spChg chg="add del">
          <ac:chgData name="Perez Garza Anahi" userId="3d96f3a1-74f1-4bed-b6de-0d6a02700cc5" providerId="ADAL" clId="{3CA915CE-B3AE-475F-B5D0-DD9252A19687}" dt="2026-03-02T22:29:02.136" v="155" actId="22"/>
          <ac:spMkLst>
            <pc:docMk/>
            <pc:sldMk cId="2282670243" sldId="2147483647"/>
            <ac:spMk id="4" creationId="{8BA8BE48-522D-AE70-08B5-D21874908375}"/>
          </ac:spMkLst>
        </pc:spChg>
        <pc:spChg chg="add mod">
          <ac:chgData name="Perez Garza Anahi" userId="3d96f3a1-74f1-4bed-b6de-0d6a02700cc5" providerId="ADAL" clId="{3CA915CE-B3AE-475F-B5D0-DD9252A19687}" dt="2026-03-02T22:29:15.058" v="157" actId="1076"/>
          <ac:spMkLst>
            <pc:docMk/>
            <pc:sldMk cId="2282670243" sldId="2147483647"/>
            <ac:spMk id="5" creationId="{06041113-A853-9FC9-9061-A57ACDA1DE73}"/>
          </ac:spMkLst>
        </pc:spChg>
        <pc:spChg chg="add mod">
          <ac:chgData name="Perez Garza Anahi" userId="3d96f3a1-74f1-4bed-b6de-0d6a02700cc5" providerId="ADAL" clId="{3CA915CE-B3AE-475F-B5D0-DD9252A19687}" dt="2026-03-02T22:29:15.058" v="157" actId="1076"/>
          <ac:spMkLst>
            <pc:docMk/>
            <pc:sldMk cId="2282670243" sldId="2147483647"/>
            <ac:spMk id="7" creationId="{7D31B5FE-6526-0E6A-DDB1-CD3DA6CED5FA}"/>
          </ac:spMkLst>
        </pc:spChg>
        <pc:spChg chg="add mod">
          <ac:chgData name="Perez Garza Anahi" userId="3d96f3a1-74f1-4bed-b6de-0d6a02700cc5" providerId="ADAL" clId="{3CA915CE-B3AE-475F-B5D0-DD9252A19687}" dt="2026-03-02T22:29:19.352" v="158" actId="1076"/>
          <ac:spMkLst>
            <pc:docMk/>
            <pc:sldMk cId="2282670243" sldId="2147483647"/>
            <ac:spMk id="9" creationId="{884C2854-8B21-B670-4ED5-25AE8B54BDED}"/>
          </ac:spMkLst>
        </pc:spChg>
        <pc:spChg chg="add mod">
          <ac:chgData name="Perez Garza Anahi" userId="3d96f3a1-74f1-4bed-b6de-0d6a02700cc5" providerId="ADAL" clId="{3CA915CE-B3AE-475F-B5D0-DD9252A19687}" dt="2026-03-02T22:29:27.945" v="161" actId="1076"/>
          <ac:spMkLst>
            <pc:docMk/>
            <pc:sldMk cId="2282670243" sldId="2147483647"/>
            <ac:spMk id="10" creationId="{17F8C99B-827A-E58D-3B4B-BCC630AA7182}"/>
          </ac:spMkLst>
        </pc:spChg>
        <pc:spChg chg="add mod">
          <ac:chgData name="Perez Garza Anahi" userId="3d96f3a1-74f1-4bed-b6de-0d6a02700cc5" providerId="ADAL" clId="{3CA915CE-B3AE-475F-B5D0-DD9252A19687}" dt="2026-03-02T22:29:15.058" v="157" actId="1076"/>
          <ac:spMkLst>
            <pc:docMk/>
            <pc:sldMk cId="2282670243" sldId="2147483647"/>
            <ac:spMk id="11" creationId="{1A36BA13-F85A-3701-2159-3CDBBECAE552}"/>
          </ac:spMkLst>
        </pc:spChg>
        <pc:spChg chg="add mod">
          <ac:chgData name="Perez Garza Anahi" userId="3d96f3a1-74f1-4bed-b6de-0d6a02700cc5" providerId="ADAL" clId="{3CA915CE-B3AE-475F-B5D0-DD9252A19687}" dt="2026-03-02T22:29:23.405" v="160" actId="1076"/>
          <ac:spMkLst>
            <pc:docMk/>
            <pc:sldMk cId="2282670243" sldId="2147483647"/>
            <ac:spMk id="13" creationId="{661593B4-802F-346C-2EF8-5271C426B0C7}"/>
          </ac:spMkLst>
        </pc:spChg>
        <pc:spChg chg="add mod">
          <ac:chgData name="Perez Garza Anahi" userId="3d96f3a1-74f1-4bed-b6de-0d6a02700cc5" providerId="ADAL" clId="{3CA915CE-B3AE-475F-B5D0-DD9252A19687}" dt="2026-03-02T22:29:15.058" v="157" actId="1076"/>
          <ac:spMkLst>
            <pc:docMk/>
            <pc:sldMk cId="2282670243" sldId="2147483647"/>
            <ac:spMk id="15" creationId="{A38E76B7-E1E1-1B78-7AB9-915DBD1EE68D}"/>
          </ac:spMkLst>
        </pc:spChg>
        <pc:spChg chg="add mod">
          <ac:chgData name="Perez Garza Anahi" userId="3d96f3a1-74f1-4bed-b6de-0d6a02700cc5" providerId="ADAL" clId="{3CA915CE-B3AE-475F-B5D0-DD9252A19687}" dt="2026-03-02T22:29:54.117" v="176" actId="1076"/>
          <ac:spMkLst>
            <pc:docMk/>
            <pc:sldMk cId="2282670243" sldId="2147483647"/>
            <ac:spMk id="25" creationId="{37DFF966-E99E-3A99-C228-498A6A9A6C31}"/>
          </ac:spMkLst>
        </pc:spChg>
        <pc:spChg chg="add mod">
          <ac:chgData name="Perez Garza Anahi" userId="3d96f3a1-74f1-4bed-b6de-0d6a02700cc5" providerId="ADAL" clId="{3CA915CE-B3AE-475F-B5D0-DD9252A19687}" dt="2026-03-02T22:29:57.471" v="178" actId="1076"/>
          <ac:spMkLst>
            <pc:docMk/>
            <pc:sldMk cId="2282670243" sldId="2147483647"/>
            <ac:spMk id="26" creationId="{B1857424-5815-9A63-24BF-16FC36953B9D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1" creationId="{49081298-38A4-46EF-B586-2304ED1B4A6E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2" creationId="{052016BB-2F03-6A86-2CEE-A6D19ED28804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4" creationId="{4C7D0482-4F9F-63B7-AB49-814DF9F3A42A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6" creationId="{2BA14B2E-0403-AF6A-194E-ED45D030AED8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7" creationId="{B4CCCA4B-19E3-C877-C6E5-678CA83A42D4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39" creationId="{9B48CD66-B190-3075-6EBA-8B9CF44DA1AE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44" creationId="{0B451376-BAF4-B0FC-DBAD-CEEF909043FF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47" creationId="{5925A421-D24A-E531-2F83-273C8AE09A1D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50" creationId="{AFB35A9A-5BBF-5BA3-ECE2-DC21CAA9229C}"/>
          </ac:spMkLst>
        </pc:spChg>
        <pc:spChg chg="del">
          <ac:chgData name="Perez Garza Anahi" userId="3d96f3a1-74f1-4bed-b6de-0d6a02700cc5" providerId="ADAL" clId="{3CA915CE-B3AE-475F-B5D0-DD9252A19687}" dt="2026-03-02T22:27:03.832" v="153" actId="478"/>
          <ac:spMkLst>
            <pc:docMk/>
            <pc:sldMk cId="2282670243" sldId="2147483647"/>
            <ac:spMk id="54" creationId="{DB08CFDE-0371-88C6-5813-6DE0BE95CA9B}"/>
          </ac:spMkLst>
        </pc:spChg>
        <pc:spChg chg="mod">
          <ac:chgData name="Perez Garza Anahi" userId="3d96f3a1-74f1-4bed-b6de-0d6a02700cc5" providerId="ADAL" clId="{3CA915CE-B3AE-475F-B5D0-DD9252A19687}" dt="2026-03-02T22:29:35.466" v="165" actId="20577"/>
          <ac:spMkLst>
            <pc:docMk/>
            <pc:sldMk cId="2282670243" sldId="2147483647"/>
            <ac:spMk id="55" creationId="{C58B1E33-997B-D4A2-7C11-ED3E58DB5534}"/>
          </ac:spMkLst>
        </pc:spChg>
        <pc:spChg chg="del">
          <ac:chgData name="Perez Garza Anahi" userId="3d96f3a1-74f1-4bed-b6de-0d6a02700cc5" providerId="ADAL" clId="{3CA915CE-B3AE-475F-B5D0-DD9252A19687}" dt="2026-03-02T22:29:43.351" v="171" actId="478"/>
          <ac:spMkLst>
            <pc:docMk/>
            <pc:sldMk cId="2282670243" sldId="2147483647"/>
            <ac:spMk id="56" creationId="{52DE576C-C9BD-FD5E-D5F1-5C6670FA8D5D}"/>
          </ac:spMkLst>
        </pc:spChg>
        <pc:spChg chg="del">
          <ac:chgData name="Perez Garza Anahi" userId="3d96f3a1-74f1-4bed-b6de-0d6a02700cc5" providerId="ADAL" clId="{3CA915CE-B3AE-475F-B5D0-DD9252A19687}" dt="2026-03-02T22:27:00.556" v="152" actId="478"/>
          <ac:spMkLst>
            <pc:docMk/>
            <pc:sldMk cId="2282670243" sldId="2147483647"/>
            <ac:spMk id="57" creationId="{D70224B8-23D6-5BD2-0B6C-E121837D8C34}"/>
          </ac:spMkLst>
        </pc:spChg>
        <pc:spChg chg="del mod">
          <ac:chgData name="Perez Garza Anahi" userId="3d96f3a1-74f1-4bed-b6de-0d6a02700cc5" providerId="ADAL" clId="{3CA915CE-B3AE-475F-B5D0-DD9252A19687}" dt="2026-03-02T22:29:38.666" v="167" actId="478"/>
          <ac:spMkLst>
            <pc:docMk/>
            <pc:sldMk cId="2282670243" sldId="2147483647"/>
            <ac:spMk id="58" creationId="{B214776B-322E-374F-A44D-93AE35DC7414}"/>
          </ac:spMkLst>
        </pc:spChg>
        <pc:spChg chg="add del mod">
          <ac:chgData name="Perez Garza Anahi" userId="3d96f3a1-74f1-4bed-b6de-0d6a02700cc5" providerId="ADAL" clId="{3CA915CE-B3AE-475F-B5D0-DD9252A19687}" dt="2026-03-02T22:29:46.204" v="172" actId="1076"/>
          <ac:spMkLst>
            <pc:docMk/>
            <pc:sldMk cId="2282670243" sldId="2147483647"/>
            <ac:spMk id="59" creationId="{F53AB2C2-D4BF-ADBB-C1E1-5FAF5E1A581F}"/>
          </ac:spMkLst>
        </pc:spChg>
        <pc:spChg chg="del">
          <ac:chgData name="Perez Garza Anahi" userId="3d96f3a1-74f1-4bed-b6de-0d6a02700cc5" providerId="ADAL" clId="{3CA915CE-B3AE-475F-B5D0-DD9252A19687}" dt="2026-03-02T22:29:49.904" v="174" actId="478"/>
          <ac:spMkLst>
            <pc:docMk/>
            <pc:sldMk cId="2282670243" sldId="2147483647"/>
            <ac:spMk id="60" creationId="{C8412626-F557-5B36-273B-C334D821440A}"/>
          </ac:spMkLst>
        </pc:spChg>
        <pc:spChg chg="mod">
          <ac:chgData name="Perez Garza Anahi" userId="3d96f3a1-74f1-4bed-b6de-0d6a02700cc5" providerId="ADAL" clId="{3CA915CE-B3AE-475F-B5D0-DD9252A19687}" dt="2026-03-02T22:26:57.841" v="151" actId="20577"/>
          <ac:spMkLst>
            <pc:docMk/>
            <pc:sldMk cId="2282670243" sldId="2147483647"/>
            <ac:spMk id="206" creationId="{167A64BB-1818-37AB-F05C-5AC75C78ED19}"/>
          </ac:spMkLst>
        </pc:spChg>
        <pc:cxnChg chg="add mod">
          <ac:chgData name="Perez Garza Anahi" userId="3d96f3a1-74f1-4bed-b6de-0d6a02700cc5" providerId="ADAL" clId="{3CA915CE-B3AE-475F-B5D0-DD9252A19687}" dt="2026-03-02T22:29:15.058" v="157" actId="1076"/>
          <ac:cxnSpMkLst>
            <pc:docMk/>
            <pc:sldMk cId="2282670243" sldId="2147483647"/>
            <ac:cxnSpMk id="8" creationId="{2673B2C3-82C0-C2D9-1D11-B59B61AC8ADA}"/>
          </ac:cxnSpMkLst>
        </pc:cxnChg>
        <pc:cxnChg chg="add del mod">
          <ac:chgData name="Perez Garza Anahi" userId="3d96f3a1-74f1-4bed-b6de-0d6a02700cc5" providerId="ADAL" clId="{3CA915CE-B3AE-475F-B5D0-DD9252A19687}" dt="2026-03-02T22:29:48.891" v="173" actId="478"/>
          <ac:cxnSpMkLst>
            <pc:docMk/>
            <pc:sldMk cId="2282670243" sldId="2147483647"/>
            <ac:cxnSpMk id="12" creationId="{003D1DE0-57B7-7F6F-D6D9-C34B87BF454E}"/>
          </ac:cxnSpMkLst>
        </pc:cxnChg>
        <pc:cxnChg chg="add del mod">
          <ac:chgData name="Perez Garza Anahi" userId="3d96f3a1-74f1-4bed-b6de-0d6a02700cc5" providerId="ADAL" clId="{3CA915CE-B3AE-475F-B5D0-DD9252A19687}" dt="2026-03-02T22:29:59.407" v="179" actId="478"/>
          <ac:cxnSpMkLst>
            <pc:docMk/>
            <pc:sldMk cId="2282670243" sldId="2147483647"/>
            <ac:cxnSpMk id="14" creationId="{D3C9E979-4245-892F-0C78-BF0B49FB9638}"/>
          </ac:cxnSpMkLst>
        </pc:cxnChg>
        <pc:cxnChg chg="add mod">
          <ac:chgData name="Perez Garza Anahi" userId="3d96f3a1-74f1-4bed-b6de-0d6a02700cc5" providerId="ADAL" clId="{3CA915CE-B3AE-475F-B5D0-DD9252A19687}" dt="2026-03-02T22:29:19.352" v="158" actId="1076"/>
          <ac:cxnSpMkLst>
            <pc:docMk/>
            <pc:sldMk cId="2282670243" sldId="2147483647"/>
            <ac:cxnSpMk id="16" creationId="{E5BAFC40-F59E-3E92-5EFD-06A53DABA599}"/>
          </ac:cxnSpMkLst>
        </pc:cxnChg>
        <pc:cxnChg chg="add mod">
          <ac:chgData name="Perez Garza Anahi" userId="3d96f3a1-74f1-4bed-b6de-0d6a02700cc5" providerId="ADAL" clId="{3CA915CE-B3AE-475F-B5D0-DD9252A19687}" dt="2026-03-02T22:29:27.945" v="161" actId="1076"/>
          <ac:cxnSpMkLst>
            <pc:docMk/>
            <pc:sldMk cId="2282670243" sldId="2147483647"/>
            <ac:cxnSpMk id="17" creationId="{5EA4428D-0D25-7EE2-2CF0-C992434E838A}"/>
          </ac:cxnSpMkLst>
        </pc:cxnChg>
        <pc:cxnChg chg="add mod">
          <ac:chgData name="Perez Garza Anahi" userId="3d96f3a1-74f1-4bed-b6de-0d6a02700cc5" providerId="ADAL" clId="{3CA915CE-B3AE-475F-B5D0-DD9252A19687}" dt="2026-03-02T22:29:15.058" v="157" actId="1076"/>
          <ac:cxnSpMkLst>
            <pc:docMk/>
            <pc:sldMk cId="2282670243" sldId="2147483647"/>
            <ac:cxnSpMk id="18" creationId="{BE0DC494-37E3-45E1-DB43-ECDE4C91CC82}"/>
          </ac:cxnSpMkLst>
        </pc:cxnChg>
        <pc:cxnChg chg="add mod">
          <ac:chgData name="Perez Garza Anahi" userId="3d96f3a1-74f1-4bed-b6de-0d6a02700cc5" providerId="ADAL" clId="{3CA915CE-B3AE-475F-B5D0-DD9252A19687}" dt="2026-03-02T22:29:23.405" v="160" actId="1076"/>
          <ac:cxnSpMkLst>
            <pc:docMk/>
            <pc:sldMk cId="2282670243" sldId="2147483647"/>
            <ac:cxnSpMk id="19" creationId="{7361C06A-E1C4-0E56-5A5A-CF312ABEF589}"/>
          </ac:cxnSpMkLst>
        </pc:cxnChg>
        <pc:cxnChg chg="add mod">
          <ac:chgData name="Perez Garza Anahi" userId="3d96f3a1-74f1-4bed-b6de-0d6a02700cc5" providerId="ADAL" clId="{3CA915CE-B3AE-475F-B5D0-DD9252A19687}" dt="2026-03-02T22:29:15.058" v="157" actId="1076"/>
          <ac:cxnSpMkLst>
            <pc:docMk/>
            <pc:sldMk cId="2282670243" sldId="2147483647"/>
            <ac:cxnSpMk id="20" creationId="{3E1ED492-53D6-48DE-D60E-0759B033DE48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0" creationId="{B57BF92B-AA7D-2EC1-975F-941841E4BAC5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1" creationId="{0A97459F-0759-1680-F02D-870B08377094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2" creationId="{A5877C80-C168-6AD4-EBEA-B77C556DD196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3" creationId="{2B0B5056-26B9-0B58-9E45-D286C93D7A10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5" creationId="{87DC32F3-D1AD-6416-99E1-6BFD32C486D6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8" creationId="{B704D5DA-2BCC-A2F7-EDBC-BAB77E9B35BA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49" creationId="{AC35647D-6CA5-B864-F3EB-FA5660D1F40F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51" creationId="{016C49D6-78CB-8C86-F40F-6A94AEC381D9}"/>
          </ac:cxnSpMkLst>
        </pc:cxnChg>
        <pc:cxnChg chg="del mod">
          <ac:chgData name="Perez Garza Anahi" userId="3d96f3a1-74f1-4bed-b6de-0d6a02700cc5" providerId="ADAL" clId="{3CA915CE-B3AE-475F-B5D0-DD9252A19687}" dt="2026-03-02T22:27:03.832" v="153" actId="478"/>
          <ac:cxnSpMkLst>
            <pc:docMk/>
            <pc:sldMk cId="2282670243" sldId="2147483647"/>
            <ac:cxnSpMk id="52" creationId="{E85349DF-1D86-BA24-0173-389327ACC21E}"/>
          </ac:cxnSpMkLst>
        </pc:cxnChg>
      </pc:sldChg>
    </pc:docChg>
  </pc:docChgLst>
  <pc:docChgLst>
    <pc:chgData name="Perez Garza Anahi" userId="S::anahi.perez@oxxo.com::3d96f3a1-74f1-4bed-b6de-0d6a02700cc5" providerId="AD" clId="Web-{4BA87361-3DB7-4973-B73B-5DF8EF263FF2}"/>
    <pc:docChg chg="modSld">
      <pc:chgData name="Perez Garza Anahi" userId="S::anahi.perez@oxxo.com::3d96f3a1-74f1-4bed-b6de-0d6a02700cc5" providerId="AD" clId="Web-{4BA87361-3DB7-4973-B73B-5DF8EF263FF2}" dt="2026-02-24T16:20:41.572" v="16" actId="20577"/>
      <pc:docMkLst>
        <pc:docMk/>
      </pc:docMkLst>
      <pc:sldChg chg="modSp">
        <pc:chgData name="Perez Garza Anahi" userId="S::anahi.perez@oxxo.com::3d96f3a1-74f1-4bed-b6de-0d6a02700cc5" providerId="AD" clId="Web-{4BA87361-3DB7-4973-B73B-5DF8EF263FF2}" dt="2026-02-24T16:20:41.572" v="16" actId="20577"/>
        <pc:sldMkLst>
          <pc:docMk/>
          <pc:sldMk cId="3748555724" sldId="2147482941"/>
        </pc:sldMkLst>
        <pc:spChg chg="mod">
          <ac:chgData name="Perez Garza Anahi" userId="S::anahi.perez@oxxo.com::3d96f3a1-74f1-4bed-b6de-0d6a02700cc5" providerId="AD" clId="Web-{4BA87361-3DB7-4973-B73B-5DF8EF263FF2}" dt="2026-02-24T16:20:41.572" v="16" actId="20577"/>
          <ac:spMkLst>
            <pc:docMk/>
            <pc:sldMk cId="3748555724" sldId="2147482941"/>
            <ac:spMk id="4" creationId="{BCC94514-1502-7445-9201-7BD20CD9B125}"/>
          </ac:spMkLst>
        </pc:spChg>
      </pc:sldChg>
    </pc:docChg>
  </pc:docChgLst>
  <pc:docChgLst>
    <pc:chgData name="Franco Zamora Ana Elizabeth" userId="a6651dc3-39a9-4b54-9dc8-4ee17f7a8089" providerId="ADAL" clId="{8A150569-DCDD-45C2-8D3C-0ADC8F28C147}"/>
    <pc:docChg chg="undo redo custSel addSld delSld modSld delMainMaster addSection delSection modSection">
      <pc:chgData name="Franco Zamora Ana Elizabeth" userId="a6651dc3-39a9-4b54-9dc8-4ee17f7a8089" providerId="ADAL" clId="{8A150569-DCDD-45C2-8D3C-0ADC8F28C147}" dt="2026-02-24T16:07:54.832" v="2766" actId="729"/>
      <pc:docMkLst>
        <pc:docMk/>
      </pc:docMkLst>
      <pc:sldChg chg="addSp delSp modSp mod">
        <pc:chgData name="Franco Zamora Ana Elizabeth" userId="a6651dc3-39a9-4b54-9dc8-4ee17f7a8089" providerId="ADAL" clId="{8A150569-DCDD-45C2-8D3C-0ADC8F28C147}" dt="2026-02-24T04:11:53.394" v="395" actId="13926"/>
        <pc:sldMkLst>
          <pc:docMk/>
          <pc:sldMk cId="456374482" sldId="258"/>
        </pc:sldMkLst>
        <pc:spChg chg="add mod">
          <ac:chgData name="Franco Zamora Ana Elizabeth" userId="a6651dc3-39a9-4b54-9dc8-4ee17f7a8089" providerId="ADAL" clId="{8A150569-DCDD-45C2-8D3C-0ADC8F28C147}" dt="2026-02-24T04:11:53.394" v="395" actId="13926"/>
          <ac:spMkLst>
            <pc:docMk/>
            <pc:sldMk cId="456374482" sldId="258"/>
            <ac:spMk id="3" creationId="{202F7401-ED31-48E2-0F9A-CABF5C4E96BD}"/>
          </ac:spMkLst>
        </pc:spChg>
        <pc:spChg chg="add del">
          <ac:chgData name="Franco Zamora Ana Elizabeth" userId="a6651dc3-39a9-4b54-9dc8-4ee17f7a8089" providerId="ADAL" clId="{8A150569-DCDD-45C2-8D3C-0ADC8F28C147}" dt="2026-02-24T04:11:26.578" v="301" actId="478"/>
          <ac:spMkLst>
            <pc:docMk/>
            <pc:sldMk cId="456374482" sldId="258"/>
            <ac:spMk id="206" creationId="{725E3A4C-30FE-7B02-A448-E25E9990942C}"/>
          </ac:spMkLst>
        </pc:spChg>
      </pc:sldChg>
      <pc:sldChg chg="modSp add del mod">
        <pc:chgData name="Franco Zamora Ana Elizabeth" userId="a6651dc3-39a9-4b54-9dc8-4ee17f7a8089" providerId="ADAL" clId="{8A150569-DCDD-45C2-8D3C-0ADC8F28C147}" dt="2026-02-24T04:07:28.800" v="215" actId="47"/>
        <pc:sldMkLst>
          <pc:docMk/>
          <pc:sldMk cId="3998553671" sldId="267"/>
        </pc:sldMkLst>
        <pc:spChg chg="mod">
          <ac:chgData name="Franco Zamora Ana Elizabeth" userId="a6651dc3-39a9-4b54-9dc8-4ee17f7a8089" providerId="ADAL" clId="{8A150569-DCDD-45C2-8D3C-0ADC8F28C147}" dt="2026-02-24T04:05:51.927" v="68" actId="1035"/>
          <ac:spMkLst>
            <pc:docMk/>
            <pc:sldMk cId="3998553671" sldId="267"/>
            <ac:spMk id="21" creationId="{65D4AA6E-204F-7D03-ACE0-88D7F80BD62B}"/>
          </ac:spMkLst>
        </pc:spChg>
        <pc:spChg chg="mod">
          <ac:chgData name="Franco Zamora Ana Elizabeth" userId="a6651dc3-39a9-4b54-9dc8-4ee17f7a8089" providerId="ADAL" clId="{8A150569-DCDD-45C2-8D3C-0ADC8F28C147}" dt="2026-02-24T04:05:51.927" v="68" actId="1035"/>
          <ac:spMkLst>
            <pc:docMk/>
            <pc:sldMk cId="3998553671" sldId="267"/>
            <ac:spMk id="1053" creationId="{E8A627B0-FF8C-740C-316B-132C51DFEC5B}"/>
          </ac:spMkLst>
        </pc:spChg>
        <pc:spChg chg="mod">
          <ac:chgData name="Franco Zamora Ana Elizabeth" userId="a6651dc3-39a9-4b54-9dc8-4ee17f7a8089" providerId="ADAL" clId="{8A150569-DCDD-45C2-8D3C-0ADC8F28C147}" dt="2026-02-24T04:05:51.927" v="68" actId="1035"/>
          <ac:spMkLst>
            <pc:docMk/>
            <pc:sldMk cId="3998553671" sldId="267"/>
            <ac:spMk id="1056" creationId="{FB2C7EB4-C9AD-D7DB-A936-82B8309E7925}"/>
          </ac:spMkLst>
        </pc:spChg>
      </pc:sldChg>
      <pc:sldChg chg="mod modShow">
        <pc:chgData name="Franco Zamora Ana Elizabeth" userId="a6651dc3-39a9-4b54-9dc8-4ee17f7a8089" providerId="ADAL" clId="{8A150569-DCDD-45C2-8D3C-0ADC8F28C147}" dt="2026-02-24T16:07:54.832" v="2766" actId="729"/>
        <pc:sldMkLst>
          <pc:docMk/>
          <pc:sldMk cId="1530523345" sldId="270"/>
        </pc:sldMkLst>
      </pc:sldChg>
      <pc:sldChg chg="addSp delSp modSp mod">
        <pc:chgData name="Franco Zamora Ana Elizabeth" userId="a6651dc3-39a9-4b54-9dc8-4ee17f7a8089" providerId="ADAL" clId="{8A150569-DCDD-45C2-8D3C-0ADC8F28C147}" dt="2026-02-24T04:09:41.028" v="257" actId="20577"/>
        <pc:sldMkLst>
          <pc:docMk/>
          <pc:sldMk cId="1984715688" sldId="2147482943"/>
        </pc:sldMkLst>
        <pc:spChg chg="del">
          <ac:chgData name="Franco Zamora Ana Elizabeth" userId="a6651dc3-39a9-4b54-9dc8-4ee17f7a8089" providerId="ADAL" clId="{8A150569-DCDD-45C2-8D3C-0ADC8F28C147}" dt="2026-02-24T04:09:38.087" v="245" actId="478"/>
          <ac:spMkLst>
            <pc:docMk/>
            <pc:sldMk cId="1984715688" sldId="2147482943"/>
            <ac:spMk id="5" creationId="{70B09BDE-F7AE-03EB-BA3E-E39399E19CEA}"/>
          </ac:spMkLst>
        </pc:spChg>
        <pc:spChg chg="add mod">
          <ac:chgData name="Franco Zamora Ana Elizabeth" userId="a6651dc3-39a9-4b54-9dc8-4ee17f7a8089" providerId="ADAL" clId="{8A150569-DCDD-45C2-8D3C-0ADC8F28C147}" dt="2026-02-24T04:09:41.028" v="257" actId="20577"/>
          <ac:spMkLst>
            <pc:docMk/>
            <pc:sldMk cId="1984715688" sldId="2147482943"/>
            <ac:spMk id="6" creationId="{646412A6-F80A-D921-86F5-9363801D5BA5}"/>
          </ac:spMkLst>
        </pc:spChg>
      </pc:sldChg>
      <pc:sldChg chg="addSp delSp modSp mod">
        <pc:chgData name="Franco Zamora Ana Elizabeth" userId="a6651dc3-39a9-4b54-9dc8-4ee17f7a8089" providerId="ADAL" clId="{8A150569-DCDD-45C2-8D3C-0ADC8F28C147}" dt="2026-02-24T04:10:33.933" v="291" actId="20577"/>
        <pc:sldMkLst>
          <pc:docMk/>
          <pc:sldMk cId="946345740" sldId="2147482944"/>
        </pc:sldMkLst>
        <pc:spChg chg="add mod">
          <ac:chgData name="Franco Zamora Ana Elizabeth" userId="a6651dc3-39a9-4b54-9dc8-4ee17f7a8089" providerId="ADAL" clId="{8A150569-DCDD-45C2-8D3C-0ADC8F28C147}" dt="2026-02-24T04:10:33.933" v="291" actId="20577"/>
          <ac:spMkLst>
            <pc:docMk/>
            <pc:sldMk cId="946345740" sldId="2147482944"/>
            <ac:spMk id="4" creationId="{AED201DD-66CC-23E3-BDD9-16094502AFFB}"/>
          </ac:spMkLst>
        </pc:spChg>
        <pc:spChg chg="del">
          <ac:chgData name="Franco Zamora Ana Elizabeth" userId="a6651dc3-39a9-4b54-9dc8-4ee17f7a8089" providerId="ADAL" clId="{8A150569-DCDD-45C2-8D3C-0ADC8F28C147}" dt="2026-02-24T04:10:30.050" v="272" actId="478"/>
          <ac:spMkLst>
            <pc:docMk/>
            <pc:sldMk cId="946345740" sldId="2147482944"/>
            <ac:spMk id="5" creationId="{70B09BDE-F7AE-03EB-BA3E-E39399E19CEA}"/>
          </ac:spMkLst>
        </pc:spChg>
      </pc:sldChg>
      <pc:sldChg chg="addSp delSp modSp mod">
        <pc:chgData name="Franco Zamora Ana Elizabeth" userId="a6651dc3-39a9-4b54-9dc8-4ee17f7a8089" providerId="ADAL" clId="{8A150569-DCDD-45C2-8D3C-0ADC8F28C147}" dt="2026-02-24T04:12:56.497" v="502" actId="13926"/>
        <pc:sldMkLst>
          <pc:docMk/>
          <pc:sldMk cId="2944001035" sldId="2147482945"/>
        </pc:sldMkLst>
        <pc:spChg chg="del">
          <ac:chgData name="Franco Zamora Ana Elizabeth" userId="a6651dc3-39a9-4b54-9dc8-4ee17f7a8089" providerId="ADAL" clId="{8A150569-DCDD-45C2-8D3C-0ADC8F28C147}" dt="2026-02-24T04:12:39.981" v="414" actId="478"/>
          <ac:spMkLst>
            <pc:docMk/>
            <pc:sldMk cId="2944001035" sldId="2147482945"/>
            <ac:spMk id="5" creationId="{70B09BDE-F7AE-03EB-BA3E-E39399E19CEA}"/>
          </ac:spMkLst>
        </pc:spChg>
        <pc:spChg chg="add mod">
          <ac:chgData name="Franco Zamora Ana Elizabeth" userId="a6651dc3-39a9-4b54-9dc8-4ee17f7a8089" providerId="ADAL" clId="{8A150569-DCDD-45C2-8D3C-0ADC8F28C147}" dt="2026-02-24T04:12:56.497" v="502" actId="13926"/>
          <ac:spMkLst>
            <pc:docMk/>
            <pc:sldMk cId="2944001035" sldId="2147482945"/>
            <ac:spMk id="8" creationId="{35769B02-838B-10EC-DB8D-8A4ED180CC34}"/>
          </ac:spMkLst>
        </pc:spChg>
      </pc:sldChg>
      <pc:sldChg chg="addSp delSp modSp mod">
        <pc:chgData name="Franco Zamora Ana Elizabeth" userId="a6651dc3-39a9-4b54-9dc8-4ee17f7a8089" providerId="ADAL" clId="{8A150569-DCDD-45C2-8D3C-0ADC8F28C147}" dt="2026-02-24T04:45:24.655" v="2762" actId="1076"/>
        <pc:sldMkLst>
          <pc:docMk/>
          <pc:sldMk cId="4047476588" sldId="2147482946"/>
        </pc:sldMkLst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2" creationId="{F44E435D-26F7-B5A4-E2BA-572EE9E5035A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3" creationId="{B635555B-5E51-9424-1655-DDF57A7E4A2E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4" creationId="{B564160B-FBF6-92C7-9F7C-B03B126A6695}"/>
          </ac:spMkLst>
        </pc:spChg>
        <pc:spChg chg="del">
          <ac:chgData name="Franco Zamora Ana Elizabeth" userId="a6651dc3-39a9-4b54-9dc8-4ee17f7a8089" providerId="ADAL" clId="{8A150569-DCDD-45C2-8D3C-0ADC8F28C147}" dt="2026-02-24T04:13:43.187" v="509" actId="478"/>
          <ac:spMkLst>
            <pc:docMk/>
            <pc:sldMk cId="4047476588" sldId="2147482946"/>
            <ac:spMk id="5" creationId="{70B09BDE-F7AE-03EB-BA3E-E39399E19CEA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6" creationId="{A8EA9F45-1562-8A28-D8D4-2ED831954350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7" creationId="{6C725EA1-5797-6DAA-EFEF-33423C0EF704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8" creationId="{77D25EBA-F93B-583F-4F2C-7BB756BFD5A5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9" creationId="{EC5795E6-3870-6D55-43A8-313136A490AE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0" creationId="{4BACFBBC-8CE6-2028-9DB4-64771989F071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1" creationId="{21EEF00B-C82E-D0C8-D3A1-9666224DE517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2" creationId="{E1D00075-8266-9502-96BF-6EDFA0AE3592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3" creationId="{0270D121-15EE-299B-BFBE-0280C20B9D8A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4" creationId="{F1BDF873-AA52-8CBD-42CC-53680A452757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5" creationId="{6678633D-E376-437E-2C78-E478E8EB6BE0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16" creationId="{CB01CA99-0760-1844-9A85-FD5467418E76}"/>
          </ac:spMkLst>
        </pc:spChg>
        <pc:spChg chg="add mod">
          <ac:chgData name="Franco Zamora Ana Elizabeth" userId="a6651dc3-39a9-4b54-9dc8-4ee17f7a8089" providerId="ADAL" clId="{8A150569-DCDD-45C2-8D3C-0ADC8F28C147}" dt="2026-02-24T04:13:46.715" v="529" actId="20577"/>
          <ac:spMkLst>
            <pc:docMk/>
            <pc:sldMk cId="4047476588" sldId="2147482946"/>
            <ac:spMk id="21" creationId="{B88914EE-B506-F0C6-8357-031C4757502C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27" creationId="{46FEC77E-6C21-A511-45CD-DB9CC767F119}"/>
          </ac:spMkLst>
        </pc:spChg>
        <pc:spChg chg="del">
          <ac:chgData name="Franco Zamora Ana Elizabeth" userId="a6651dc3-39a9-4b54-9dc8-4ee17f7a8089" providerId="ADAL" clId="{8A150569-DCDD-45C2-8D3C-0ADC8F28C147}" dt="2026-02-24T04:14:07.107" v="531" actId="478"/>
          <ac:spMkLst>
            <pc:docMk/>
            <pc:sldMk cId="4047476588" sldId="2147482946"/>
            <ac:spMk id="28" creationId="{3776F238-B465-5D0A-819A-A246EA742CA4}"/>
          </ac:spMkLst>
        </pc:spChg>
        <pc:spChg chg="add mod">
          <ac:chgData name="Franco Zamora Ana Elizabeth" userId="a6651dc3-39a9-4b54-9dc8-4ee17f7a8089" providerId="ADAL" clId="{8A150569-DCDD-45C2-8D3C-0ADC8F28C147}" dt="2026-02-24T04:20:37.637" v="615" actId="1037"/>
          <ac:spMkLst>
            <pc:docMk/>
            <pc:sldMk cId="4047476588" sldId="2147482946"/>
            <ac:spMk id="30" creationId="{C220E77E-C825-D450-355D-D0AD1731DA4B}"/>
          </ac:spMkLst>
        </pc:spChg>
        <pc:spChg chg="add mod">
          <ac:chgData name="Franco Zamora Ana Elizabeth" userId="a6651dc3-39a9-4b54-9dc8-4ee17f7a8089" providerId="ADAL" clId="{8A150569-DCDD-45C2-8D3C-0ADC8F28C147}" dt="2026-02-24T04:20:30.162" v="596" actId="1076"/>
          <ac:spMkLst>
            <pc:docMk/>
            <pc:sldMk cId="4047476588" sldId="2147482946"/>
            <ac:spMk id="32" creationId="{CFCF4EDA-AA72-2198-4799-1B11A915E54A}"/>
          </ac:spMkLst>
        </pc:spChg>
        <pc:spChg chg="add mod">
          <ac:chgData name="Franco Zamora Ana Elizabeth" userId="a6651dc3-39a9-4b54-9dc8-4ee17f7a8089" providerId="ADAL" clId="{8A150569-DCDD-45C2-8D3C-0ADC8F28C147}" dt="2026-02-24T04:21:12.471" v="626" actId="1076"/>
          <ac:spMkLst>
            <pc:docMk/>
            <pc:sldMk cId="4047476588" sldId="2147482946"/>
            <ac:spMk id="33" creationId="{4E218797-3F2C-7464-BABB-7E9415F49314}"/>
          </ac:spMkLst>
        </pc:spChg>
        <pc:spChg chg="add mod">
          <ac:chgData name="Franco Zamora Ana Elizabeth" userId="a6651dc3-39a9-4b54-9dc8-4ee17f7a8089" providerId="ADAL" clId="{8A150569-DCDD-45C2-8D3C-0ADC8F28C147}" dt="2026-02-24T04:21:18.784" v="628" actId="1076"/>
          <ac:spMkLst>
            <pc:docMk/>
            <pc:sldMk cId="4047476588" sldId="2147482946"/>
            <ac:spMk id="34" creationId="{0015C28C-4CAD-90BB-1CB5-3BF73BB4EDC5}"/>
          </ac:spMkLst>
        </pc:spChg>
        <pc:spChg chg="add mod">
          <ac:chgData name="Franco Zamora Ana Elizabeth" userId="a6651dc3-39a9-4b54-9dc8-4ee17f7a8089" providerId="ADAL" clId="{8A150569-DCDD-45C2-8D3C-0ADC8F28C147}" dt="2026-02-24T04:21:32.307" v="629"/>
          <ac:spMkLst>
            <pc:docMk/>
            <pc:sldMk cId="4047476588" sldId="2147482946"/>
            <ac:spMk id="35" creationId="{0E7F1CEE-520C-BE4F-A5FB-E3B5D619B7B1}"/>
          </ac:spMkLst>
        </pc:spChg>
        <pc:spChg chg="add mod">
          <ac:chgData name="Franco Zamora Ana Elizabeth" userId="a6651dc3-39a9-4b54-9dc8-4ee17f7a8089" providerId="ADAL" clId="{8A150569-DCDD-45C2-8D3C-0ADC8F28C147}" dt="2026-02-24T04:22:03.682" v="844" actId="14100"/>
          <ac:spMkLst>
            <pc:docMk/>
            <pc:sldMk cId="4047476588" sldId="2147482946"/>
            <ac:spMk id="36" creationId="{52AA056D-B68A-473D-9491-B5D837E2C565}"/>
          </ac:spMkLst>
        </pc:spChg>
        <pc:spChg chg="add mod">
          <ac:chgData name="Franco Zamora Ana Elizabeth" userId="a6651dc3-39a9-4b54-9dc8-4ee17f7a8089" providerId="ADAL" clId="{8A150569-DCDD-45C2-8D3C-0ADC8F28C147}" dt="2026-02-24T04:23:36.715" v="846" actId="1076"/>
          <ac:spMkLst>
            <pc:docMk/>
            <pc:sldMk cId="4047476588" sldId="2147482946"/>
            <ac:spMk id="37" creationId="{73C6C695-8409-169C-5216-B1ECB50C03AA}"/>
          </ac:spMkLst>
        </pc:spChg>
        <pc:spChg chg="add mod">
          <ac:chgData name="Franco Zamora Ana Elizabeth" userId="a6651dc3-39a9-4b54-9dc8-4ee17f7a8089" providerId="ADAL" clId="{8A150569-DCDD-45C2-8D3C-0ADC8F28C147}" dt="2026-02-24T04:30:09.070" v="1630" actId="14100"/>
          <ac:spMkLst>
            <pc:docMk/>
            <pc:sldMk cId="4047476588" sldId="2147482946"/>
            <ac:spMk id="38" creationId="{F10FB800-669D-585B-468E-E2433717721A}"/>
          </ac:spMkLst>
        </pc:spChg>
        <pc:spChg chg="add mod">
          <ac:chgData name="Franco Zamora Ana Elizabeth" userId="a6651dc3-39a9-4b54-9dc8-4ee17f7a8089" providerId="ADAL" clId="{8A150569-DCDD-45C2-8D3C-0ADC8F28C147}" dt="2026-02-24T04:24:20.133" v="850" actId="20577"/>
          <ac:spMkLst>
            <pc:docMk/>
            <pc:sldMk cId="4047476588" sldId="2147482946"/>
            <ac:spMk id="40" creationId="{37DDD8E5-0576-0B7D-33CE-EF59DB68DA87}"/>
          </ac:spMkLst>
        </pc:spChg>
        <pc:spChg chg="add mod">
          <ac:chgData name="Franco Zamora Ana Elizabeth" userId="a6651dc3-39a9-4b54-9dc8-4ee17f7a8089" providerId="ADAL" clId="{8A150569-DCDD-45C2-8D3C-0ADC8F28C147}" dt="2026-02-24T04:45:04.118" v="2759" actId="14100"/>
          <ac:spMkLst>
            <pc:docMk/>
            <pc:sldMk cId="4047476588" sldId="2147482946"/>
            <ac:spMk id="41" creationId="{9FAC7055-0642-8463-3F4C-341278B275CC}"/>
          </ac:spMkLst>
        </pc:spChg>
        <pc:spChg chg="add mod">
          <ac:chgData name="Franco Zamora Ana Elizabeth" userId="a6651dc3-39a9-4b54-9dc8-4ee17f7a8089" providerId="ADAL" clId="{8A150569-DCDD-45C2-8D3C-0ADC8F28C147}" dt="2026-02-24T04:36:07.254" v="2063" actId="1035"/>
          <ac:spMkLst>
            <pc:docMk/>
            <pc:sldMk cId="4047476588" sldId="2147482946"/>
            <ac:spMk id="42" creationId="{62379673-3C3C-2165-48AA-BB99A8D7074A}"/>
          </ac:spMkLst>
        </pc:spChg>
        <pc:spChg chg="add mod">
          <ac:chgData name="Franco Zamora Ana Elizabeth" userId="a6651dc3-39a9-4b54-9dc8-4ee17f7a8089" providerId="ADAL" clId="{8A150569-DCDD-45C2-8D3C-0ADC8F28C147}" dt="2026-02-24T04:36:07.254" v="2063" actId="1035"/>
          <ac:spMkLst>
            <pc:docMk/>
            <pc:sldMk cId="4047476588" sldId="2147482946"/>
            <ac:spMk id="43" creationId="{C19B15EC-56B1-6F51-D664-F16108FB8246}"/>
          </ac:spMkLst>
        </pc:spChg>
        <pc:spChg chg="add mod">
          <ac:chgData name="Franco Zamora Ana Elizabeth" userId="a6651dc3-39a9-4b54-9dc8-4ee17f7a8089" providerId="ADAL" clId="{8A150569-DCDD-45C2-8D3C-0ADC8F28C147}" dt="2026-02-24T04:36:07.254" v="2063" actId="1035"/>
          <ac:spMkLst>
            <pc:docMk/>
            <pc:sldMk cId="4047476588" sldId="2147482946"/>
            <ac:spMk id="44" creationId="{8DA394F3-E0EE-5E88-B957-43C693D67F8A}"/>
          </ac:spMkLst>
        </pc:spChg>
        <pc:spChg chg="add mod">
          <ac:chgData name="Franco Zamora Ana Elizabeth" userId="a6651dc3-39a9-4b54-9dc8-4ee17f7a8089" providerId="ADAL" clId="{8A150569-DCDD-45C2-8D3C-0ADC8F28C147}" dt="2026-02-24T04:37:23.830" v="2210" actId="1036"/>
          <ac:spMkLst>
            <pc:docMk/>
            <pc:sldMk cId="4047476588" sldId="2147482946"/>
            <ac:spMk id="45" creationId="{D2B98EAE-C9A4-115F-4600-75D1B84F61AE}"/>
          </ac:spMkLst>
        </pc:spChg>
        <pc:spChg chg="add mod">
          <ac:chgData name="Franco Zamora Ana Elizabeth" userId="a6651dc3-39a9-4b54-9dc8-4ee17f7a8089" providerId="ADAL" clId="{8A150569-DCDD-45C2-8D3C-0ADC8F28C147}" dt="2026-02-24T04:36:47.168" v="2147" actId="20577"/>
          <ac:spMkLst>
            <pc:docMk/>
            <pc:sldMk cId="4047476588" sldId="2147482946"/>
            <ac:spMk id="46" creationId="{222113F4-108D-3411-3D46-3CB972309018}"/>
          </ac:spMkLst>
        </pc:spChg>
        <pc:spChg chg="add mod">
          <ac:chgData name="Franco Zamora Ana Elizabeth" userId="a6651dc3-39a9-4b54-9dc8-4ee17f7a8089" providerId="ADAL" clId="{8A150569-DCDD-45C2-8D3C-0ADC8F28C147}" dt="2026-02-24T04:42:16.844" v="2558" actId="14100"/>
          <ac:spMkLst>
            <pc:docMk/>
            <pc:sldMk cId="4047476588" sldId="2147482946"/>
            <ac:spMk id="47" creationId="{1474C2E7-65C1-C3C9-E887-31116B25D287}"/>
          </ac:spMkLst>
        </pc:spChg>
        <pc:spChg chg="add mod">
          <ac:chgData name="Franco Zamora Ana Elizabeth" userId="a6651dc3-39a9-4b54-9dc8-4ee17f7a8089" providerId="ADAL" clId="{8A150569-DCDD-45C2-8D3C-0ADC8F28C147}" dt="2026-02-24T04:37:55.265" v="2215" actId="1076"/>
          <ac:spMkLst>
            <pc:docMk/>
            <pc:sldMk cId="4047476588" sldId="2147482946"/>
            <ac:spMk id="49" creationId="{C7998E6F-BF5A-00F3-020B-4FE1CA8A166E}"/>
          </ac:spMkLst>
        </pc:spChg>
        <pc:spChg chg="add mod">
          <ac:chgData name="Franco Zamora Ana Elizabeth" userId="a6651dc3-39a9-4b54-9dc8-4ee17f7a8089" providerId="ADAL" clId="{8A150569-DCDD-45C2-8D3C-0ADC8F28C147}" dt="2026-02-24T04:41:43.528" v="2553" actId="14100"/>
          <ac:spMkLst>
            <pc:docMk/>
            <pc:sldMk cId="4047476588" sldId="2147482946"/>
            <ac:spMk id="50" creationId="{8DAF6CCC-420C-BCDA-3CF5-DECE11F2059E}"/>
          </ac:spMkLst>
        </pc:spChg>
        <pc:spChg chg="add del mod">
          <ac:chgData name="Franco Zamora Ana Elizabeth" userId="a6651dc3-39a9-4b54-9dc8-4ee17f7a8089" providerId="ADAL" clId="{8A150569-DCDD-45C2-8D3C-0ADC8F28C147}" dt="2026-02-24T04:43:31.536" v="2705" actId="478"/>
          <ac:spMkLst>
            <pc:docMk/>
            <pc:sldMk cId="4047476588" sldId="2147482946"/>
            <ac:spMk id="51" creationId="{04A43A71-E3E7-377F-6EE4-3B3940497A5A}"/>
          </ac:spMkLst>
        </pc:spChg>
        <pc:spChg chg="add del mod">
          <ac:chgData name="Franco Zamora Ana Elizabeth" userId="a6651dc3-39a9-4b54-9dc8-4ee17f7a8089" providerId="ADAL" clId="{8A150569-DCDD-45C2-8D3C-0ADC8F28C147}" dt="2026-02-24T04:43:33.722" v="2706" actId="478"/>
          <ac:spMkLst>
            <pc:docMk/>
            <pc:sldMk cId="4047476588" sldId="2147482946"/>
            <ac:spMk id="52" creationId="{9C1AC3F1-0A09-3C1B-308F-5F3A7E25B964}"/>
          </ac:spMkLst>
        </pc:spChg>
        <pc:spChg chg="add mod">
          <ac:chgData name="Franco Zamora Ana Elizabeth" userId="a6651dc3-39a9-4b54-9dc8-4ee17f7a8089" providerId="ADAL" clId="{8A150569-DCDD-45C2-8D3C-0ADC8F28C147}" dt="2026-02-24T04:45:11.022" v="2760" actId="14100"/>
          <ac:spMkLst>
            <pc:docMk/>
            <pc:sldMk cId="4047476588" sldId="2147482946"/>
            <ac:spMk id="53" creationId="{EE0A9FBC-B1F7-B80D-B2F1-D06CA99AC727}"/>
          </ac:spMkLst>
        </pc:spChg>
        <pc:spChg chg="add mod">
          <ac:chgData name="Franco Zamora Ana Elizabeth" userId="a6651dc3-39a9-4b54-9dc8-4ee17f7a8089" providerId="ADAL" clId="{8A150569-DCDD-45C2-8D3C-0ADC8F28C147}" dt="2026-02-24T04:42:43.070" v="2562" actId="20577"/>
          <ac:spMkLst>
            <pc:docMk/>
            <pc:sldMk cId="4047476588" sldId="2147482946"/>
            <ac:spMk id="55" creationId="{CAEE143C-5D91-0286-724C-2C003E8E4F83}"/>
          </ac:spMkLst>
        </pc:spChg>
        <pc:spChg chg="add mod">
          <ac:chgData name="Franco Zamora Ana Elizabeth" userId="a6651dc3-39a9-4b54-9dc8-4ee17f7a8089" providerId="ADAL" clId="{8A150569-DCDD-45C2-8D3C-0ADC8F28C147}" dt="2026-02-24T04:44:04.619" v="2714" actId="1076"/>
          <ac:spMkLst>
            <pc:docMk/>
            <pc:sldMk cId="4047476588" sldId="2147482946"/>
            <ac:spMk id="56" creationId="{9976E593-A5E1-E6B6-5F0D-DF3E6E9E9EBB}"/>
          </ac:spMkLst>
        </pc:spChg>
        <pc:spChg chg="add mod">
          <ac:chgData name="Franco Zamora Ana Elizabeth" userId="a6651dc3-39a9-4b54-9dc8-4ee17f7a8089" providerId="ADAL" clId="{8A150569-DCDD-45C2-8D3C-0ADC8F28C147}" dt="2026-02-24T04:44:13.364" v="2716" actId="1076"/>
          <ac:spMkLst>
            <pc:docMk/>
            <pc:sldMk cId="4047476588" sldId="2147482946"/>
            <ac:spMk id="57" creationId="{1D872B1B-7925-CD1D-1279-51D9802FFB00}"/>
          </ac:spMkLst>
        </pc:spChg>
        <pc:spChg chg="add mod">
          <ac:chgData name="Franco Zamora Ana Elizabeth" userId="a6651dc3-39a9-4b54-9dc8-4ee17f7a8089" providerId="ADAL" clId="{8A150569-DCDD-45C2-8D3C-0ADC8F28C147}" dt="2026-02-24T04:45:24.655" v="2762" actId="1076"/>
          <ac:spMkLst>
            <pc:docMk/>
            <pc:sldMk cId="4047476588" sldId="2147482946"/>
            <ac:spMk id="58" creationId="{2139E3C1-20CA-EDB0-8C99-D7757EB7321A}"/>
          </ac:spMkLst>
        </pc:spChg>
        <pc:spChg chg="add mod">
          <ac:chgData name="Franco Zamora Ana Elizabeth" userId="a6651dc3-39a9-4b54-9dc8-4ee17f7a8089" providerId="ADAL" clId="{8A150569-DCDD-45C2-8D3C-0ADC8F28C147}" dt="2026-02-24T04:45:24.655" v="2762" actId="1076"/>
          <ac:spMkLst>
            <pc:docMk/>
            <pc:sldMk cId="4047476588" sldId="2147482946"/>
            <ac:spMk id="59" creationId="{DD2DD852-A129-9A6E-7F8F-2839863C5655}"/>
          </ac:spMkLst>
        </pc:spChg>
        <pc:graphicFrameChg chg="add mod modGraphic">
          <ac:chgData name="Franco Zamora Ana Elizabeth" userId="a6651dc3-39a9-4b54-9dc8-4ee17f7a8089" providerId="ADAL" clId="{8A150569-DCDD-45C2-8D3C-0ADC8F28C147}" dt="2026-02-24T04:44:58.701" v="2758" actId="14734"/>
          <ac:graphicFrameMkLst>
            <pc:docMk/>
            <pc:sldMk cId="4047476588" sldId="2147482946"/>
            <ac:graphicFrameMk id="29" creationId="{A7A66688-F2B3-FE5B-7917-622407268BF7}"/>
          </ac:graphicFrameMkLst>
        </pc:graphicFrameChg>
        <pc:graphicFrameChg chg="add mod modGraphic">
          <ac:chgData name="Franco Zamora Ana Elizabeth" userId="a6651dc3-39a9-4b54-9dc8-4ee17f7a8089" providerId="ADAL" clId="{8A150569-DCDD-45C2-8D3C-0ADC8F28C147}" dt="2026-02-24T04:20:37.637" v="615" actId="1037"/>
          <ac:graphicFrameMkLst>
            <pc:docMk/>
            <pc:sldMk cId="4047476588" sldId="2147482946"/>
            <ac:graphicFrameMk id="31" creationId="{1A0481F2-F570-D7A6-693C-A2B429802D20}"/>
          </ac:graphicFrameMkLst>
        </pc:graphicFrameChg>
        <pc:graphicFrameChg chg="add mod modGraphic">
          <ac:chgData name="Franco Zamora Ana Elizabeth" userId="a6651dc3-39a9-4b54-9dc8-4ee17f7a8089" providerId="ADAL" clId="{8A150569-DCDD-45C2-8D3C-0ADC8F28C147}" dt="2026-02-24T04:35:55.455" v="2044" actId="207"/>
          <ac:graphicFrameMkLst>
            <pc:docMk/>
            <pc:sldMk cId="4047476588" sldId="2147482946"/>
            <ac:graphicFrameMk id="39" creationId="{1B744244-25D7-3CC2-C838-6541CB22565C}"/>
          </ac:graphicFrameMkLst>
        </pc:graphicFrameChg>
        <pc:graphicFrameChg chg="add mod modGraphic">
          <ac:chgData name="Franco Zamora Ana Elizabeth" userId="a6651dc3-39a9-4b54-9dc8-4ee17f7a8089" providerId="ADAL" clId="{8A150569-DCDD-45C2-8D3C-0ADC8F28C147}" dt="2026-02-24T04:39:54.105" v="2545" actId="20577"/>
          <ac:graphicFrameMkLst>
            <pc:docMk/>
            <pc:sldMk cId="4047476588" sldId="2147482946"/>
            <ac:graphicFrameMk id="48" creationId="{2ACCACC7-9608-6392-E9E2-2A4A927BFD8C}"/>
          </ac:graphicFrameMkLst>
        </pc:graphicFrameChg>
        <pc:graphicFrameChg chg="add mod modGraphic">
          <ac:chgData name="Franco Zamora Ana Elizabeth" userId="a6651dc3-39a9-4b54-9dc8-4ee17f7a8089" providerId="ADAL" clId="{8A150569-DCDD-45C2-8D3C-0ADC8F28C147}" dt="2026-02-24T04:44:51.983" v="2757" actId="20577"/>
          <ac:graphicFrameMkLst>
            <pc:docMk/>
            <pc:sldMk cId="4047476588" sldId="2147482946"/>
            <ac:graphicFrameMk id="54" creationId="{0952E168-ABCD-BC36-38A7-9D3C47E71478}"/>
          </ac:graphicFrameMkLst>
        </pc:graphicFrame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18" creationId="{EB528BBD-E4C6-BCDF-B698-45DB93CC6E2F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19" creationId="{C6B5FA64-4282-F702-DC34-5F442211C2FD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0" creationId="{B3FB086D-EE92-7E57-0CA7-8617D97CB8F5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2" creationId="{791C4BB1-5367-B225-7850-A8FD7DD6FB61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3" creationId="{5FB7BC35-4E2A-91F2-3605-1B0ED2D388CE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4" creationId="{61A9846C-5667-E39A-97E3-AC46CD609FD5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5" creationId="{99C86EE6-02EC-59DA-C4F9-6EFD0CC37E27}"/>
          </ac:cxnSpMkLst>
        </pc:cxnChg>
        <pc:cxnChg chg="del">
          <ac:chgData name="Franco Zamora Ana Elizabeth" userId="a6651dc3-39a9-4b54-9dc8-4ee17f7a8089" providerId="ADAL" clId="{8A150569-DCDD-45C2-8D3C-0ADC8F28C147}" dt="2026-02-24T04:14:07.107" v="531" actId="478"/>
          <ac:cxnSpMkLst>
            <pc:docMk/>
            <pc:sldMk cId="4047476588" sldId="2147482946"/>
            <ac:cxnSpMk id="26" creationId="{8D06DCE7-1196-2316-CBE6-CCD249C94929}"/>
          </ac:cxnSpMkLst>
        </pc:cxnChg>
      </pc:sldChg>
      <pc:sldChg chg="addSp delSp modSp mod">
        <pc:chgData name="Franco Zamora Ana Elizabeth" userId="a6651dc3-39a9-4b54-9dc8-4ee17f7a8089" providerId="ADAL" clId="{8A150569-DCDD-45C2-8D3C-0ADC8F28C147}" dt="2026-02-24T04:04:45.326" v="46"/>
        <pc:sldMkLst>
          <pc:docMk/>
          <pc:sldMk cId="295286254" sldId="2147482947"/>
        </pc:sldMkLst>
        <pc:spChg chg="del mod">
          <ac:chgData name="Franco Zamora Ana Elizabeth" userId="a6651dc3-39a9-4b54-9dc8-4ee17f7a8089" providerId="ADAL" clId="{8A150569-DCDD-45C2-8D3C-0ADC8F28C147}" dt="2026-02-24T04:02:46.620" v="23" actId="478"/>
          <ac:spMkLst>
            <pc:docMk/>
            <pc:sldMk cId="295286254" sldId="2147482947"/>
            <ac:spMk id="3" creationId="{B1B2F7A2-B5F8-5A6E-317A-B70DF6A06896}"/>
          </ac:spMkLst>
        </pc:spChg>
        <pc:spChg chg="del">
          <ac:chgData name="Franco Zamora Ana Elizabeth" userId="a6651dc3-39a9-4b54-9dc8-4ee17f7a8089" providerId="ADAL" clId="{8A150569-DCDD-45C2-8D3C-0ADC8F28C147}" dt="2026-02-24T04:01:29.832" v="17" actId="478"/>
          <ac:spMkLst>
            <pc:docMk/>
            <pc:sldMk cId="295286254" sldId="2147482947"/>
            <ac:spMk id="4" creationId="{4EEC480A-D045-97E7-C75B-CA8205CD9BF7}"/>
          </ac:spMkLst>
        </pc:spChg>
        <pc:spChg chg="add del mod">
          <ac:chgData name="Franco Zamora Ana Elizabeth" userId="a6651dc3-39a9-4b54-9dc8-4ee17f7a8089" providerId="ADAL" clId="{8A150569-DCDD-45C2-8D3C-0ADC8F28C147}" dt="2026-02-24T04:01:31.758" v="18" actId="478"/>
          <ac:spMkLst>
            <pc:docMk/>
            <pc:sldMk cId="295286254" sldId="2147482947"/>
            <ac:spMk id="5" creationId="{DC92D8C3-E24F-A479-01C5-9B293F4F753B}"/>
          </ac:spMkLst>
        </pc:spChg>
        <pc:spChg chg="add del mod">
          <ac:chgData name="Franco Zamora Ana Elizabeth" userId="a6651dc3-39a9-4b54-9dc8-4ee17f7a8089" providerId="ADAL" clId="{8A150569-DCDD-45C2-8D3C-0ADC8F28C147}" dt="2026-02-24T04:02:49.639" v="26" actId="478"/>
          <ac:spMkLst>
            <pc:docMk/>
            <pc:sldMk cId="295286254" sldId="2147482947"/>
            <ac:spMk id="9" creationId="{0E1CB2B0-F1C6-8DAC-F7FB-1DB01B8E11C4}"/>
          </ac:spMkLst>
        </pc:spChg>
        <pc:spChg chg="add mod">
          <ac:chgData name="Franco Zamora Ana Elizabeth" userId="a6651dc3-39a9-4b54-9dc8-4ee17f7a8089" providerId="ADAL" clId="{8A150569-DCDD-45C2-8D3C-0ADC8F28C147}" dt="2026-02-24T04:02:48.617" v="25"/>
          <ac:spMkLst>
            <pc:docMk/>
            <pc:sldMk cId="295286254" sldId="2147482947"/>
            <ac:spMk id="10" creationId="{8A641B87-296C-1FA4-2A54-FEBEAD150586}"/>
          </ac:spMkLst>
        </pc:spChg>
        <pc:spChg chg="add mod">
          <ac:chgData name="Franco Zamora Ana Elizabeth" userId="a6651dc3-39a9-4b54-9dc8-4ee17f7a8089" providerId="ADAL" clId="{8A150569-DCDD-45C2-8D3C-0ADC8F28C147}" dt="2026-02-24T04:02:50.394" v="27"/>
          <ac:spMkLst>
            <pc:docMk/>
            <pc:sldMk cId="295286254" sldId="2147482947"/>
            <ac:spMk id="11" creationId="{BC977A19-CFD4-1222-BB94-B893C7259D83}"/>
          </ac:spMkLst>
        </pc:spChg>
        <pc:spChg chg="add mod">
          <ac:chgData name="Franco Zamora Ana Elizabeth" userId="a6651dc3-39a9-4b54-9dc8-4ee17f7a8089" providerId="ADAL" clId="{8A150569-DCDD-45C2-8D3C-0ADC8F28C147}" dt="2026-02-24T04:04:03.048" v="33" actId="108"/>
          <ac:spMkLst>
            <pc:docMk/>
            <pc:sldMk cId="295286254" sldId="2147482947"/>
            <ac:spMk id="12" creationId="{CE1984FD-325A-1DAF-441E-E4E389F39E0D}"/>
          </ac:spMkLst>
        </pc:spChg>
        <pc:spChg chg="add mod ord">
          <ac:chgData name="Franco Zamora Ana Elizabeth" userId="a6651dc3-39a9-4b54-9dc8-4ee17f7a8089" providerId="ADAL" clId="{8A150569-DCDD-45C2-8D3C-0ADC8F28C147}" dt="2026-02-24T04:04:27.618" v="42" actId="14100"/>
          <ac:spMkLst>
            <pc:docMk/>
            <pc:sldMk cId="295286254" sldId="2147482947"/>
            <ac:spMk id="13" creationId="{D5F622C4-A1C4-D27E-EBA7-0B1673BA546E}"/>
          </ac:spMkLst>
        </pc:spChg>
        <pc:spChg chg="add mod ord">
          <ac:chgData name="Franco Zamora Ana Elizabeth" userId="a6651dc3-39a9-4b54-9dc8-4ee17f7a8089" providerId="ADAL" clId="{8A150569-DCDD-45C2-8D3C-0ADC8F28C147}" dt="2026-02-24T04:04:36.983" v="45" actId="14100"/>
          <ac:spMkLst>
            <pc:docMk/>
            <pc:sldMk cId="295286254" sldId="2147482947"/>
            <ac:spMk id="14" creationId="{BCF91F4B-9BD8-B6BB-D452-AB34BA160CF2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15" creationId="{6774FF68-F920-0700-BE7A-A260E0F70D61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16" creationId="{40624427-A82C-57CA-2AE4-F626493A8C6F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17" creationId="{655212EF-CD3E-1EC4-B1D1-6F50C2E9A5D1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18" creationId="{1AC72AEF-A584-F23F-DA39-C1A3FC62F5DC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19" creationId="{85190384-2B37-CA71-97A1-BBE5276C2F52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0" creationId="{B88B6AC4-B4D5-B039-DA62-4A94019FBAC8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1" creationId="{04E4DEA9-AE37-1503-B393-CA7C5875B871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2" creationId="{38793E7E-F9AA-070E-86C7-6C7DD4DF96ED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3" creationId="{34E1A335-0385-7EF0-6264-89D4C7B51E88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4" creationId="{3F50E6D1-0F58-ED65-920B-4A1A841D5535}"/>
          </ac:spMkLst>
        </pc:spChg>
        <pc:spChg chg="add mod">
          <ac:chgData name="Franco Zamora Ana Elizabeth" userId="a6651dc3-39a9-4b54-9dc8-4ee17f7a8089" providerId="ADAL" clId="{8A150569-DCDD-45C2-8D3C-0ADC8F28C147}" dt="2026-02-24T04:04:45.326" v="46"/>
          <ac:spMkLst>
            <pc:docMk/>
            <pc:sldMk cId="295286254" sldId="2147482947"/>
            <ac:spMk id="25" creationId="{69C1F2FF-09E9-44EA-5870-E583E53F3CF6}"/>
          </ac:spMkLst>
        </pc:spChg>
        <pc:picChg chg="del">
          <ac:chgData name="Franco Zamora Ana Elizabeth" userId="a6651dc3-39a9-4b54-9dc8-4ee17f7a8089" providerId="ADAL" clId="{8A150569-DCDD-45C2-8D3C-0ADC8F28C147}" dt="2026-02-24T04:00:59.124" v="1" actId="478"/>
          <ac:picMkLst>
            <pc:docMk/>
            <pc:sldMk cId="295286254" sldId="2147482947"/>
            <ac:picMk id="6" creationId="{E711E78F-BDFA-81E8-6EF9-8FD0A65946DB}"/>
          </ac:picMkLst>
        </pc:picChg>
        <pc:picChg chg="del">
          <ac:chgData name="Franco Zamora Ana Elizabeth" userId="a6651dc3-39a9-4b54-9dc8-4ee17f7a8089" providerId="ADAL" clId="{8A150569-DCDD-45C2-8D3C-0ADC8F28C147}" dt="2026-02-24T04:00:57.910" v="0" actId="478"/>
          <ac:picMkLst>
            <pc:docMk/>
            <pc:sldMk cId="295286254" sldId="2147482947"/>
            <ac:picMk id="8" creationId="{019B175B-AD4F-8949-3A16-B80B5EE17E74}"/>
          </ac:picMkLst>
        </pc:picChg>
      </pc:sldChg>
      <pc:sldChg chg="modSp">
        <pc:chgData name="Franco Zamora Ana Elizabeth" userId="a6651dc3-39a9-4b54-9dc8-4ee17f7a8089" providerId="ADAL" clId="{8A150569-DCDD-45C2-8D3C-0ADC8F28C147}" dt="2026-02-24T16:06:44.773" v="2765" actId="1076"/>
        <pc:sldMkLst>
          <pc:docMk/>
          <pc:sldMk cId="679105534" sldId="2147482948"/>
        </pc:sldMkLst>
        <pc:spChg chg="mod">
          <ac:chgData name="Franco Zamora Ana Elizabeth" userId="a6651dc3-39a9-4b54-9dc8-4ee17f7a8089" providerId="ADAL" clId="{8A150569-DCDD-45C2-8D3C-0ADC8F28C147}" dt="2026-02-24T16:06:44.773" v="2765" actId="1076"/>
          <ac:spMkLst>
            <pc:docMk/>
            <pc:sldMk cId="679105534" sldId="2147482948"/>
            <ac:spMk id="4" creationId="{B0941E57-8524-442D-AA1E-71E27E8D8793}"/>
          </ac:spMkLst>
        </pc:spChg>
        <pc:spChg chg="mod">
          <ac:chgData name="Franco Zamora Ana Elizabeth" userId="a6651dc3-39a9-4b54-9dc8-4ee17f7a8089" providerId="ADAL" clId="{8A150569-DCDD-45C2-8D3C-0ADC8F28C147}" dt="2026-02-24T16:06:44.773" v="2765" actId="1076"/>
          <ac:spMkLst>
            <pc:docMk/>
            <pc:sldMk cId="679105534" sldId="2147482948"/>
            <ac:spMk id="5" creationId="{E3245FAE-0440-417C-89AD-5D987BA90110}"/>
          </ac:spMkLst>
        </pc:spChg>
        <pc:picChg chg="mod">
          <ac:chgData name="Franco Zamora Ana Elizabeth" userId="a6651dc3-39a9-4b54-9dc8-4ee17f7a8089" providerId="ADAL" clId="{8A150569-DCDD-45C2-8D3C-0ADC8F28C147}" dt="2026-02-24T16:06:44.773" v="2765" actId="1076"/>
          <ac:picMkLst>
            <pc:docMk/>
            <pc:sldMk cId="679105534" sldId="2147482948"/>
            <ac:picMk id="3" creationId="{97DD6122-049D-87B2-9FCE-89D0475812A7}"/>
          </ac:picMkLst>
        </pc:picChg>
      </pc:sldChg>
      <pc:sldChg chg="modSp mod">
        <pc:chgData name="Franco Zamora Ana Elizabeth" userId="a6651dc3-39a9-4b54-9dc8-4ee17f7a8089" providerId="ADAL" clId="{8A150569-DCDD-45C2-8D3C-0ADC8F28C147}" dt="2026-02-24T04:12:27.938" v="413" actId="20577"/>
        <pc:sldMkLst>
          <pc:docMk/>
          <pc:sldMk cId="4059062230" sldId="2147482950"/>
        </pc:sldMkLst>
        <pc:spChg chg="mod">
          <ac:chgData name="Franco Zamora Ana Elizabeth" userId="a6651dc3-39a9-4b54-9dc8-4ee17f7a8089" providerId="ADAL" clId="{8A150569-DCDD-45C2-8D3C-0ADC8F28C147}" dt="2026-02-24T04:12:27.938" v="413" actId="20577"/>
          <ac:spMkLst>
            <pc:docMk/>
            <pc:sldMk cId="4059062230" sldId="2147482950"/>
            <ac:spMk id="3" creationId="{6537DE6F-1964-E3F7-C046-CE9D29BB7EDE}"/>
          </ac:spMkLst>
        </pc:spChg>
      </pc:sldChg>
      <pc:sldChg chg="addSp delSp modSp add mod setBg modAnim">
        <pc:chgData name="Franco Zamora Ana Elizabeth" userId="a6651dc3-39a9-4b54-9dc8-4ee17f7a8089" providerId="ADAL" clId="{8A150569-DCDD-45C2-8D3C-0ADC8F28C147}" dt="2026-02-24T04:08:52.319" v="235"/>
        <pc:sldMkLst>
          <pc:docMk/>
          <pc:sldMk cId="502862115" sldId="2147482952"/>
        </pc:sldMkLst>
        <pc:spChg chg="add mod">
          <ac:chgData name="Franco Zamora Ana Elizabeth" userId="a6651dc3-39a9-4b54-9dc8-4ee17f7a8089" providerId="ADAL" clId="{8A150569-DCDD-45C2-8D3C-0ADC8F28C147}" dt="2026-02-24T04:06:08.379" v="71"/>
          <ac:spMkLst>
            <pc:docMk/>
            <pc:sldMk cId="502862115" sldId="2147482952"/>
            <ac:spMk id="2" creationId="{D826A517-8AEA-04F6-EDB3-A9A94D630050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" creationId="{75F14585-98E7-A3BC-F2F7-1B2A2C19AAAD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" creationId="{32C0E100-53E6-2841-146A-57184924C1BD}"/>
          </ac:spMkLst>
        </pc:spChg>
        <pc:spChg chg="mod">
          <ac:chgData name="Franco Zamora Ana Elizabeth" userId="a6651dc3-39a9-4b54-9dc8-4ee17f7a8089" providerId="ADAL" clId="{8A150569-DCDD-45C2-8D3C-0ADC8F28C147}" dt="2026-02-24T04:06:33.604" v="104" actId="1035"/>
          <ac:spMkLst>
            <pc:docMk/>
            <pc:sldMk cId="502862115" sldId="2147482952"/>
            <ac:spMk id="6" creationId="{38727832-9A34-C9EB-96D0-1645E9B10D03}"/>
          </ac:spMkLst>
        </pc:spChg>
        <pc:spChg chg="mod">
          <ac:chgData name="Franco Zamora Ana Elizabeth" userId="a6651dc3-39a9-4b54-9dc8-4ee17f7a8089" providerId="ADAL" clId="{8A150569-DCDD-45C2-8D3C-0ADC8F28C147}" dt="2026-02-24T04:06:33.604" v="104" actId="1035"/>
          <ac:spMkLst>
            <pc:docMk/>
            <pc:sldMk cId="502862115" sldId="2147482952"/>
            <ac:spMk id="7" creationId="{84BFDCD7-8059-57E6-DA15-22F1B7C83B70}"/>
          </ac:spMkLst>
        </pc:spChg>
        <pc:spChg chg="mod">
          <ac:chgData name="Franco Zamora Ana Elizabeth" userId="a6651dc3-39a9-4b54-9dc8-4ee17f7a8089" providerId="ADAL" clId="{8A150569-DCDD-45C2-8D3C-0ADC8F28C147}" dt="2026-02-24T04:06:33.604" v="104" actId="1035"/>
          <ac:spMkLst>
            <pc:docMk/>
            <pc:sldMk cId="502862115" sldId="2147482952"/>
            <ac:spMk id="10" creationId="{C63F85B6-A679-E461-C65C-D4878CC4F5C4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2" creationId="{CE1984FD-325A-1DAF-441E-E4E389F39E0D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3" creationId="{D5F622C4-A1C4-D27E-EBA7-0B1673BA546E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4" creationId="{BCF91F4B-9BD8-B6BB-D452-AB34BA160CF2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5" creationId="{6774FF68-F920-0700-BE7A-A260E0F70D61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6" creationId="{40624427-A82C-57CA-2AE4-F626493A8C6F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7" creationId="{655212EF-CD3E-1EC4-B1D1-6F50C2E9A5D1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8" creationId="{1AC72AEF-A584-F23F-DA39-C1A3FC62F5DC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19" creationId="{85190384-2B37-CA71-97A1-BBE5276C2F52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0" creationId="{B88B6AC4-B4D5-B039-DA62-4A94019FBAC8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1" creationId="{04E4DEA9-AE37-1503-B393-CA7C5875B871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2" creationId="{38793E7E-F9AA-070E-86C7-6C7DD4DF96ED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3" creationId="{34E1A335-0385-7EF0-6264-89D4C7B51E88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4" creationId="{3F50E6D1-0F58-ED65-920B-4A1A841D5535}"/>
          </ac:spMkLst>
        </pc:spChg>
        <pc:spChg chg="del">
          <ac:chgData name="Franco Zamora Ana Elizabeth" userId="a6651dc3-39a9-4b54-9dc8-4ee17f7a8089" providerId="ADAL" clId="{8A150569-DCDD-45C2-8D3C-0ADC8F28C147}" dt="2026-02-24T04:06:01.189" v="70" actId="478"/>
          <ac:spMkLst>
            <pc:docMk/>
            <pc:sldMk cId="502862115" sldId="2147482952"/>
            <ac:spMk id="25" creationId="{69C1F2FF-09E9-44EA-5870-E583E53F3CF6}"/>
          </ac:spMkLst>
        </pc:spChg>
        <pc:spChg chg="mod">
          <ac:chgData name="Franco Zamora Ana Elizabeth" userId="a6651dc3-39a9-4b54-9dc8-4ee17f7a8089" providerId="ADAL" clId="{8A150569-DCDD-45C2-8D3C-0ADC8F28C147}" dt="2026-02-24T04:06:33.604" v="104" actId="1035"/>
          <ac:spMkLst>
            <pc:docMk/>
            <pc:sldMk cId="502862115" sldId="2147482952"/>
            <ac:spMk id="27" creationId="{B708EAC4-35F1-32E3-4796-B7BD11457065}"/>
          </ac:spMkLst>
        </pc:spChg>
        <pc:spChg chg="mod">
          <ac:chgData name="Franco Zamora Ana Elizabeth" userId="a6651dc3-39a9-4b54-9dc8-4ee17f7a8089" providerId="ADAL" clId="{8A150569-DCDD-45C2-8D3C-0ADC8F28C147}" dt="2026-02-24T04:06:33.604" v="104" actId="1035"/>
          <ac:spMkLst>
            <pc:docMk/>
            <pc:sldMk cId="502862115" sldId="2147482952"/>
            <ac:spMk id="30" creationId="{005AFD84-26EE-2731-13F4-17D588CAE9AD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3" creationId="{FFBD04FF-F65D-612C-8ABB-4EAB3B99B4A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4" creationId="{77EC2799-3405-751A-ED99-E39F3628D237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5" creationId="{65306367-A635-269D-400E-D6974F8D3760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6" creationId="{24939795-EFD8-0BBD-8C39-1286EBBD513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7" creationId="{5CCCFF69-288A-4292-BB53-4C8E3CFB9D64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8" creationId="{DF5660C6-B0AE-0F03-5D4A-A0815C262F52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39" creationId="{6696BD8D-49C9-A39E-9589-F45CB1DFF62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5" creationId="{B56570D3-D211-86A1-9952-7B151490A92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6" creationId="{06539232-9E29-F15D-97D6-F21EAB6B3489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7" creationId="{ECE11231-D041-B3CE-F952-51F91926FE30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8" creationId="{8D9CF8F5-FA81-A03E-5D2B-530B3BB11B2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49" creationId="{894FF696-4B39-F175-FE35-F712DBAABA70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0" creationId="{4260B62A-7F87-F2F7-DBD4-91260D0AD242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1" creationId="{87117FA1-7694-D4AF-2698-620D648413B4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2" creationId="{B0897F47-9515-C426-2F97-F458B4529E61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3" creationId="{CC7D506F-1096-D8D1-47FD-42373B52718E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5" creationId="{4DEA3810-C625-5B8F-096E-F1A347E6FE64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6" creationId="{E07CE345-488A-AEFA-BDF0-0D1547DCEA22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7" creationId="{B11E0E64-F74B-E0E1-B3DC-8AF6919FA0F0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58" creationId="{947ADC12-5F7E-3E90-953C-D6A9AF565F9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3" creationId="{E4E4D237-14FB-550C-475B-C908F9E97BC2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5" creationId="{B7871160-30A9-0947-190F-9C100BFBBC87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6" creationId="{E714505E-9B2C-6976-4EB6-1C81F1103514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7" creationId="{3B9B5122-50CD-106D-675F-444BCBDE2C4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8" creationId="{884BEFF4-743D-F01D-5B9C-0B9C70324FC9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69" creationId="{19C0079C-E66E-84B7-5FD6-889013B17D9E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0" creationId="{62C6EED6-8F84-9E4D-DACB-D6CE4F6E90EE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1" creationId="{F4AFC242-28A4-85C6-29E3-243CC8254B5E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2" creationId="{F67617A1-567D-C340-ECF6-349FB6D141D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3" creationId="{525AEC19-0471-FE2F-B214-B52BAC79472C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4" creationId="{29325E05-4DE2-B303-8468-5D74A8F318E1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5" creationId="{64C6F908-2DAD-8426-1AC6-0BE1BAF4AE78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6" creationId="{6F4F4802-121E-59C7-2C78-E58E36D11695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7" creationId="{962F9ACF-929D-28C2-D15D-F91324D9E8F0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8" creationId="{45C93072-70B7-2740-4F85-7DB784EB558A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79" creationId="{8D3C48D6-8831-5CF5-F349-D1862C42A9C2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0" creationId="{377CD08E-E017-F99C-F78F-026817864D26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1" creationId="{DF3BB98B-BC42-8637-3B53-BBAA57125A98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2" creationId="{5E74CDDB-517B-62D1-5017-4B60714842D7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3" creationId="{C59B097B-5274-8BB6-EB11-84F4B80E52A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8" creationId="{53EB2E55-EA3D-1871-C657-B81C7044A378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89" creationId="{FF8EC001-E5F4-21AF-7107-D7A956F8D209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1" creationId="{A05CDAFF-9F55-C546-741E-7E126F4B520B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2" creationId="{B269ED9C-19D6-143E-4DB0-50A230EFBA73}"/>
          </ac:spMkLst>
        </pc:spChg>
        <pc:spChg chg="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3" creationId="{832185E7-8CA9-9807-62B1-30131B5F2B2C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4" creationId="{E1F3C310-6B7F-FAD1-0753-780F62CE4158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5" creationId="{4CCBDC74-4C1D-BC30-3F4E-DB9A659C7F73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6" creationId="{D823198A-BF22-F4E3-E1C7-22C53704A1F5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7" creationId="{75A9F9DC-7CC6-9378-FD81-922ABF00670B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8" creationId="{41C583CB-FCD3-7CAF-7AA4-ECA934785B43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99" creationId="{27BC51B6-F7E8-6656-0F39-1273BC27737B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0" creationId="{304C91F2-FA45-5676-F6B3-481F7F4EECDE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1" creationId="{885C0B7F-08CF-9E95-47E1-3D76C84835CD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2" creationId="{ED97AFC6-E30A-54C5-7455-BE949C0475A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3" creationId="{E50C9D03-6102-4891-1466-D20FDA09660A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4" creationId="{2D18B3D1-C20D-B297-5975-7909670A0B90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5" creationId="{005DA51A-613F-3A4F-F71E-E4A92D9885B5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6" creationId="{9EE30D9B-E833-1A7D-F04B-8D055253F3F0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7" creationId="{9F8130CA-449E-6084-3241-84039FDE09F3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8" creationId="{DC034213-6FF6-2D4E-D306-B35987110696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09" creationId="{863B0D01-EE1A-660C-471F-11F6F08F4966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0" creationId="{DA07694D-F337-F6B0-F6C2-56152EE58365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1" creationId="{B2F98F96-CE84-F630-62FA-CBD6A294E51D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2" creationId="{162D803B-72AA-172B-2DEB-9BDAB77424C2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3" creationId="{E0B79A87-18B3-4E59-8FB9-A4F4AFA2D258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4" creationId="{CD6A2270-DB89-3133-2E48-EC675A6C58F8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5" creationId="{B1337DD6-F3BE-DCEF-6601-259820CBE6FF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6" creationId="{9FA25082-8E0B-179F-36DC-A9D6AAF8D838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7" creationId="{E596122A-26B0-E42B-67AA-D2FC48AD597F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8" creationId="{420B8C32-9A23-948A-66FA-050F5441045B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19" creationId="{B22A2806-FB73-3A99-D373-C496DE0AAA49}"/>
          </ac:spMkLst>
        </pc:spChg>
        <pc:spChg chg="add mod">
          <ac:chgData name="Franco Zamora Ana Elizabeth" userId="a6651dc3-39a9-4b54-9dc8-4ee17f7a8089" providerId="ADAL" clId="{8A150569-DCDD-45C2-8D3C-0ADC8F28C147}" dt="2026-02-24T04:07:25.654" v="214" actId="1035"/>
          <ac:spMkLst>
            <pc:docMk/>
            <pc:sldMk cId="502862115" sldId="2147482952"/>
            <ac:spMk id="120" creationId="{670E34BD-A353-9533-AE4B-EEB9EFCE9B7F}"/>
          </ac:spMkLst>
        </pc:spChg>
        <pc:spChg chg="add mod">
          <ac:chgData name="Franco Zamora Ana Elizabeth" userId="a6651dc3-39a9-4b54-9dc8-4ee17f7a8089" providerId="ADAL" clId="{8A150569-DCDD-45C2-8D3C-0ADC8F28C147}" dt="2026-02-24T04:07:36.112" v="216"/>
          <ac:spMkLst>
            <pc:docMk/>
            <pc:sldMk cId="502862115" sldId="2147482952"/>
            <ac:spMk id="121" creationId="{D256966D-ECC0-7E6A-9767-DF5804C90D8F}"/>
          </ac:spMkLst>
        </pc:spChg>
        <pc:spChg chg="mod">
          <ac:chgData name="Franco Zamora Ana Elizabeth" userId="a6651dc3-39a9-4b54-9dc8-4ee17f7a8089" providerId="ADAL" clId="{8A150569-DCDD-45C2-8D3C-0ADC8F28C147}" dt="2026-02-24T04:07:55.293" v="218" actId="1076"/>
          <ac:spMkLst>
            <pc:docMk/>
            <pc:sldMk cId="502862115" sldId="2147482952"/>
            <ac:spMk id="123" creationId="{F1A6A9F7-4702-C699-46CF-CEBD8AEFAA65}"/>
          </ac:spMkLst>
        </pc:spChg>
        <pc:spChg chg="mod">
          <ac:chgData name="Franco Zamora Ana Elizabeth" userId="a6651dc3-39a9-4b54-9dc8-4ee17f7a8089" providerId="ADAL" clId="{8A150569-DCDD-45C2-8D3C-0ADC8F28C147}" dt="2026-02-24T04:07:55.293" v="218" actId="1076"/>
          <ac:spMkLst>
            <pc:docMk/>
            <pc:sldMk cId="502862115" sldId="2147482952"/>
            <ac:spMk id="124" creationId="{840C7F32-F7AF-EFCE-8AB1-5FD9CB4EF4A6}"/>
          </ac:spMkLst>
        </pc:spChg>
        <pc:spChg chg="mod">
          <ac:chgData name="Franco Zamora Ana Elizabeth" userId="a6651dc3-39a9-4b54-9dc8-4ee17f7a8089" providerId="ADAL" clId="{8A150569-DCDD-45C2-8D3C-0ADC8F28C147}" dt="2026-02-24T04:07:55.293" v="218" actId="1076"/>
          <ac:spMkLst>
            <pc:docMk/>
            <pc:sldMk cId="502862115" sldId="2147482952"/>
            <ac:spMk id="127" creationId="{AC8102E3-F38C-E606-6C82-4648A39F40FA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0" creationId="{A0309CFB-ED6C-0AD3-3705-F2C29DA95637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1" creationId="{E867C3AD-DA9E-A589-1293-DD17572C4FC0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2" creationId="{3729786C-8444-87B3-9718-2BE640E07E09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3" creationId="{12594008-D6B4-8AF3-902D-A453EA8FEF74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4" creationId="{CF9E118D-ABA1-DC66-ED4E-4A1FD539C9B4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5" creationId="{507BFD97-BA8A-9154-C9AE-9A40CAF23B02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6" creationId="{125A1D6A-1E4C-D302-AF90-10019567E8C8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7" creationId="{3340BF1C-FF5E-5302-5338-11B00CFDE0DD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8" creationId="{9BD7B82C-995A-D62A-E756-CD2BB10D11F3}"/>
          </ac:spMkLst>
        </pc:spChg>
        <pc:spChg chg="add mod">
          <ac:chgData name="Franco Zamora Ana Elizabeth" userId="a6651dc3-39a9-4b54-9dc8-4ee17f7a8089" providerId="ADAL" clId="{8A150569-DCDD-45C2-8D3C-0ADC8F28C147}" dt="2026-02-24T04:08:00.263" v="219" actId="164"/>
          <ac:spMkLst>
            <pc:docMk/>
            <pc:sldMk cId="502862115" sldId="2147482952"/>
            <ac:spMk id="139" creationId="{E4F07185-88B7-B780-027C-AB69F574CA50}"/>
          </ac:spMkLst>
        </pc:spChg>
        <pc:spChg chg="add mod ord">
          <ac:chgData name="Franco Zamora Ana Elizabeth" userId="a6651dc3-39a9-4b54-9dc8-4ee17f7a8089" providerId="ADAL" clId="{8A150569-DCDD-45C2-8D3C-0ADC8F28C147}" dt="2026-02-24T04:08:43.296" v="234" actId="207"/>
          <ac:spMkLst>
            <pc:docMk/>
            <pc:sldMk cId="502862115" sldId="2147482952"/>
            <ac:spMk id="141" creationId="{8C821ACB-7AD0-3C3F-0A2E-C0FC1CACCAAC}"/>
          </ac:spMkLst>
        </pc:spChg>
        <pc:grpChg chg="add mod">
          <ac:chgData name="Franco Zamora Ana Elizabeth" userId="a6651dc3-39a9-4b54-9dc8-4ee17f7a8089" providerId="ADAL" clId="{8A150569-DCDD-45C2-8D3C-0ADC8F28C147}" dt="2026-02-24T04:06:33.604" v="104" actId="1035"/>
          <ac:grpSpMkLst>
            <pc:docMk/>
            <pc:sldMk cId="502862115" sldId="2147482952"/>
            <ac:grpSpMk id="5" creationId="{9E084A55-CBD2-8C41-A3B9-3D5035C9425A}"/>
          </ac:grpSpMkLst>
        </pc:grpChg>
        <pc:grpChg chg="add mod">
          <ac:chgData name="Franco Zamora Ana Elizabeth" userId="a6651dc3-39a9-4b54-9dc8-4ee17f7a8089" providerId="ADAL" clId="{8A150569-DCDD-45C2-8D3C-0ADC8F28C147}" dt="2026-02-24T04:07:25.654" v="214" actId="1035"/>
          <ac:grpSpMkLst>
            <pc:docMk/>
            <pc:sldMk cId="502862115" sldId="2147482952"/>
            <ac:grpSpMk id="40" creationId="{C49063BE-0C20-A29E-700B-55A35D486AE8}"/>
          </ac:grpSpMkLst>
        </pc:grpChg>
        <pc:grpChg chg="add mod">
          <ac:chgData name="Franco Zamora Ana Elizabeth" userId="a6651dc3-39a9-4b54-9dc8-4ee17f7a8089" providerId="ADAL" clId="{8A150569-DCDD-45C2-8D3C-0ADC8F28C147}" dt="2026-02-24T04:07:25.654" v="214" actId="1035"/>
          <ac:grpSpMkLst>
            <pc:docMk/>
            <pc:sldMk cId="502862115" sldId="2147482952"/>
            <ac:grpSpMk id="54" creationId="{B291D775-1A1B-14FE-371D-731A26B9531C}"/>
          </ac:grpSpMkLst>
        </pc:grpChg>
        <pc:grpChg chg="add mod">
          <ac:chgData name="Franco Zamora Ana Elizabeth" userId="a6651dc3-39a9-4b54-9dc8-4ee17f7a8089" providerId="ADAL" clId="{8A150569-DCDD-45C2-8D3C-0ADC8F28C147}" dt="2026-02-24T04:07:25.654" v="214" actId="1035"/>
          <ac:grpSpMkLst>
            <pc:docMk/>
            <pc:sldMk cId="502862115" sldId="2147482952"/>
            <ac:grpSpMk id="64" creationId="{2D519825-2F26-302D-C5C5-6473A1983B56}"/>
          </ac:grpSpMkLst>
        </pc:grpChg>
        <pc:grpChg chg="add mod">
          <ac:chgData name="Franco Zamora Ana Elizabeth" userId="a6651dc3-39a9-4b54-9dc8-4ee17f7a8089" providerId="ADAL" clId="{8A150569-DCDD-45C2-8D3C-0ADC8F28C147}" dt="2026-02-24T04:07:25.654" v="214" actId="1035"/>
          <ac:grpSpMkLst>
            <pc:docMk/>
            <pc:sldMk cId="502862115" sldId="2147482952"/>
            <ac:grpSpMk id="90" creationId="{47120D99-AE7B-FC73-25D1-48BACE629064}"/>
          </ac:grpSpMkLst>
        </pc:grpChg>
        <pc:grpChg chg="add mod">
          <ac:chgData name="Franco Zamora Ana Elizabeth" userId="a6651dc3-39a9-4b54-9dc8-4ee17f7a8089" providerId="ADAL" clId="{8A150569-DCDD-45C2-8D3C-0ADC8F28C147}" dt="2026-02-24T04:08:00.263" v="219" actId="164"/>
          <ac:grpSpMkLst>
            <pc:docMk/>
            <pc:sldMk cId="502862115" sldId="2147482952"/>
            <ac:grpSpMk id="122" creationId="{BA3CE7D1-4E33-0D0F-0963-EB6B7923228D}"/>
          </ac:grpSpMkLst>
        </pc:grpChg>
        <pc:grpChg chg="add mod">
          <ac:chgData name="Franco Zamora Ana Elizabeth" userId="a6651dc3-39a9-4b54-9dc8-4ee17f7a8089" providerId="ADAL" clId="{8A150569-DCDD-45C2-8D3C-0ADC8F28C147}" dt="2026-02-24T04:08:00.263" v="219" actId="164"/>
          <ac:grpSpMkLst>
            <pc:docMk/>
            <pc:sldMk cId="502862115" sldId="2147482952"/>
            <ac:grpSpMk id="140" creationId="{683D45E2-69C3-C319-0B78-12EDFA89C44D}"/>
          </ac:grpSpMkLst>
        </pc:grp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8" creationId="{4057D973-3C06-FD78-A505-DB0DBE3D521C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9" creationId="{9F53728A-85E0-25CF-443D-7BD68CC4F684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11" creationId="{011FDCAF-4616-70B3-6D29-CE01067CEBF6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26" creationId="{15F3DF43-5256-AD1D-DE63-32EFA89280CD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28" creationId="{6987CA3A-806C-80E5-CA70-962016A5C1BE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29" creationId="{BB0E2D1F-600D-5C81-EEAD-6225E80A3D4D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31" creationId="{9390FCC4-5543-B0A7-D262-2C4C0019B05A}"/>
          </ac:cxnSpMkLst>
        </pc:cxnChg>
        <pc:cxnChg chg="mod">
          <ac:chgData name="Franco Zamora Ana Elizabeth" userId="a6651dc3-39a9-4b54-9dc8-4ee17f7a8089" providerId="ADAL" clId="{8A150569-DCDD-45C2-8D3C-0ADC8F28C147}" dt="2026-02-24T04:06:33.604" v="104" actId="1035"/>
          <ac:cxnSpMkLst>
            <pc:docMk/>
            <pc:sldMk cId="502862115" sldId="2147482952"/>
            <ac:cxnSpMk id="32" creationId="{024E7151-4175-7EF1-D6FB-904498C2284F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41" creationId="{8B746606-8966-46DD-A647-022D87D9FC27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42" creationId="{88B41F33-080F-070C-8A64-3E945A87CAE2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43" creationId="{20998B3B-2B8E-719F-77F8-523AAF3C9B2F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44" creationId="{7C6306B8-3750-4B4D-9F49-65D90A51D7E6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59" creationId="{2A01C40D-CCDE-8937-56DC-527E706461AC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60" creationId="{87DE457F-C1D5-335F-2F86-2EADD8B8B3BA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61" creationId="{DE9487F2-115C-1265-F3EB-EAD4E438DF1C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62" creationId="{AE696211-65F8-5B1C-BF08-52D6E9095464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84" creationId="{570181B9-9E0F-7C12-EB11-D024353743C3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85" creationId="{E0C10519-D771-9013-F094-6A9948A41110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86" creationId="{C4DDDC35-4673-710D-7B6E-A4B977F1E0A3}"/>
          </ac:cxnSpMkLst>
        </pc:cxnChg>
        <pc:cxnChg chg="mod">
          <ac:chgData name="Franco Zamora Ana Elizabeth" userId="a6651dc3-39a9-4b54-9dc8-4ee17f7a8089" providerId="ADAL" clId="{8A150569-DCDD-45C2-8D3C-0ADC8F28C147}" dt="2026-02-24T04:07:25.654" v="214" actId="1035"/>
          <ac:cxnSpMkLst>
            <pc:docMk/>
            <pc:sldMk cId="502862115" sldId="2147482952"/>
            <ac:cxnSpMk id="87" creationId="{F06AEBD1-FE1D-98BF-5D22-572F9F83206D}"/>
          </ac:cxnSpMkLst>
        </pc:cxnChg>
        <pc:cxnChg chg="mod">
          <ac:chgData name="Franco Zamora Ana Elizabeth" userId="a6651dc3-39a9-4b54-9dc8-4ee17f7a8089" providerId="ADAL" clId="{8A150569-DCDD-45C2-8D3C-0ADC8F28C147}" dt="2026-02-24T04:07:55.293" v="218" actId="1076"/>
          <ac:cxnSpMkLst>
            <pc:docMk/>
            <pc:sldMk cId="502862115" sldId="2147482952"/>
            <ac:cxnSpMk id="125" creationId="{4169880F-4E69-55BE-20B2-F306B34CB7E0}"/>
          </ac:cxnSpMkLst>
        </pc:cxnChg>
        <pc:cxnChg chg="mod">
          <ac:chgData name="Franco Zamora Ana Elizabeth" userId="a6651dc3-39a9-4b54-9dc8-4ee17f7a8089" providerId="ADAL" clId="{8A150569-DCDD-45C2-8D3C-0ADC8F28C147}" dt="2026-02-24T04:07:55.293" v="218" actId="1076"/>
          <ac:cxnSpMkLst>
            <pc:docMk/>
            <pc:sldMk cId="502862115" sldId="2147482952"/>
            <ac:cxnSpMk id="126" creationId="{431A3C9E-436C-B52A-98E3-C07D22A55686}"/>
          </ac:cxnSpMkLst>
        </pc:cxnChg>
        <pc:cxnChg chg="mod">
          <ac:chgData name="Franco Zamora Ana Elizabeth" userId="a6651dc3-39a9-4b54-9dc8-4ee17f7a8089" providerId="ADAL" clId="{8A150569-DCDD-45C2-8D3C-0ADC8F28C147}" dt="2026-02-24T04:07:55.293" v="218" actId="1076"/>
          <ac:cxnSpMkLst>
            <pc:docMk/>
            <pc:sldMk cId="502862115" sldId="2147482952"/>
            <ac:cxnSpMk id="128" creationId="{B96B4223-BDE9-33C2-502F-DB6F5362AE4F}"/>
          </ac:cxnSpMkLst>
        </pc:cxnChg>
        <pc:cxnChg chg="mod">
          <ac:chgData name="Franco Zamora Ana Elizabeth" userId="a6651dc3-39a9-4b54-9dc8-4ee17f7a8089" providerId="ADAL" clId="{8A150569-DCDD-45C2-8D3C-0ADC8F28C147}" dt="2026-02-24T04:07:55.293" v="218" actId="1076"/>
          <ac:cxnSpMkLst>
            <pc:docMk/>
            <pc:sldMk cId="502862115" sldId="2147482952"/>
            <ac:cxnSpMk id="129" creationId="{711912C1-3038-E558-F5E7-159F1BD9A405}"/>
          </ac:cxnSpMkLst>
        </pc:cxnChg>
      </pc:sldChg>
      <pc:sldChg chg="addSp delSp modSp add del mod">
        <pc:chgData name="Franco Zamora Ana Elizabeth" userId="a6651dc3-39a9-4b54-9dc8-4ee17f7a8089" providerId="ADAL" clId="{8A150569-DCDD-45C2-8D3C-0ADC8F28C147}" dt="2026-02-24T04:04:52.668" v="47" actId="47"/>
        <pc:sldMkLst>
          <pc:docMk/>
          <pc:sldMk cId="2421659900" sldId="2147482952"/>
        </pc:sldMkLst>
        <pc:spChg chg="mod">
          <ac:chgData name="Franco Zamora Ana Elizabeth" userId="a6651dc3-39a9-4b54-9dc8-4ee17f7a8089" providerId="ADAL" clId="{8A150569-DCDD-45C2-8D3C-0ADC8F28C147}" dt="2026-02-24T04:04:08.394" v="34" actId="1076"/>
          <ac:spMkLst>
            <pc:docMk/>
            <pc:sldMk cId="2421659900" sldId="2147482952"/>
            <ac:spMk id="2" creationId="{F60563D1-0477-F1AB-03EE-31D1CA3DAE11}"/>
          </ac:spMkLst>
        </pc:spChg>
        <pc:spChg chg="add del">
          <ac:chgData name="Franco Zamora Ana Elizabeth" userId="a6651dc3-39a9-4b54-9dc8-4ee17f7a8089" providerId="ADAL" clId="{8A150569-DCDD-45C2-8D3C-0ADC8F28C147}" dt="2026-02-24T04:04:11.900" v="36" actId="21"/>
          <ac:spMkLst>
            <pc:docMk/>
            <pc:sldMk cId="2421659900" sldId="2147482952"/>
            <ac:spMk id="31" creationId="{FB8D07C7-BA99-D971-4C46-A70E4327836D}"/>
          </ac:spMkLst>
        </pc:spChg>
      </pc:sldChg>
      <pc:sldChg chg="add del setBg">
        <pc:chgData name="Franco Zamora Ana Elizabeth" userId="a6651dc3-39a9-4b54-9dc8-4ee17f7a8089" providerId="ADAL" clId="{8A150569-DCDD-45C2-8D3C-0ADC8F28C147}" dt="2026-02-24T04:05:37.488" v="53" actId="47"/>
        <pc:sldMkLst>
          <pc:docMk/>
          <pc:sldMk cId="4259400873" sldId="2147482952"/>
        </pc:sldMkLst>
      </pc:sldChg>
      <pc:sldChg chg="add mod setBg modShow">
        <pc:chgData name="Franco Zamora Ana Elizabeth" userId="a6651dc3-39a9-4b54-9dc8-4ee17f7a8089" providerId="ADAL" clId="{8A150569-DCDD-45C2-8D3C-0ADC8F28C147}" dt="2026-02-24T04:48:01.163" v="2763" actId="729"/>
        <pc:sldMkLst>
          <pc:docMk/>
          <pc:sldMk cId="3920541010" sldId="2147482953"/>
        </pc:sldMkLst>
      </pc:sldChg>
      <pc:sldMasterChg chg="del delSldLayout">
        <pc:chgData name="Franco Zamora Ana Elizabeth" userId="a6651dc3-39a9-4b54-9dc8-4ee17f7a8089" providerId="ADAL" clId="{8A150569-DCDD-45C2-8D3C-0ADC8F28C147}" dt="2026-02-24T04:04:52.668" v="47" actId="47"/>
        <pc:sldMasterMkLst>
          <pc:docMk/>
          <pc:sldMasterMk cId="1195511954" sldId="2147483667"/>
        </pc:sldMasterMkLst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481683604" sldId="2147483668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2521599787" sldId="2147483669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83787355" sldId="2147483670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1875904529" sldId="2147483671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1869048771" sldId="2147483672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3315072436" sldId="2147483673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2957046079" sldId="2147483674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3392332284" sldId="2147483675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72136580" sldId="2147483676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815717354" sldId="2147483677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1350548963" sldId="2147483678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3295960835" sldId="2147483679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3445358589" sldId="2147483680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4235612660" sldId="2147483681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1479873026" sldId="2147483682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4:52.668" v="47" actId="47"/>
          <pc:sldLayoutMkLst>
            <pc:docMk/>
            <pc:sldMasterMk cId="1195511954" sldId="2147483667"/>
            <pc:sldLayoutMk cId="72751332" sldId="2147483683"/>
          </pc:sldLayoutMkLst>
        </pc:sldLayoutChg>
      </pc:sldMasterChg>
      <pc:sldMasterChg chg="del delSldLayout">
        <pc:chgData name="Franco Zamora Ana Elizabeth" userId="a6651dc3-39a9-4b54-9dc8-4ee17f7a8089" providerId="ADAL" clId="{8A150569-DCDD-45C2-8D3C-0ADC8F28C147}" dt="2026-02-24T04:07:28.800" v="215" actId="47"/>
        <pc:sldMasterMkLst>
          <pc:docMk/>
          <pc:sldMasterMk cId="4043313282" sldId="2147483667"/>
        </pc:sldMasterMkLst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486958447" sldId="2147483668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1084453642" sldId="2147483669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440577358" sldId="2147483670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1409752839" sldId="2147483671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1704752594" sldId="2147483672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882730023" sldId="2147483673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423711225" sldId="2147483674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208123243" sldId="2147483675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801744623" sldId="2147483676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600866643" sldId="2147483677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1127666161" sldId="2147483678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182369901" sldId="2147483679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708785722" sldId="2147483680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2673364336" sldId="2147483681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3791653833" sldId="2147483682"/>
          </pc:sldLayoutMkLst>
        </pc:sldLayoutChg>
        <pc:sldLayoutChg chg="del">
          <pc:chgData name="Franco Zamora Ana Elizabeth" userId="a6651dc3-39a9-4b54-9dc8-4ee17f7a8089" providerId="ADAL" clId="{8A150569-DCDD-45C2-8D3C-0ADC8F28C147}" dt="2026-02-24T04:07:28.800" v="215" actId="47"/>
          <pc:sldLayoutMkLst>
            <pc:docMk/>
            <pc:sldMasterMk cId="4043313282" sldId="2147483667"/>
            <pc:sldLayoutMk cId="4158511742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</a:t>
            </a:r>
          </a:p>
          <a:p>
            <a:r>
              <a:rPr lang="es-ES" dirty="0"/>
              <a:t>Movimientos previos a Proximidad de la función. Derivado de FFP</a:t>
            </a:r>
          </a:p>
          <a:p>
            <a:r>
              <a:rPr lang="es-ES" dirty="0"/>
              <a:t>3 áreas (Planeación, Oficina de Proyectos, Procesos TI). </a:t>
            </a:r>
          </a:p>
          <a:p>
            <a:r>
              <a:rPr lang="es-ES" dirty="0"/>
              <a:t>Oficina de proyectos: </a:t>
            </a:r>
            <a:r>
              <a:rPr lang="es-ES" dirty="0" err="1"/>
              <a:t>track</a:t>
            </a:r>
            <a:r>
              <a:rPr lang="es-ES" dirty="0"/>
              <a:t> del costo, cadencias y seguimiento – su conexión es con áreas de soluciones. Alcance de CPP se definió la atención a cada equipo de solución. Tiempo, alcance y costo. Se ha homologado información y haciendo sistema del servicio brindado. Proyectos propios. </a:t>
            </a:r>
            <a:r>
              <a:rPr lang="es-ES" dirty="0" err="1"/>
              <a:t>MVPs</a:t>
            </a:r>
            <a:r>
              <a:rPr lang="es-ES" dirty="0"/>
              <a:t>, impedimentos proyectos, causas, resolución…</a:t>
            </a:r>
          </a:p>
          <a:p>
            <a:r>
              <a:rPr lang="es-ES" dirty="0"/>
              <a:t>OP OXXO: definir el alcance y conexión con TI. </a:t>
            </a:r>
          </a:p>
          <a:p>
            <a:r>
              <a:rPr lang="es-ES" dirty="0" err="1"/>
              <a:t>Planeaçión</a:t>
            </a:r>
            <a:r>
              <a:rPr lang="es-ES" dirty="0"/>
              <a:t>: organización, gestión, cadencias definición de contenidos de agenda. Día de la Comunicación TI, Conexión con TI…Seguimiento presupuesto, </a:t>
            </a:r>
            <a:r>
              <a:rPr lang="es-ES" dirty="0" err="1"/>
              <a:t>FCEs</a:t>
            </a:r>
            <a:r>
              <a:rPr lang="es-ES" dirty="0"/>
              <a:t>. Monitoreo de indicadores operativos y financieros. </a:t>
            </a:r>
          </a:p>
          <a:p>
            <a:r>
              <a:rPr lang="es-ES"/>
              <a:t>*Procesos </a:t>
            </a:r>
            <a:r>
              <a:rPr lang="es-ES" dirty="0"/>
              <a:t>TI: gestión de documentos ciberseguridad, soluciones… embajadores dueños de procesos. Actualización portal, validar </a:t>
            </a:r>
            <a:r>
              <a:rPr lang="es-ES" dirty="0" err="1"/>
              <a:t>versionamientos</a:t>
            </a:r>
            <a:r>
              <a:rPr lang="es-ES" dirty="0"/>
              <a:t>. Evolución de procesos. Reciben input de </a:t>
            </a:r>
            <a:r>
              <a:rPr lang="es-ES" dirty="0" err="1"/>
              <a:t>Of</a:t>
            </a:r>
            <a:r>
              <a:rPr lang="es-ES" dirty="0"/>
              <a:t>. Proyectos (impedimentos que se tienen). Qué cambio, resultados, eficiencias… (en proceso de consolidarse funciones). </a:t>
            </a:r>
          </a:p>
          <a:p>
            <a:r>
              <a:rPr lang="es-ES" dirty="0"/>
              <a:t>Se está haciendo esfuerzo por alinear necesidades del negocio con contribución de la función.  Gasto directo se tiene en común en FC, </a:t>
            </a:r>
            <a:r>
              <a:rPr lang="es-ES" dirty="0" err="1"/>
              <a:t>proyeto</a:t>
            </a:r>
            <a:r>
              <a:rPr lang="es-ES" dirty="0"/>
              <a:t> a escala.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805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767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596F-DC5C-020E-4837-FE8F6012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83D53-ED01-5A62-1AB8-2DC3BEFBE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E2B548-C366-225A-E2A9-A3D048902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68EF9F-8D75-511E-9C25-451E709C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572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3787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409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02/03/2026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.xml"/><Relationship Id="rId3" Type="http://schemas.openxmlformats.org/officeDocument/2006/relationships/image" Target="../media/image6.png"/><Relationship Id="rId7" Type="http://schemas.openxmlformats.org/officeDocument/2006/relationships/slide" Target="slide7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9.xml"/><Relationship Id="rId4" Type="http://schemas.openxmlformats.org/officeDocument/2006/relationships/slide" Target="slide6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2677459"/>
            <a:ext cx="8949124" cy="1503083"/>
          </a:xfrm>
        </p:spPr>
        <p:txBody>
          <a:bodyPr/>
          <a:lstStyle/>
          <a:p>
            <a:r>
              <a:rPr lang="es-ES_tradnl" sz="2650" dirty="0" err="1"/>
              <a:t>Fit</a:t>
            </a:r>
            <a:r>
              <a:rPr lang="es-ES_tradnl" sz="2650" dirty="0"/>
              <a:t> </a:t>
            </a:r>
            <a:r>
              <a:rPr lang="es-ES_tradnl" sz="2650" dirty="0" err="1"/>
              <a:t>for</a:t>
            </a:r>
            <a:r>
              <a:rPr lang="es-ES_tradnl" sz="2650" dirty="0"/>
              <a:t> </a:t>
            </a:r>
            <a:r>
              <a:rPr lang="es-ES_tradnl" sz="2650" dirty="0" err="1"/>
              <a:t>Purpose</a:t>
            </a:r>
            <a:r>
              <a:rPr lang="es-ES_tradnl" sz="2650" dirty="0"/>
              <a:t> 2026</a:t>
            </a:r>
            <a:br>
              <a:rPr lang="es-ES_tradnl" sz="2650" dirty="0"/>
            </a:br>
            <a:r>
              <a:rPr lang="es-ES_tradnl" sz="2650" b="1" dirty="0"/>
              <a:t>Tecnología de Información | Planeación Proyectos</a:t>
            </a:r>
            <a:br>
              <a:rPr lang="es-ES_tradnl" sz="2650" b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5193"/>
            <a:ext cx="10972800" cy="480000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(5 min)</a:t>
            </a:r>
          </a:p>
          <a:p>
            <a:pPr lvl="1">
              <a:lnSpc>
                <a:spcPct val="150000"/>
              </a:lnSpc>
            </a:pPr>
            <a:r>
              <a:rPr lang="es-MX"/>
              <a:t>Alcance 2026</a:t>
            </a:r>
          </a:p>
          <a:p>
            <a:pPr>
              <a:lnSpc>
                <a:spcPct val="150000"/>
              </a:lnSpc>
            </a:pPr>
            <a:r>
              <a:rPr lang="es-MX"/>
              <a:t>Entendimiento posiciones plataforma (40 min)</a:t>
            </a:r>
          </a:p>
          <a:p>
            <a:pPr lvl="1">
              <a:lnSpc>
                <a:spcPct val="150000"/>
              </a:lnSpc>
            </a:pPr>
            <a:r>
              <a:rPr lang="es-MX"/>
              <a:t>Percepción inicial</a:t>
            </a:r>
          </a:p>
          <a:p>
            <a:pPr lvl="1">
              <a:lnSpc>
                <a:spcPct val="150000"/>
              </a:lnSpc>
            </a:pPr>
            <a:r>
              <a:rPr lang="es-MX"/>
              <a:t>Descripción de puesto L2</a:t>
            </a:r>
          </a:p>
          <a:p>
            <a:pPr lvl="1">
              <a:lnSpc>
                <a:spcPct val="150000"/>
              </a:lnSpc>
            </a:pPr>
            <a:r>
              <a:rPr lang="es-MX"/>
              <a:t>Principales contribuciones del área</a:t>
            </a:r>
          </a:p>
          <a:p>
            <a:pPr lvl="1">
              <a:lnSpc>
                <a:spcPct val="150000"/>
              </a:lnSpc>
            </a:pPr>
            <a:r>
              <a:rPr lang="es-MX"/>
              <a:t>Interacciones entre áreas y procesos clave</a:t>
            </a:r>
          </a:p>
          <a:p>
            <a:pPr>
              <a:lnSpc>
                <a:spcPct val="150000"/>
              </a:lnSpc>
            </a:pPr>
            <a:r>
              <a:rPr lang="es-MX"/>
              <a:t>Siguientes pasos (5 min)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Vista general de diapositiva 14"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9120342"/>
                  </p:ext>
                </p:extLst>
              </p:nvPr>
            </p:nvGraphicFramePr>
            <p:xfrm>
              <a:off x="4790781" y="3891988"/>
              <a:ext cx="2800644" cy="1575362"/>
            </p:xfrm>
            <a:graphic>
              <a:graphicData uri="http://schemas.microsoft.com/office/powerpoint/2016/slidezoom">
                <pslz:sldZm>
                  <pslz:sldZmObj sldId="2147482955" cId="376322309">
                    <pslz:zmPr id="{65CFBDAD-CF85-4096-9ACD-FEF4C213F1CE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00644" cy="15753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Vista general de diapositiva 1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0781" y="3891988"/>
                <a:ext cx="2800644" cy="15753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629993"/>
                  </p:ext>
                </p:extLst>
              </p:nvPr>
            </p:nvGraphicFramePr>
            <p:xfrm>
              <a:off x="8435165" y="3980618"/>
              <a:ext cx="2116980" cy="1190801"/>
            </p:xfrm>
            <a:graphic>
              <a:graphicData uri="http://schemas.microsoft.com/office/powerpoint/2016/slidezoom">
                <pslz:sldZm>
                  <pslz:sldZmObj sldId="2147483647" cId="2282670243">
                    <pslz:zmPr id="{80F21B2C-31A0-4BA1-AA3A-4C1872BEDCC3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0" cy="11908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Vista general de diapositiva 1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35165" y="3980618"/>
                <a:ext cx="2116980" cy="119080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8548384"/>
                  </p:ext>
                </p:extLst>
              </p:nvPr>
            </p:nvGraphicFramePr>
            <p:xfrm>
              <a:off x="9328111" y="4593936"/>
              <a:ext cx="2116981" cy="1190802"/>
            </p:xfrm>
            <a:graphic>
              <a:graphicData uri="http://schemas.microsoft.com/office/powerpoint/2016/slidezoom">
                <pslz:sldZm>
                  <pslz:sldZmObj sldId="256" cId="1894943609">
                    <pslz:zmPr id="{DFEF7ABE-CD74-4CA2-926D-CD9AA2EB07A5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1" cy="11908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Vista general de diapositiva 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28111" y="4593936"/>
                <a:ext cx="2116981" cy="11908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284756" y="2993308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284752" y="352016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284751" y="4082157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1807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8474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5142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1809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847733" y="2993308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790796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390532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284751" y="4668421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1807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8474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5142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1809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847733" y="3520169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1807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8474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5142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180978" y="4082157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847729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1807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8474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5142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1809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847733" y="4673184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99466" y="1400752"/>
            <a:ext cx="11659159" cy="4598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Propósito del puesto:</a:t>
            </a: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Garantizar la identificación y priorización efectiva de proyectos de TI mediante el establecimiento de mecanismos de gobernanza y estándares para la gestión de proyecto la alineación transversal, la asignación óptima de recursos y la correcta priorización de iniciativas, con el fin de maximizar el valor y el impacto de las soluciones tecnológicas en la organización.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  <a:p>
            <a:pPr indent="0">
              <a:buNone/>
              <a:defRPr/>
            </a:pPr>
            <a:r>
              <a:rPr lang="es-MX" sz="1400" b="1" dirty="0"/>
              <a:t>Responsabilidades </a:t>
            </a:r>
            <a:endParaRPr lang="es-MX" sz="1200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Establecer mecanismos de gobernanza y estándares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la gestión de proyectos, 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través de la definición de políticas, metodologías y herramientas, para asegurar consistencia, control y alineación con los objetivos estratégicos.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(Responsable Procesos Solución)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lang="es-MX" altLang="es-MX" sz="1200" b="1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es-MX" altLang="es-MX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estionar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la alineación transversal, los recursos y la priorización de iniciativas, 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través de la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creación de espacios de colaboración y acuerdos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para garantizar la ejecución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efectiva y el impacto en el negocio.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(PMO OXXO México)</a:t>
            </a:r>
            <a:endParaRPr lang="es-MX" alt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Calibri"/>
              <a:cs typeface="Calibri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Priorizar proyectos e iniciativas de TI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 través d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 análisis de valor, riesgos y capacidades disponibles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para maximizar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 retorno y la contribución a la estrategia organizacional.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(PMO OXXO México)</a:t>
            </a:r>
            <a:endParaRPr kumimoji="0" lang="es-MX" alt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Supervisar la asignación y optimización de recursos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 través de la planificación y seguimiento de cargas de trabajo, para asegurar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eficiencia y cumplimiento de plazos.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Monitorear el avance y desempeño de los proyectos, a través de indicadores clave y reportes de gestión, para garantizar calidad, costos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 tiempos establecidos.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(Responsable Procesos Solución)</a:t>
            </a:r>
            <a:endParaRPr kumimoji="0" lang="es-MX" alt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Impulsar la mejora continua en procesos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gestión de </a:t>
            </a:r>
            <a:r>
              <a:rPr kumimoji="0" lang="es-MX" alt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proyectos, a través de la identificación de oportunidades y adopción de mejores prácticas, para </a:t>
            </a:r>
            <a:r>
              <a:rPr kumimoji="0" lang="es-MX" alt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incrementar la madurez y eficiencia organizacional.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(Responsable Procesos Solución)</a:t>
            </a:r>
            <a:endParaRPr kumimoji="0" lang="es-MX" alt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lang="es-MX" sz="1200" b="1" dirty="0">
                <a:latin typeface="+mn-lt"/>
              </a:rPr>
              <a:t>Asegurar la integración de la planeación de proyectos con la estrategia tecnológica y de negocio</a:t>
            </a:r>
            <a:r>
              <a:rPr lang="es-MX" sz="1200" dirty="0">
                <a:latin typeface="+mn-lt"/>
              </a:rPr>
              <a:t>, a través de la colaboración con áreas clave y el análisis de tendencias, para garantizar que las iniciativas contribuyan al crecimiento y transformación digital.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(Responsable PMO, Responsable Gestión Pilotos EVA)</a:t>
            </a:r>
            <a:endParaRPr lang="es-MX" sz="1200" dirty="0"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Font typeface="+mj-lt"/>
              <a:buAutoNum type="arabicPeriod"/>
              <a:defRPr/>
            </a:pPr>
            <a:r>
              <a:rPr lang="es-MX" sz="1200" b="1" dirty="0">
                <a:latin typeface="+mn-lt"/>
              </a:rPr>
              <a:t>Desarrollar capacidades y competencias </a:t>
            </a:r>
            <a:r>
              <a:rPr lang="es-MX" sz="1200" dirty="0">
                <a:latin typeface="+mn-lt"/>
              </a:rPr>
              <a:t>requeridas para el despliegue e implementación de las herramientas tecnologías, que aseguren la correcta ejecución a través del tiempo. </a:t>
            </a:r>
            <a:r>
              <a:rPr kumimoji="0" lang="es-MX" altLang="es-MX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(Responsable Pilotos EVA)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+mj-lt"/>
              <a:buAutoNum type="arabicPeriod"/>
              <a:tabLst/>
              <a:defRPr/>
            </a:pPr>
            <a:endParaRPr lang="es-MX" sz="1200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</a:t>
            </a:r>
            <a:r>
              <a:rPr lang="es-ES_tradnl" sz="2000" b="1" dirty="0"/>
              <a:t>Planeación Proyectos</a:t>
            </a: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7BAC4B-896B-8F9A-87DD-0E111285B61D}"/>
              </a:ext>
            </a:extLst>
          </p:cNvPr>
          <p:cNvSpPr txBox="1"/>
          <p:nvPr/>
        </p:nvSpPr>
        <p:spPr>
          <a:xfrm>
            <a:off x="0" y="6211669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Propósito de puesto: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Razón de ser + contribución macro + valor agregado + a quién impacta.</a:t>
            </a:r>
            <a:endParaRPr lang="es-ES" sz="1200" b="1" i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Responsabilidades: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Debe responder cada contribución </a:t>
            </a: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¿Qué?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(acción – verbo y contexto) + </a:t>
            </a: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¿Cómo?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(medios, herramientas, procesos e interacciones); + </a:t>
            </a: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¿Para qué?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(propósito).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¿Qué roles de tu equipo intervienen en cada contribución? </a:t>
            </a:r>
            <a:endParaRPr lang="es-MX" sz="1200" i="1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570941" y="1495962"/>
            <a:ext cx="1105011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Decisiones Relevantes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Definir el portafolio de proyectos prioritarios, alineado a estrategia y prioridades de negocio.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Determinar metodología y herramientas que se adoptarán para asegurar consistencia.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Tomar decisiones frente a desviaciones para mantener el equilibrio entre costo, tiempo y calidad.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Definir cómo se dará seguimiento, qué comités se establecerán y qué indicadores se usarán para control.</a:t>
            </a:r>
          </a:p>
          <a:p>
            <a:r>
              <a:rPr lang="es-MX" sz="1400" dirty="0"/>
              <a:t>	</a:t>
            </a:r>
          </a:p>
          <a:p>
            <a:r>
              <a:rPr lang="es-MX" sz="1400" b="1" dirty="0"/>
              <a:t>Principales Retos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Coordinar múltiples </a:t>
            </a:r>
            <a:r>
              <a:rPr lang="es-MX" sz="1400" dirty="0" err="1"/>
              <a:t>stakeholders</a:t>
            </a:r>
            <a:r>
              <a:rPr lang="es-MX" sz="1400" dirty="0"/>
              <a:t> con objetivos y prioridades diferentes.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Balancear la disponibilidad de talento, presupuesto y tecnología para cumplir plazos sin comprometer calidad.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Alinear los proyectos con tendencias tecnológicas y objetivos de negocio, asegurando impacto y valor agregado.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Tomar decisiones, alineados a la estrategia y necesidad de negocio, sobre qué proyectos ejecutar primero en escenarios de recursos limitados y cambios constantes en la estrategia.</a:t>
            </a:r>
          </a:p>
          <a:p>
            <a:endParaRPr lang="es-MX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Planeación Proyectos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69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7583-2F79-C5C6-E61A-5228EA81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167A64BB-1818-37AB-F05C-5AC75C78ED19}"/>
              </a:ext>
            </a:extLst>
          </p:cNvPr>
          <p:cNvSpPr txBox="1">
            <a:spLocks/>
          </p:cNvSpPr>
          <p:nvPr/>
        </p:nvSpPr>
        <p:spPr>
          <a:xfrm>
            <a:off x="368643" y="12762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Principales Contribuciones</a:t>
            </a:r>
            <a:b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Planeación Proyectos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D73888-BA12-B225-80DF-0F6B50D9285F}"/>
              </a:ext>
            </a:extLst>
          </p:cNvPr>
          <p:cNvSpPr/>
          <p:nvPr/>
        </p:nvSpPr>
        <p:spPr>
          <a:xfrm>
            <a:off x="1864213" y="3069765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MX" altLang="es-MX" sz="9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G</a:t>
            </a:r>
            <a:r>
              <a:rPr kumimoji="0" lang="es-MX" altLang="es-MX" sz="9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estionar</a:t>
            </a:r>
            <a:r>
              <a:rPr kumimoji="0" lang="es-MX" altLang="es-MX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la alineación transversal, los recursos y la priorización de iniciativas</a:t>
            </a:r>
          </a:p>
          <a:p>
            <a:pPr marL="171450" indent="-171450">
              <a:buFontTx/>
              <a:buChar char="-"/>
            </a:pPr>
            <a:r>
              <a:rPr kumimoji="0" lang="es-MX" altLang="es-MX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Priorizar proyectos </a:t>
            </a:r>
            <a:r>
              <a:rPr kumimoji="0" lang="es-MX" alt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 iniciativas de TI</a:t>
            </a:r>
          </a:p>
          <a:p>
            <a:pPr marL="171450" indent="-171450">
              <a:buFontTx/>
              <a:buChar char="-"/>
            </a:pPr>
            <a:r>
              <a:rPr lang="es-MX" sz="900" dirty="0">
                <a:solidFill>
                  <a:sysClr val="windowText" lastClr="000000"/>
                </a:solidFill>
              </a:rPr>
              <a:t>Asegurar la integración de la planeación de proyectos con la estrategia tecnológica y de negocio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58B1E33-997B-D4A2-7C11-ED3E58DB5534}"/>
              </a:ext>
            </a:extLst>
          </p:cNvPr>
          <p:cNvSpPr/>
          <p:nvPr/>
        </p:nvSpPr>
        <p:spPr>
          <a:xfrm>
            <a:off x="5094550" y="305514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kumimoji="0" lang="es-MX" altLang="es-MX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Establecer mecanismos de gobernanza y estándares</a:t>
            </a:r>
          </a:p>
          <a:p>
            <a:pPr marL="171450" indent="-171450">
              <a:buFontTx/>
              <a:buChar char="-"/>
            </a:pPr>
            <a:r>
              <a:rPr kumimoji="0" lang="es-MX" altLang="es-MX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Supervisar la asignación y optimización de recursos</a:t>
            </a:r>
          </a:p>
          <a:p>
            <a:pPr marL="171450" indent="-171450">
              <a:buFontTx/>
              <a:buChar char="-"/>
            </a:pPr>
            <a:r>
              <a:rPr kumimoji="0" lang="es-MX" altLang="es-MX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Impulsar la mejora continua en procesos</a:t>
            </a:r>
            <a:endParaRPr lang="es-MX" sz="900" dirty="0">
              <a:solidFill>
                <a:sysClr val="windowText" lastClr="000000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1857424-5815-9A63-24BF-16FC36953B9D}"/>
              </a:ext>
            </a:extLst>
          </p:cNvPr>
          <p:cNvSpPr/>
          <p:nvPr/>
        </p:nvSpPr>
        <p:spPr>
          <a:xfrm>
            <a:off x="8302389" y="305514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MX" sz="900" dirty="0">
                <a:solidFill>
                  <a:sysClr val="windowText" lastClr="000000"/>
                </a:solidFill>
              </a:rPr>
              <a:t>Asegurar la integración de la planeación de proyectos con la estrategia tecnológica y de negocio</a:t>
            </a:r>
          </a:p>
          <a:p>
            <a:pPr marL="171450" indent="-171450">
              <a:buFontTx/>
              <a:buChar char="-"/>
            </a:pPr>
            <a:r>
              <a:rPr lang="es-MX" sz="900" dirty="0">
                <a:solidFill>
                  <a:sysClr val="windowText" lastClr="000000"/>
                </a:solidFill>
              </a:rPr>
              <a:t>Desarrollar capacidades y competencias 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CFD611D-792C-9DF0-786E-57DC095BD7DC}"/>
              </a:ext>
            </a:extLst>
          </p:cNvPr>
          <p:cNvSpPr/>
          <p:nvPr/>
        </p:nvSpPr>
        <p:spPr>
          <a:xfrm>
            <a:off x="1864213" y="2498877"/>
            <a:ext cx="1482110" cy="4556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ctr">
            <a:noAutofit/>
          </a:bodyPr>
          <a:lstStyle/>
          <a:p>
            <a:pPr algn="ctr"/>
            <a:r>
              <a:rPr lang="es-MX" sz="900" b="1" dirty="0">
                <a:latin typeface="Calibri"/>
                <a:ea typeface="Calibri"/>
                <a:cs typeface="Calibri"/>
              </a:rPr>
              <a:t>Responsable PMO Oxxo México- 2368100</a:t>
            </a:r>
            <a:endParaRPr lang="es-MX" sz="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MX" sz="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Monica Hernandez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F8A0A7F-87FC-63EF-0568-54E52ECEC10B}"/>
              </a:ext>
            </a:extLst>
          </p:cNvPr>
          <p:cNvSpPr/>
          <p:nvPr/>
        </p:nvSpPr>
        <p:spPr>
          <a:xfrm>
            <a:off x="4977097" y="1486582"/>
            <a:ext cx="160884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0" rIns="91440" bIns="45720" rtlCol="0" anchor="ctr">
            <a:noAutofit/>
          </a:bodyPr>
          <a:lstStyle/>
          <a:p>
            <a:pPr algn="ctr"/>
            <a:r>
              <a:rPr lang="es-MX" sz="900" b="1">
                <a:latin typeface="Calibri"/>
                <a:ea typeface="Calibri"/>
                <a:cs typeface="Calibri"/>
              </a:rPr>
              <a:t>Gerente Área Planeación y Proyectos 6418599</a:t>
            </a:r>
          </a:p>
          <a:p>
            <a:pPr algn="ctr"/>
            <a:r>
              <a:rPr lang="es-MX" sz="900" i="1">
                <a:latin typeface="Calibri"/>
                <a:ea typeface="Calibri"/>
                <a:cs typeface="Calibri"/>
              </a:rPr>
              <a:t>Bernardo Sánchez</a:t>
            </a:r>
            <a:endParaRPr lang="es-MX" sz="9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1669FD1-4098-FD82-B46A-0E03BDE6FDB0}"/>
              </a:ext>
            </a:extLst>
          </p:cNvPr>
          <p:cNvSpPr/>
          <p:nvPr/>
        </p:nvSpPr>
        <p:spPr>
          <a:xfrm>
            <a:off x="8302389" y="2509165"/>
            <a:ext cx="1482110" cy="4556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ctr">
            <a:noAutofit/>
          </a:bodyPr>
          <a:lstStyle/>
          <a:p>
            <a:pPr algn="ctr"/>
            <a:r>
              <a:rPr lang="es-MX" sz="900" b="1" dirty="0">
                <a:latin typeface="Calibri"/>
                <a:ea typeface="Calibri"/>
                <a:cs typeface="Calibri"/>
              </a:rPr>
              <a:t>Responsable Gestión Pilotos EVA- 6158180</a:t>
            </a:r>
          </a:p>
          <a:p>
            <a:pPr algn="ctr"/>
            <a:r>
              <a:rPr lang="es-MX" sz="900" i="1" dirty="0">
                <a:latin typeface="Calibri"/>
                <a:ea typeface="Calibri"/>
                <a:cs typeface="Calibri"/>
              </a:rPr>
              <a:t>Carlos Muñoz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4DBA25E-0416-2FB0-DD44-7BA03E0D0A07}"/>
              </a:ext>
            </a:extLst>
          </p:cNvPr>
          <p:cNvSpPr/>
          <p:nvPr/>
        </p:nvSpPr>
        <p:spPr>
          <a:xfrm>
            <a:off x="5085654" y="2499913"/>
            <a:ext cx="139172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algn="ctr" defTabSz="609645">
              <a:defRPr/>
            </a:pPr>
            <a:r>
              <a:rPr lang="es-MX" sz="900" b="1">
                <a:solidFill>
                  <a:prstClr val="black"/>
                </a:solidFill>
                <a:latin typeface="Calibri"/>
              </a:rPr>
              <a:t>Responsable Procesos Solución- 6096738</a:t>
            </a:r>
          </a:p>
          <a:p>
            <a:pPr algn="ctr" defTabSz="609645">
              <a:defRPr/>
            </a:pPr>
            <a:r>
              <a:rPr lang="es-MX" sz="900" i="1">
                <a:solidFill>
                  <a:prstClr val="black"/>
                </a:solidFill>
                <a:latin typeface="Calibri"/>
              </a:rPr>
              <a:t>Gerardo </a:t>
            </a:r>
            <a:r>
              <a:rPr lang="es-MX" sz="900" i="1" err="1">
                <a:solidFill>
                  <a:prstClr val="black"/>
                </a:solidFill>
                <a:latin typeface="Calibri"/>
              </a:rPr>
              <a:t>Zalpa</a:t>
            </a:r>
            <a:endParaRPr lang="es-MX" sz="900" i="1">
              <a:solidFill>
                <a:srgbClr val="C00000"/>
              </a:solidFill>
              <a:latin typeface="Calibri"/>
            </a:endParaRPr>
          </a:p>
        </p:txBody>
      </p: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406A3709-F84F-B20A-3D5F-0F4E5AD76E8C}"/>
              </a:ext>
            </a:extLst>
          </p:cNvPr>
          <p:cNvCxnSpPr>
            <a:stCxn id="24" idx="0"/>
            <a:endCxn id="28" idx="2"/>
          </p:cNvCxnSpPr>
          <p:nvPr/>
        </p:nvCxnSpPr>
        <p:spPr>
          <a:xfrm rot="5400000" flipH="1" flipV="1">
            <a:off x="3914045" y="631406"/>
            <a:ext cx="558695" cy="3176249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81285BD0-EA9F-C7EC-C1C5-D0BAE358E36E}"/>
              </a:ext>
            </a:extLst>
          </p:cNvPr>
          <p:cNvCxnSpPr>
            <a:stCxn id="30" idx="0"/>
            <a:endCxn id="28" idx="2"/>
          </p:cNvCxnSpPr>
          <p:nvPr/>
        </p:nvCxnSpPr>
        <p:spPr>
          <a:xfrm rot="16200000" flipV="1">
            <a:off x="7127990" y="593710"/>
            <a:ext cx="568983" cy="3261927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4B794CC6-583C-B37E-AB14-E471F4B49ED9}"/>
              </a:ext>
            </a:extLst>
          </p:cNvPr>
          <p:cNvCxnSpPr>
            <a:stCxn id="31" idx="0"/>
            <a:endCxn id="28" idx="2"/>
          </p:cNvCxnSpPr>
          <p:nvPr/>
        </p:nvCxnSpPr>
        <p:spPr>
          <a:xfrm rot="16200000" flipV="1">
            <a:off x="5501653" y="2220047"/>
            <a:ext cx="559731" cy="1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7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dirty="0"/>
              <a:t>Planeación Proyectos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77EE78-43D1-CBA5-F066-3FC5CF994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024200"/>
              </p:ext>
            </p:extLst>
          </p:nvPr>
        </p:nvGraphicFramePr>
        <p:xfrm>
          <a:off x="927462" y="2394838"/>
          <a:ext cx="10216788" cy="3117850"/>
        </p:xfrm>
        <a:graphic>
          <a:graphicData uri="http://schemas.openxmlformats.org/drawingml/2006/table">
            <a:tbl>
              <a:tblPr/>
              <a:tblGrid>
                <a:gridCol w="472651">
                  <a:extLst>
                    <a:ext uri="{9D8B030D-6E8A-4147-A177-3AD203B41FA5}">
                      <a16:colId xmlns:a16="http://schemas.microsoft.com/office/drawing/2014/main" val="783144613"/>
                    </a:ext>
                  </a:extLst>
                </a:gridCol>
                <a:gridCol w="4141697">
                  <a:extLst>
                    <a:ext uri="{9D8B030D-6E8A-4147-A177-3AD203B41FA5}">
                      <a16:colId xmlns:a16="http://schemas.microsoft.com/office/drawing/2014/main" val="4050409474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3870733802"/>
                    </a:ext>
                  </a:extLst>
                </a:gridCol>
                <a:gridCol w="1356741">
                  <a:extLst>
                    <a:ext uri="{9D8B030D-6E8A-4147-A177-3AD203B41FA5}">
                      <a16:colId xmlns:a16="http://schemas.microsoft.com/office/drawing/2014/main" val="1906030033"/>
                    </a:ext>
                  </a:extLst>
                </a:gridCol>
                <a:gridCol w="1438999">
                  <a:extLst>
                    <a:ext uri="{9D8B030D-6E8A-4147-A177-3AD203B41FA5}">
                      <a16:colId xmlns:a16="http://schemas.microsoft.com/office/drawing/2014/main" val="1921749235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3598344307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Proceso/actividad</a:t>
                      </a:r>
                    </a:p>
                    <a:p>
                      <a:pPr algn="l" fontAlgn="ctr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Enlistar por prioridad e impacto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 dirty="0">
                          <a:latin typeface="+mn-lt"/>
                          <a:ea typeface="Calibri"/>
                          <a:cs typeface="Calibri"/>
                        </a:rPr>
                        <a:t>Responsable PMO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ES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Responsable Procesos Solución</a:t>
                      </a:r>
                      <a:endParaRPr lang="es-MX" sz="1050" b="1" dirty="0">
                        <a:solidFill>
                          <a:prstClr val="black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b="1" dirty="0">
                          <a:latin typeface="+mn-lt"/>
                          <a:ea typeface="Calibri"/>
                          <a:cs typeface="Calibri"/>
                        </a:rPr>
                        <a:t>Responsable Gestión Pilotos EVA</a:t>
                      </a:r>
                      <a:endParaRPr kumimoji="0" lang="es-MX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Entregable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4327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Mónica </a:t>
                      </a:r>
                      <a:r>
                        <a:rPr lang="es-ES" sz="105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Hdz</a:t>
                      </a:r>
                      <a:endParaRPr lang="es-MX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Gerardo </a:t>
                      </a:r>
                      <a:r>
                        <a:rPr lang="es-ES" sz="105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Zalpa</a:t>
                      </a:r>
                      <a:endParaRPr lang="es-MX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Carlos Muñoz</a:t>
                      </a:r>
                      <a:endParaRPr kumimoji="0" lang="es-MX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003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379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4571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4922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9286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81268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544BCD-5775-6182-A1E1-752EA438DE8C}"/>
              </a:ext>
            </a:extLst>
          </p:cNvPr>
          <p:cNvSpPr txBox="1"/>
          <p:nvPr/>
        </p:nvSpPr>
        <p:spPr>
          <a:xfrm>
            <a:off x="5695948" y="2056284"/>
            <a:ext cx="3895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 (Responsable, Consultado, Informados, Soporte)</a:t>
            </a:r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89494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/>
              <a:t>Validar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Premisas Planeación Proyectos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320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¿Tu Descripción de Puesto y el funciograma de tu área reflejan con precisión las </a:t>
            </a:r>
            <a:r>
              <a:rPr lang="es-MX" sz="1800" b="1" i="1"/>
              <a:t>actividades y responsabilidades que realmente realizas en el día a día </a:t>
            </a:r>
            <a:r>
              <a:rPr lang="es-MX" sz="1800" i="1"/>
              <a:t>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¿Tienes alguna </a:t>
            </a:r>
            <a:r>
              <a:rPr lang="es-MX" sz="1800" b="1" i="1"/>
              <a:t>duda específica sobre el funcionamiento </a:t>
            </a:r>
            <a:r>
              <a:rPr lang="es-MX" sz="1800" i="1"/>
              <a:t>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¿Existe algún </a:t>
            </a:r>
            <a:r>
              <a:rPr lang="es-MX" sz="1800" b="1" i="1"/>
              <a:t>proceso que consideres necesario rediseñar </a:t>
            </a:r>
            <a:r>
              <a:rPr lang="es-MX" sz="1800" i="1"/>
              <a:t>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Si recientemente asumiste nuevas responsabilidades, ¿ya </a:t>
            </a:r>
            <a:r>
              <a:rPr lang="es-MX" sz="1800" b="1" i="1"/>
              <a:t>se realizó de manera efectiva la transferencia</a:t>
            </a:r>
            <a:r>
              <a:rPr lang="es-MX" sz="1800" i="1"/>
              <a:t>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06B172-0982-651C-EEE2-0D24B6E9CAD5}"/>
              </a:ext>
            </a:extLst>
          </p:cNvPr>
          <p:cNvSpPr/>
          <p:nvPr/>
        </p:nvSpPr>
        <p:spPr>
          <a:xfrm>
            <a:off x="472165" y="2575401"/>
            <a:ext cx="11462660" cy="1366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A7A66688-F2B3-FE5B-7917-622407268BF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9042239"/>
              </p:ext>
            </p:extLst>
          </p:nvPr>
        </p:nvGraphicFramePr>
        <p:xfrm>
          <a:off x="2767155" y="1103442"/>
          <a:ext cx="8847992" cy="4730091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187113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220E77E-C825-D450-355D-D0AD1731DA4B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1A0481F2-F570-D7A6-693C-A2B42980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40503"/>
              </p:ext>
            </p:extLst>
          </p:nvPr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CFCF4EDA-AA72-2198-4799-1B11A915E54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218797-3F2C-7464-BABB-7E9415F49314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15C28C-4CAD-90BB-1CB5-3BF73BB4EDC5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AA056D-B68A-473D-9491-B5D837E2C565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3C6C695-8409-169C-5216-B1ECB50C03AA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10FB800-669D-585B-468E-E2433717721A}"/>
              </a:ext>
            </a:extLst>
          </p:cNvPr>
          <p:cNvSpPr/>
          <p:nvPr/>
        </p:nvSpPr>
        <p:spPr bwMode="auto">
          <a:xfrm rot="16200000">
            <a:off x="-620726" y="3271339"/>
            <a:ext cx="1806752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1B744244-25D7-3CC2-C838-6541CB225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04185"/>
              </p:ext>
            </p:extLst>
          </p:nvPr>
        </p:nvGraphicFramePr>
        <p:xfrm>
          <a:off x="474878" y="2560194"/>
          <a:ext cx="2289564" cy="180877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Percepción inicial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82524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L1 y L2 – Estrategia Change Management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1888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37DDD8E5-0576-0B7D-33CE-EF59DB68DA87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400" b="1">
                <a:solidFill>
                  <a:srgbClr val="FFFFFF"/>
                </a:solidFill>
                <a:latin typeface="Open San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FAC7055-0642-8463-3F4C-341278B275CC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2379673-3C3C-2165-48AA-BB99A8D7074A}"/>
              </a:ext>
            </a:extLst>
          </p:cNvPr>
          <p:cNvSpPr/>
          <p:nvPr/>
        </p:nvSpPr>
        <p:spPr bwMode="auto">
          <a:xfrm>
            <a:off x="8095380" y="2619993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19B15EC-56B1-6F51-D664-F16108FB8246}"/>
              </a:ext>
            </a:extLst>
          </p:cNvPr>
          <p:cNvSpPr/>
          <p:nvPr/>
        </p:nvSpPr>
        <p:spPr bwMode="auto">
          <a:xfrm>
            <a:off x="8317041" y="2969173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DA394F3-E0EE-5E88-B957-43C693D67F8A}"/>
              </a:ext>
            </a:extLst>
          </p:cNvPr>
          <p:cNvSpPr/>
          <p:nvPr/>
        </p:nvSpPr>
        <p:spPr bwMode="auto">
          <a:xfrm>
            <a:off x="8610352" y="3312702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2B98EAE-C9A4-115F-4600-75D1B84F61AE}"/>
              </a:ext>
            </a:extLst>
          </p:cNvPr>
          <p:cNvSpPr/>
          <p:nvPr/>
        </p:nvSpPr>
        <p:spPr bwMode="auto">
          <a:xfrm>
            <a:off x="7256434" y="4109357"/>
            <a:ext cx="270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22113F4-108D-3411-3D46-3CB972309018}"/>
              </a:ext>
            </a:extLst>
          </p:cNvPr>
          <p:cNvSpPr/>
          <p:nvPr/>
        </p:nvSpPr>
        <p:spPr bwMode="auto">
          <a:xfrm>
            <a:off x="10125262" y="2619993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1474C2E7-65C1-C3C9-E887-31116B25D287}"/>
              </a:ext>
            </a:extLst>
          </p:cNvPr>
          <p:cNvSpPr/>
          <p:nvPr/>
        </p:nvSpPr>
        <p:spPr bwMode="auto">
          <a:xfrm rot="16200000">
            <a:off x="-169543" y="4686059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2ACCACC7-9608-6392-E9E2-2A4A927BF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60192"/>
              </p:ext>
            </p:extLst>
          </p:nvPr>
        </p:nvGraphicFramePr>
        <p:xfrm>
          <a:off x="474878" y="4426096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de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change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management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37491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C7998E6F-BF5A-00F3-020B-4FE1CA8A166E}"/>
              </a:ext>
            </a:extLst>
          </p:cNvPr>
          <p:cNvSpPr/>
          <p:nvPr/>
        </p:nvSpPr>
        <p:spPr bwMode="auto">
          <a:xfrm>
            <a:off x="-11180" y="4300746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DAF6CCC-420C-BCDA-3CF5-DECE11F2059E}"/>
              </a:ext>
            </a:extLst>
          </p:cNvPr>
          <p:cNvSpPr/>
          <p:nvPr/>
        </p:nvSpPr>
        <p:spPr bwMode="auto">
          <a:xfrm>
            <a:off x="10125261" y="4431028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EE0A9FBC-B1F7-B80D-B2F1-D06CA99AC727}"/>
              </a:ext>
            </a:extLst>
          </p:cNvPr>
          <p:cNvSpPr/>
          <p:nvPr/>
        </p:nvSpPr>
        <p:spPr bwMode="auto">
          <a:xfrm rot="16200000">
            <a:off x="56555" y="5401001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0952E168-ABCD-BC36-38A7-9D3C47E71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4607"/>
              </p:ext>
            </p:extLst>
          </p:nvPr>
        </p:nvGraphicFramePr>
        <p:xfrm>
          <a:off x="474878" y="5367135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CAEE143C-5D91-0286-724C-2C003E8E4F83}"/>
              </a:ext>
            </a:extLst>
          </p:cNvPr>
          <p:cNvSpPr/>
          <p:nvPr/>
        </p:nvSpPr>
        <p:spPr bwMode="auto">
          <a:xfrm>
            <a:off x="-11180" y="5241785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976E593-A5E1-E6B6-5F0D-DF3E6E9E9EBB}"/>
              </a:ext>
            </a:extLst>
          </p:cNvPr>
          <p:cNvSpPr/>
          <p:nvPr/>
        </p:nvSpPr>
        <p:spPr bwMode="auto">
          <a:xfrm>
            <a:off x="10167763" y="487828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D872B1B-7925-CD1D-1279-51D9802FFB00}"/>
              </a:ext>
            </a:extLst>
          </p:cNvPr>
          <p:cNvSpPr/>
          <p:nvPr/>
        </p:nvSpPr>
        <p:spPr bwMode="auto">
          <a:xfrm>
            <a:off x="10167763" y="5066969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139E3C1-20CA-EDB0-8C99-D7757EB7321A}"/>
              </a:ext>
            </a:extLst>
          </p:cNvPr>
          <p:cNvSpPr/>
          <p:nvPr/>
        </p:nvSpPr>
        <p:spPr bwMode="auto">
          <a:xfrm>
            <a:off x="10167763" y="5380045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D2DD852-A129-9A6E-7F8F-2839863C5655}"/>
              </a:ext>
            </a:extLst>
          </p:cNvPr>
          <p:cNvSpPr/>
          <p:nvPr/>
        </p:nvSpPr>
        <p:spPr bwMode="auto">
          <a:xfrm>
            <a:off x="10167763" y="556872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7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44E435D-26F7-B5A4-E2BA-572EE9E5035A}"/>
              </a:ext>
            </a:extLst>
          </p:cNvPr>
          <p:cNvSpPr/>
          <p:nvPr/>
        </p:nvSpPr>
        <p:spPr>
          <a:xfrm>
            <a:off x="828675" y="18111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4160B-FBF6-92C7-9F7C-B03B126A6695}"/>
              </a:ext>
            </a:extLst>
          </p:cNvPr>
          <p:cNvSpPr txBox="1"/>
          <p:nvPr/>
        </p:nvSpPr>
        <p:spPr>
          <a:xfrm>
            <a:off x="1349310" y="2669052"/>
            <a:ext cx="2147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8EA9F45-1562-8A28-D8D4-2ED831954350}"/>
              </a:ext>
            </a:extLst>
          </p:cNvPr>
          <p:cNvSpPr/>
          <p:nvPr/>
        </p:nvSpPr>
        <p:spPr bwMode="auto">
          <a:xfrm>
            <a:off x="134931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6C725EA1-5797-6DAA-EFEF-33423C0EF704}"/>
              </a:ext>
            </a:extLst>
          </p:cNvPr>
          <p:cNvSpPr/>
          <p:nvPr/>
        </p:nvSpPr>
        <p:spPr bwMode="auto">
          <a:xfrm>
            <a:off x="3758390" y="1657103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77D25EBA-F93B-583F-4F2C-7BB756BFD5A5}"/>
              </a:ext>
            </a:extLst>
          </p:cNvPr>
          <p:cNvSpPr/>
          <p:nvPr/>
        </p:nvSpPr>
        <p:spPr bwMode="auto">
          <a:xfrm>
            <a:off x="610708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C5795E6-3870-6D55-43A8-313136A490AE}"/>
              </a:ext>
            </a:extLst>
          </p:cNvPr>
          <p:cNvSpPr/>
          <p:nvPr/>
        </p:nvSpPr>
        <p:spPr bwMode="auto">
          <a:xfrm>
            <a:off x="8455770" y="1657101"/>
            <a:ext cx="2147110" cy="89431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4BACFBBC-8CE6-2028-9DB4-64771989F071}"/>
              </a:ext>
            </a:extLst>
          </p:cNvPr>
          <p:cNvSpPr/>
          <p:nvPr/>
        </p:nvSpPr>
        <p:spPr>
          <a:xfrm rot="10800000">
            <a:off x="4498570" y="1328598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EEF00B-C82E-D0C8-D3A1-9666224DE517}"/>
              </a:ext>
            </a:extLst>
          </p:cNvPr>
          <p:cNvSpPr txBox="1"/>
          <p:nvPr/>
        </p:nvSpPr>
        <p:spPr>
          <a:xfrm>
            <a:off x="3654360" y="2693021"/>
            <a:ext cx="2147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35555B-5E51-9424-1655-DDF57A7E4A2E}"/>
              </a:ext>
            </a:extLst>
          </p:cNvPr>
          <p:cNvSpPr/>
          <p:nvPr/>
        </p:nvSpPr>
        <p:spPr>
          <a:xfrm>
            <a:off x="134228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Entrega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L2 y L3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Arranque mapeo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D00075-8266-9502-96BF-6EDFA0AE3592}"/>
              </a:ext>
            </a:extLst>
          </p:cNvPr>
          <p:cNvSpPr/>
          <p:nvPr/>
        </p:nvSpPr>
        <p:spPr>
          <a:xfrm>
            <a:off x="375839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Mapeo de interacciones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Validación de conexiones entre otras áreas de la misma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70D121-15EE-299B-BFBE-0280C20B9D8A}"/>
              </a:ext>
            </a:extLst>
          </p:cNvPr>
          <p:cNvSpPr/>
          <p:nvPr/>
        </p:nvSpPr>
        <p:spPr>
          <a:xfrm>
            <a:off x="610005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la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Interacciones Clave (a nivel organización –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DF873-AA52-8CBD-42CC-53680A452757}"/>
              </a:ext>
            </a:extLst>
          </p:cNvPr>
          <p:cNvSpPr/>
          <p:nvPr/>
        </p:nvSpPr>
        <p:spPr>
          <a:xfrm>
            <a:off x="8455770" y="2635819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78633D-E376-437E-2C78-E478E8EB6BE0}"/>
              </a:ext>
            </a:extLst>
          </p:cNvPr>
          <p:cNvSpPr/>
          <p:nvPr/>
        </p:nvSpPr>
        <p:spPr>
          <a:xfrm>
            <a:off x="1342280" y="4914900"/>
            <a:ext cx="4570250" cy="619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Presentación ejecutiva: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Contribuciones área 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Interacciones macro procesos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01CA99-0760-1844-9A85-FD5467418E76}"/>
              </a:ext>
            </a:extLst>
          </p:cNvPr>
          <p:cNvSpPr txBox="1"/>
          <p:nvPr/>
        </p:nvSpPr>
        <p:spPr>
          <a:xfrm>
            <a:off x="3088870" y="5978099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Abril 2026 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528BBD-E4C6-BCDF-B698-45DB93CC6E2F}"/>
              </a:ext>
            </a:extLst>
          </p:cNvPr>
          <p:cNvCxnSpPr/>
          <p:nvPr/>
        </p:nvCxnSpPr>
        <p:spPr>
          <a:xfrm>
            <a:off x="1349309" y="615315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6B5FA64-4282-F702-DC34-5F442211C2FD}"/>
              </a:ext>
            </a:extLst>
          </p:cNvPr>
          <p:cNvCxnSpPr/>
          <p:nvPr/>
        </p:nvCxnSpPr>
        <p:spPr>
          <a:xfrm>
            <a:off x="4349684" y="615333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3FB086D-EE92-7E57-0CA7-8617D97CB8F5}"/>
              </a:ext>
            </a:extLst>
          </p:cNvPr>
          <p:cNvCxnSpPr>
            <a:cxnSpLocks/>
          </p:cNvCxnSpPr>
          <p:nvPr/>
        </p:nvCxnSpPr>
        <p:spPr>
          <a:xfrm flipV="1">
            <a:off x="590550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91C4BB1-5367-B225-7850-A8FD7DD6FB61}"/>
              </a:ext>
            </a:extLst>
          </p:cNvPr>
          <p:cNvCxnSpPr>
            <a:cxnSpLocks/>
          </p:cNvCxnSpPr>
          <p:nvPr/>
        </p:nvCxnSpPr>
        <p:spPr>
          <a:xfrm flipV="1">
            <a:off x="134228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FB7BC35-4E2A-91F2-3605-1B0ED2D388CE}"/>
              </a:ext>
            </a:extLst>
          </p:cNvPr>
          <p:cNvCxnSpPr/>
          <p:nvPr/>
        </p:nvCxnSpPr>
        <p:spPr>
          <a:xfrm>
            <a:off x="6080585" y="613785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1A9846C-5667-E39A-97E3-AC46CD609FD5}"/>
              </a:ext>
            </a:extLst>
          </p:cNvPr>
          <p:cNvCxnSpPr/>
          <p:nvPr/>
        </p:nvCxnSpPr>
        <p:spPr>
          <a:xfrm>
            <a:off x="9080960" y="613803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9C86EE6-02EC-59DA-C4F9-6EFD0CC37E27}"/>
              </a:ext>
            </a:extLst>
          </p:cNvPr>
          <p:cNvCxnSpPr>
            <a:cxnSpLocks/>
          </p:cNvCxnSpPr>
          <p:nvPr/>
        </p:nvCxnSpPr>
        <p:spPr>
          <a:xfrm flipV="1">
            <a:off x="1063677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D06DCE7-1196-2316-CBE6-CCD249C94929}"/>
              </a:ext>
            </a:extLst>
          </p:cNvPr>
          <p:cNvCxnSpPr>
            <a:cxnSpLocks/>
          </p:cNvCxnSpPr>
          <p:nvPr/>
        </p:nvCxnSpPr>
        <p:spPr>
          <a:xfrm flipV="1">
            <a:off x="607355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FEC77E-6C21-A511-45CD-DB9CC767F119}"/>
              </a:ext>
            </a:extLst>
          </p:cNvPr>
          <p:cNvSpPr txBox="1"/>
          <p:nvPr/>
        </p:nvSpPr>
        <p:spPr>
          <a:xfrm>
            <a:off x="7925073" y="5953275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2Q 2026 </a:t>
            </a:r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776F238-B465-5D0A-819A-A246EA742CA4}"/>
              </a:ext>
            </a:extLst>
          </p:cNvPr>
          <p:cNvSpPr/>
          <p:nvPr/>
        </p:nvSpPr>
        <p:spPr>
          <a:xfrm rot="10800000">
            <a:off x="2116554" y="1360844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54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3827B1-3712-4D8C-A6C0-A6B9F847DDF3}">
  <ds:schemaRefs>
    <ds:schemaRef ds:uri="http://schemas.openxmlformats.org/package/2006/metadata/core-properties"/>
    <ds:schemaRef ds:uri="http://purl.org/dc/elements/1.1/"/>
    <ds:schemaRef ds:uri="http://www.w3.org/XML/1998/namespace"/>
    <ds:schemaRef ds:uri="7ff1139c-9d19-4981-a26c-d6e7dc37fc8a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2165</Words>
  <Application>Microsoft Office PowerPoint</Application>
  <PresentationFormat>Panorámica</PresentationFormat>
  <Paragraphs>317</Paragraphs>
  <Slides>15</Slides>
  <Notes>6</Notes>
  <HiddenSlides>1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Calibri</vt:lpstr>
      <vt:lpstr>Calibri Light</vt:lpstr>
      <vt:lpstr>Lucida Grande</vt:lpstr>
      <vt:lpstr>Open Sans</vt:lpstr>
      <vt:lpstr>Wingdings</vt:lpstr>
      <vt:lpstr>Tema de Office</vt:lpstr>
      <vt:lpstr>Master</vt:lpstr>
      <vt:lpstr>Fit for Purpose 2026 Tecnología de Información | Planeación Proyectos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Descripción de Puesto | Planeación Proyectos</vt:lpstr>
      <vt:lpstr>Descripción de Puesto | Planeación Proyectos</vt:lpstr>
      <vt:lpstr>Presentación de PowerPoint</vt:lpstr>
      <vt:lpstr>Interacciones entre áreas y procesos clave Planeación Proyectos</vt:lpstr>
      <vt:lpstr>Premisas Planeación Proyectos</vt:lpstr>
      <vt:lpstr>Preguntas de reflexión</vt:lpstr>
      <vt:lpstr>Siguientes pasos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Perez Garza Anahi</cp:lastModifiedBy>
  <cp:revision>1</cp:revision>
  <dcterms:created xsi:type="dcterms:W3CDTF">2026-02-23T22:40:37Z</dcterms:created>
  <dcterms:modified xsi:type="dcterms:W3CDTF">2026-03-03T16:49:46Z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