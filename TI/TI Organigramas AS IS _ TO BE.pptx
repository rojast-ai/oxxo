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h6CXAc0RQNEQ9agYAHZV0rIt2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Img" showMasterSp="0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0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1" sz="2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0"/>
          <p:cNvSpPr txBox="1"/>
          <p:nvPr>
            <p:ph idx="1" type="subTitle"/>
          </p:nvPr>
        </p:nvSpPr>
        <p:spPr>
          <a:xfrm>
            <a:off x="939816" y="5344363"/>
            <a:ext cx="5448627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Un dibujo de una cara feliz&#10;&#10;Descripción generada automáticamente con confianza baja" id="23" name="Google Shape;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2757" y="1850551"/>
            <a:ext cx="2865004" cy="1428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1"/>
          <p:cNvSpPr txBox="1"/>
          <p:nvPr>
            <p:ph type="title"/>
          </p:nvPr>
        </p:nvSpPr>
        <p:spPr>
          <a:xfrm>
            <a:off x="838200" y="365125"/>
            <a:ext cx="9000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>
  <p:cSld name="Diapositiva de título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2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None/>
              <a:defRPr b="1" sz="28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" type="subTitle"/>
          </p:nvPr>
        </p:nvSpPr>
        <p:spPr>
          <a:xfrm>
            <a:off x="939816" y="5344363"/>
            <a:ext cx="5448627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Icono&#10;&#10;Descripción generada automáticamente con confianza media" id="32" name="Google Shape;3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5780" y="1658585"/>
            <a:ext cx="3262106" cy="1770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 showMasterSp="0">
  <p:cSld name="Sec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3"/>
          <p:cNvSpPr txBox="1"/>
          <p:nvPr>
            <p:ph type="title"/>
          </p:nvPr>
        </p:nvSpPr>
        <p:spPr>
          <a:xfrm>
            <a:off x="1067598" y="2519363"/>
            <a:ext cx="7190035" cy="181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b="0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1" type="ftr"/>
          </p:nvPr>
        </p:nvSpPr>
        <p:spPr>
          <a:xfrm>
            <a:off x="1067598" y="6282000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Icono&#10;&#10;Descripción generada automáticamente con confianza media" id="37" name="Google Shape;3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8537" y="414725"/>
            <a:ext cx="1841374" cy="999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4"/>
          <p:cNvSpPr txBox="1"/>
          <p:nvPr>
            <p:ph type="title"/>
          </p:nvPr>
        </p:nvSpPr>
        <p:spPr>
          <a:xfrm>
            <a:off x="839788" y="365125"/>
            <a:ext cx="944103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Open Sans"/>
              <a:buNone/>
              <a:defRPr sz="32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" type="body"/>
          </p:nvPr>
        </p:nvSpPr>
        <p:spPr>
          <a:xfrm>
            <a:off x="5183188" y="1346886"/>
            <a:ext cx="6172200" cy="45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4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45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Open Sans"/>
              <a:buNone/>
              <a:defRPr sz="32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/>
          <p:nvPr>
            <p:ph idx="2" type="pic"/>
          </p:nvPr>
        </p:nvSpPr>
        <p:spPr>
          <a:xfrm>
            <a:off x="5183188" y="1346886"/>
            <a:ext cx="6172200" cy="4514164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4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46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Img" showMasterSp="0">
  <p:cSld name="Final Img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 con confianza media" id="57" name="Google Shape;5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1842" y="1590569"/>
            <a:ext cx="3588317" cy="19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showMasterSp="0">
  <p:cSld name="Final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 con confianza media" id="60" name="Google Shape;6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1841" y="1590569"/>
            <a:ext cx="3588317" cy="19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Encabezado de secció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9"/>
          <p:cNvSpPr txBox="1"/>
          <p:nvPr>
            <p:ph idx="1" type="body"/>
          </p:nvPr>
        </p:nvSpPr>
        <p:spPr>
          <a:xfrm>
            <a:off x="831850" y="2155371"/>
            <a:ext cx="9385170" cy="3934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4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4" name="Google Shape;64;p49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66" name="Google Shape;66;p49"/>
          <p:cNvSpPr txBox="1"/>
          <p:nvPr>
            <p:ph type="title"/>
          </p:nvPr>
        </p:nvSpPr>
        <p:spPr>
          <a:xfrm>
            <a:off x="831850" y="6964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B532"/>
              </a:buClr>
              <a:buSzPts val="3600"/>
              <a:buFont typeface="Avenir"/>
              <a:buNone/>
              <a:defRPr b="1" sz="3600">
                <a:solidFill>
                  <a:srgbClr val="FEB53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9"/>
          <p:cNvGrpSpPr/>
          <p:nvPr/>
        </p:nvGrpSpPr>
        <p:grpSpPr>
          <a:xfrm>
            <a:off x="0" y="0"/>
            <a:ext cx="12193199" cy="6657231"/>
            <a:chOff x="0" y="0"/>
            <a:chExt cx="12193199" cy="6657231"/>
          </a:xfrm>
        </p:grpSpPr>
        <p:sp>
          <p:nvSpPr>
            <p:cNvPr id="11" name="Google Shape;11;p39"/>
            <p:cNvSpPr/>
            <p:nvPr/>
          </p:nvSpPr>
          <p:spPr>
            <a:xfrm>
              <a:off x="5951805" y="0"/>
              <a:ext cx="6241330" cy="6657231"/>
            </a:xfrm>
            <a:custGeom>
              <a:rect b="b" l="l" r="r" t="t"/>
              <a:pathLst>
                <a:path extrusionOk="0" h="6657231" w="6241330">
                  <a:moveTo>
                    <a:pt x="5360372" y="6443737"/>
                  </a:moveTo>
                  <a:cubicBezTo>
                    <a:pt x="4900968" y="6708750"/>
                    <a:pt x="4330174" y="6708750"/>
                    <a:pt x="3870769" y="6443737"/>
                  </a:cubicBezTo>
                  <a:lnTo>
                    <a:pt x="759535" y="4649175"/>
                  </a:lnTo>
                  <a:cubicBezTo>
                    <a:pt x="300131" y="4384162"/>
                    <a:pt x="14733" y="3890364"/>
                    <a:pt x="14733" y="3360339"/>
                  </a:cubicBezTo>
                  <a:lnTo>
                    <a:pt x="14733" y="0"/>
                  </a:lnTo>
                  <a:lnTo>
                    <a:pt x="0" y="0"/>
                  </a:lnTo>
                  <a:lnTo>
                    <a:pt x="0" y="3360402"/>
                  </a:lnTo>
                  <a:cubicBezTo>
                    <a:pt x="0" y="3895630"/>
                    <a:pt x="288191" y="4394377"/>
                    <a:pt x="752168" y="4661991"/>
                  </a:cubicBezTo>
                  <a:lnTo>
                    <a:pt x="3863403" y="6456553"/>
                  </a:lnTo>
                  <a:cubicBezTo>
                    <a:pt x="4095391" y="6590360"/>
                    <a:pt x="4355450" y="6657232"/>
                    <a:pt x="4615571" y="6657232"/>
                  </a:cubicBezTo>
                  <a:cubicBezTo>
                    <a:pt x="4875692" y="6657232"/>
                    <a:pt x="5135751" y="6590360"/>
                    <a:pt x="5367739" y="6456553"/>
                  </a:cubicBezTo>
                  <a:lnTo>
                    <a:pt x="6241331" y="5952667"/>
                  </a:lnTo>
                  <a:lnTo>
                    <a:pt x="6241331" y="5935600"/>
                  </a:lnTo>
                  <a:lnTo>
                    <a:pt x="5360309" y="6443737"/>
                  </a:lnTo>
                  <a:close/>
                </a:path>
              </a:pathLst>
            </a:custGeom>
            <a:solidFill>
              <a:srgbClr val="F2E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39"/>
            <p:cNvSpPr/>
            <p:nvPr/>
          </p:nvSpPr>
          <p:spPr>
            <a:xfrm>
              <a:off x="0" y="0"/>
              <a:ext cx="4781385" cy="3597371"/>
            </a:xfrm>
            <a:custGeom>
              <a:rect b="b" l="l" r="r" t="t"/>
              <a:pathLst>
                <a:path extrusionOk="0" h="3597371" w="4781385">
                  <a:moveTo>
                    <a:pt x="2131397" y="3597372"/>
                  </a:moveTo>
                  <a:cubicBezTo>
                    <a:pt x="2281145" y="3597372"/>
                    <a:pt x="2430892" y="3558860"/>
                    <a:pt x="2564446" y="3481837"/>
                  </a:cubicBezTo>
                  <a:lnTo>
                    <a:pt x="4348337" y="2452875"/>
                  </a:lnTo>
                  <a:cubicBezTo>
                    <a:pt x="4615444" y="2298828"/>
                    <a:pt x="4781386" y="2011673"/>
                    <a:pt x="4781386" y="1703517"/>
                  </a:cubicBezTo>
                  <a:lnTo>
                    <a:pt x="4781386" y="0"/>
                  </a:lnTo>
                  <a:lnTo>
                    <a:pt x="4765827" y="0"/>
                  </a:lnTo>
                  <a:lnTo>
                    <a:pt x="4765827" y="1703517"/>
                  </a:lnTo>
                  <a:cubicBezTo>
                    <a:pt x="4765827" y="2006153"/>
                    <a:pt x="4602870" y="2288106"/>
                    <a:pt x="4340525" y="2439424"/>
                  </a:cubicBezTo>
                  <a:lnTo>
                    <a:pt x="2556635" y="3468387"/>
                  </a:lnTo>
                  <a:cubicBezTo>
                    <a:pt x="2294354" y="3619705"/>
                    <a:pt x="1968440" y="3619705"/>
                    <a:pt x="1706095" y="3468387"/>
                  </a:cubicBezTo>
                  <a:lnTo>
                    <a:pt x="0" y="2484280"/>
                  </a:lnTo>
                  <a:lnTo>
                    <a:pt x="0" y="2502172"/>
                  </a:lnTo>
                  <a:lnTo>
                    <a:pt x="1698348" y="3481774"/>
                  </a:lnTo>
                  <a:cubicBezTo>
                    <a:pt x="1831901" y="3558797"/>
                    <a:pt x="1981649" y="3597308"/>
                    <a:pt x="2131397" y="3597308"/>
                  </a:cubicBezTo>
                  <a:close/>
                </a:path>
              </a:pathLst>
            </a:custGeom>
            <a:solidFill>
              <a:srgbClr val="F2EF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" name="Google Shape;13;p39"/>
            <p:cNvSpPr/>
            <p:nvPr/>
          </p:nvSpPr>
          <p:spPr>
            <a:xfrm>
              <a:off x="10140360" y="0"/>
              <a:ext cx="2052839" cy="1624083"/>
            </a:xfrm>
            <a:custGeom>
              <a:rect b="b" l="l" r="r" t="t"/>
              <a:pathLst>
                <a:path extrusionOk="0" h="1624083" w="2052839">
                  <a:moveTo>
                    <a:pt x="1485221" y="1555499"/>
                  </a:moveTo>
                  <a:cubicBezTo>
                    <a:pt x="1359732" y="1627890"/>
                    <a:pt x="1203761" y="1627890"/>
                    <a:pt x="1078273" y="1555499"/>
                  </a:cubicBezTo>
                  <a:lnTo>
                    <a:pt x="217700" y="1059099"/>
                  </a:lnTo>
                  <a:cubicBezTo>
                    <a:pt x="92211" y="986708"/>
                    <a:pt x="14225" y="851759"/>
                    <a:pt x="14225" y="706976"/>
                  </a:cubicBezTo>
                  <a:lnTo>
                    <a:pt x="14225" y="0"/>
                  </a:lnTo>
                  <a:lnTo>
                    <a:pt x="0" y="0"/>
                  </a:lnTo>
                  <a:lnTo>
                    <a:pt x="0" y="707039"/>
                  </a:lnTo>
                  <a:cubicBezTo>
                    <a:pt x="0" y="856898"/>
                    <a:pt x="80716" y="996542"/>
                    <a:pt x="210587" y="1071471"/>
                  </a:cubicBezTo>
                  <a:lnTo>
                    <a:pt x="1071160" y="1567870"/>
                  </a:lnTo>
                  <a:cubicBezTo>
                    <a:pt x="1136127" y="1605367"/>
                    <a:pt x="1208905" y="1624083"/>
                    <a:pt x="1281746" y="1624083"/>
                  </a:cubicBezTo>
                  <a:cubicBezTo>
                    <a:pt x="1354589" y="1624083"/>
                    <a:pt x="1427367" y="1605367"/>
                    <a:pt x="1492333" y="1567870"/>
                  </a:cubicBezTo>
                  <a:lnTo>
                    <a:pt x="2052840" y="1244551"/>
                  </a:lnTo>
                  <a:lnTo>
                    <a:pt x="2052840" y="1228119"/>
                  </a:lnTo>
                  <a:lnTo>
                    <a:pt x="1485221" y="1555499"/>
                  </a:lnTo>
                  <a:close/>
                </a:path>
              </a:pathLst>
            </a:custGeom>
            <a:solidFill>
              <a:srgbClr val="FF5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4" name="Google Shape;14;p39"/>
          <p:cNvSpPr txBox="1"/>
          <p:nvPr>
            <p:ph type="title"/>
          </p:nvPr>
        </p:nvSpPr>
        <p:spPr>
          <a:xfrm>
            <a:off x="838200" y="365125"/>
            <a:ext cx="9000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b="0" i="0" sz="4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6" name="Google Shape;16;p39"/>
          <p:cNvSpPr txBox="1"/>
          <p:nvPr>
            <p:ph idx="11" type="ftr"/>
          </p:nvPr>
        </p:nvSpPr>
        <p:spPr>
          <a:xfrm>
            <a:off x="829235" y="6282208"/>
            <a:ext cx="50397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6828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7" name="Google Shape;17;p39"/>
          <p:cNvSpPr txBox="1"/>
          <p:nvPr/>
        </p:nvSpPr>
        <p:spPr>
          <a:xfrm>
            <a:off x="5583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/>
          </a:p>
        </p:txBody>
      </p:sp>
      <p:pic>
        <p:nvPicPr>
          <p:cNvPr descr="Un dibujo de una cara feliz&#10;&#10;Descripción generada automáticamente con confianza baja" id="18" name="Google Shape;18;p3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46478" y="274317"/>
            <a:ext cx="1215041" cy="60580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"/>
              <a:buNone/>
            </a:pPr>
            <a:r>
              <a:rPr lang="es-MX" sz="3200"/>
              <a:t>TI</a:t>
            </a:r>
            <a:endParaRPr sz="3200"/>
          </a:p>
        </p:txBody>
      </p:sp>
      <p:sp>
        <p:nvSpPr>
          <p:cNvPr id="72" name="Google Shape;72;p1"/>
          <p:cNvSpPr txBox="1"/>
          <p:nvPr>
            <p:ph idx="1" type="subTitle"/>
          </p:nvPr>
        </p:nvSpPr>
        <p:spPr>
          <a:xfrm>
            <a:off x="939816" y="5344363"/>
            <a:ext cx="5723874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s-MX" sz="2400"/>
              <a:t>Estructuras Organizacionales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/>
        </p:nvSpPr>
        <p:spPr>
          <a:xfrm>
            <a:off x="-2" y="113126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444843" y="193282"/>
            <a:ext cx="693396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Dirección TI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173344" y="1612408"/>
            <a:ext cx="171817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199210" y="2548435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Customer y Digital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876040" y="2548435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TI Tienda y Comercial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552870" y="2545875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CDS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5229700" y="2545875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Arquitectura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583360" y="2545875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10260190" y="2545875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Área Planeación y Proyectos</a:t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906530" y="2545875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Soluciones Back Office</a:t>
            </a:r>
            <a:endParaRPr/>
          </a:p>
        </p:txBody>
      </p:sp>
      <p:cxnSp>
        <p:nvCxnSpPr>
          <p:cNvPr id="88" name="Google Shape;88;p3"/>
          <p:cNvCxnSpPr>
            <a:stCxn id="81" idx="0"/>
            <a:endCxn id="80" idx="2"/>
          </p:cNvCxnSpPr>
          <p:nvPr/>
        </p:nvCxnSpPr>
        <p:spPr>
          <a:xfrm rot="-5400000">
            <a:off x="3276880" y="-207215"/>
            <a:ext cx="482400" cy="502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" name="Google Shape;89;p3"/>
          <p:cNvCxnSpPr>
            <a:stCxn id="82" idx="0"/>
            <a:endCxn id="80" idx="2"/>
          </p:cNvCxnSpPr>
          <p:nvPr/>
        </p:nvCxnSpPr>
        <p:spPr>
          <a:xfrm rot="-5400000">
            <a:off x="4115210" y="631285"/>
            <a:ext cx="482400" cy="3351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3"/>
          <p:cNvCxnSpPr>
            <a:stCxn id="86" idx="0"/>
            <a:endCxn id="80" idx="2"/>
          </p:cNvCxnSpPr>
          <p:nvPr/>
        </p:nvCxnSpPr>
        <p:spPr>
          <a:xfrm flipH="1" rot="5400000">
            <a:off x="8308510" y="-210225"/>
            <a:ext cx="480000" cy="503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" name="Google Shape;91;p3"/>
          <p:cNvCxnSpPr>
            <a:stCxn id="85" idx="0"/>
            <a:endCxn id="80" idx="2"/>
          </p:cNvCxnSpPr>
          <p:nvPr/>
        </p:nvCxnSpPr>
        <p:spPr>
          <a:xfrm flipH="1" rot="5400000">
            <a:off x="7470180" y="628275"/>
            <a:ext cx="480000" cy="3355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3"/>
          <p:cNvCxnSpPr>
            <a:stCxn id="83" idx="0"/>
            <a:endCxn id="80" idx="2"/>
          </p:cNvCxnSpPr>
          <p:nvPr/>
        </p:nvCxnSpPr>
        <p:spPr>
          <a:xfrm rot="-5400000">
            <a:off x="4954890" y="1468275"/>
            <a:ext cx="480000" cy="1675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" name="Google Shape;93;p3"/>
          <p:cNvCxnSpPr>
            <a:stCxn id="87" idx="0"/>
            <a:endCxn id="80" idx="2"/>
          </p:cNvCxnSpPr>
          <p:nvPr/>
        </p:nvCxnSpPr>
        <p:spPr>
          <a:xfrm flipH="1" rot="5400000">
            <a:off x="6631700" y="1466625"/>
            <a:ext cx="480000" cy="1678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3"/>
          <p:cNvCxnSpPr>
            <a:stCxn id="84" idx="0"/>
            <a:endCxn id="80" idx="2"/>
          </p:cNvCxnSpPr>
          <p:nvPr/>
        </p:nvCxnSpPr>
        <p:spPr>
          <a:xfrm flipH="1" rot="5400000">
            <a:off x="5793220" y="2304975"/>
            <a:ext cx="480000" cy="1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 Customer y Digital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136807" y="2366783"/>
            <a:ext cx="1608840" cy="47338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TI Customer y Digital</a:t>
            </a:r>
            <a:endParaRPr/>
          </a:p>
        </p:txBody>
      </p:sp>
      <p:cxnSp>
        <p:nvCxnSpPr>
          <p:cNvPr id="101" name="Google Shape;101;p5"/>
          <p:cNvCxnSpPr>
            <a:endCxn id="100" idx="0"/>
          </p:cNvCxnSpPr>
          <p:nvPr/>
        </p:nvCxnSpPr>
        <p:spPr>
          <a:xfrm>
            <a:off x="5941227" y="2236283"/>
            <a:ext cx="0" cy="130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5"/>
          <p:cNvSpPr/>
          <p:nvPr/>
        </p:nvSpPr>
        <p:spPr>
          <a:xfrm>
            <a:off x="5082137" y="1791096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1064220" y="3251846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Estrategia Consumidor</a:t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2696459" y="3251846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</a:t>
            </a: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Expansion Infraestructura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002975" y="3251846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Digital Spin</a:t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4349717" y="3251846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</a:t>
            </a: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Soluciones Ecosistemas 2.0</a:t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1330304" y="4936102"/>
            <a:ext cx="1267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330304" y="3845250"/>
            <a:ext cx="1267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1330304" y="4401889"/>
            <a:ext cx="1267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2954092" y="3845250"/>
            <a:ext cx="1267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2954091" y="4362327"/>
            <a:ext cx="1267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2954090" y="4919417"/>
            <a:ext cx="1267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113" name="Google Shape;113;p5"/>
          <p:cNvCxnSpPr>
            <a:stCxn id="103" idx="0"/>
            <a:endCxn id="100" idx="2"/>
          </p:cNvCxnSpPr>
          <p:nvPr/>
        </p:nvCxnSpPr>
        <p:spPr>
          <a:xfrm rot="-5400000">
            <a:off x="3667525" y="977996"/>
            <a:ext cx="411600" cy="4136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" name="Google Shape;114;p5"/>
          <p:cNvCxnSpPr>
            <a:stCxn id="104" idx="0"/>
            <a:endCxn id="100" idx="2"/>
          </p:cNvCxnSpPr>
          <p:nvPr/>
        </p:nvCxnSpPr>
        <p:spPr>
          <a:xfrm rot="-5400000">
            <a:off x="4483614" y="1794146"/>
            <a:ext cx="411600" cy="2503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" name="Google Shape;115;p5"/>
          <p:cNvCxnSpPr>
            <a:stCxn id="106" idx="0"/>
            <a:endCxn id="100" idx="2"/>
          </p:cNvCxnSpPr>
          <p:nvPr/>
        </p:nvCxnSpPr>
        <p:spPr>
          <a:xfrm rot="-5400000">
            <a:off x="5310222" y="2620796"/>
            <a:ext cx="411600" cy="850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5"/>
          <p:cNvCxnSpPr>
            <a:stCxn id="105" idx="0"/>
            <a:endCxn id="100" idx="2"/>
          </p:cNvCxnSpPr>
          <p:nvPr/>
        </p:nvCxnSpPr>
        <p:spPr>
          <a:xfrm flipH="1" rot="5400000">
            <a:off x="6136830" y="2644646"/>
            <a:ext cx="411600" cy="802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" name="Google Shape;117;p5"/>
          <p:cNvCxnSpPr>
            <a:endCxn id="108" idx="1"/>
          </p:cNvCxnSpPr>
          <p:nvPr/>
        </p:nvCxnSpPr>
        <p:spPr>
          <a:xfrm flipH="1" rot="-5400000">
            <a:off x="1074554" y="3816301"/>
            <a:ext cx="354600" cy="15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" name="Google Shape;118;p5"/>
          <p:cNvCxnSpPr>
            <a:endCxn id="109" idx="1"/>
          </p:cNvCxnSpPr>
          <p:nvPr/>
        </p:nvCxnSpPr>
        <p:spPr>
          <a:xfrm flipH="1" rot="-5400000">
            <a:off x="796304" y="4094690"/>
            <a:ext cx="911100" cy="15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" name="Google Shape;119;p5"/>
          <p:cNvCxnSpPr>
            <a:endCxn id="110" idx="1"/>
          </p:cNvCxnSpPr>
          <p:nvPr/>
        </p:nvCxnSpPr>
        <p:spPr>
          <a:xfrm flipH="1" rot="-5400000">
            <a:off x="2699242" y="3817201"/>
            <a:ext cx="354600" cy="155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" name="Google Shape;120;p5"/>
          <p:cNvCxnSpPr>
            <a:endCxn id="111" idx="1"/>
          </p:cNvCxnSpPr>
          <p:nvPr/>
        </p:nvCxnSpPr>
        <p:spPr>
          <a:xfrm flipH="1" rot="-5400000">
            <a:off x="2437641" y="4072678"/>
            <a:ext cx="871500" cy="161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" name="Google Shape;121;p5"/>
          <p:cNvCxnSpPr>
            <a:endCxn id="112" idx="1"/>
          </p:cNvCxnSpPr>
          <p:nvPr/>
        </p:nvCxnSpPr>
        <p:spPr>
          <a:xfrm flipH="1" rot="-5400000">
            <a:off x="2593940" y="4786068"/>
            <a:ext cx="557100" cy="163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5"/>
          <p:cNvSpPr/>
          <p:nvPr/>
        </p:nvSpPr>
        <p:spPr>
          <a:xfrm>
            <a:off x="7568245" y="3251846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Product Owner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5"/>
          <p:cNvCxnSpPr>
            <a:stCxn id="122" idx="0"/>
            <a:endCxn id="100" idx="2"/>
          </p:cNvCxnSpPr>
          <p:nvPr/>
        </p:nvCxnSpPr>
        <p:spPr>
          <a:xfrm flipH="1" rot="5400000">
            <a:off x="6919400" y="1861946"/>
            <a:ext cx="411600" cy="236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" name="Google Shape;124;p5"/>
          <p:cNvCxnSpPr>
            <a:stCxn id="107" idx="1"/>
          </p:cNvCxnSpPr>
          <p:nvPr/>
        </p:nvCxnSpPr>
        <p:spPr>
          <a:xfrm rot="10800000">
            <a:off x="1173404" y="3717503"/>
            <a:ext cx="156900" cy="1445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5"/>
          <p:cNvSpPr/>
          <p:nvPr/>
        </p:nvSpPr>
        <p:spPr>
          <a:xfrm>
            <a:off x="9133515" y="3251846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RMN</a:t>
            </a:r>
            <a:endParaRPr/>
          </a:p>
        </p:txBody>
      </p:sp>
      <p:cxnSp>
        <p:nvCxnSpPr>
          <p:cNvPr id="126" name="Google Shape;126;p5"/>
          <p:cNvCxnSpPr>
            <a:stCxn id="125" idx="0"/>
            <a:endCxn id="100" idx="2"/>
          </p:cNvCxnSpPr>
          <p:nvPr/>
        </p:nvCxnSpPr>
        <p:spPr>
          <a:xfrm flipH="1" rot="5400000">
            <a:off x="7702120" y="1079396"/>
            <a:ext cx="411600" cy="3933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5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/>
          <p:nvPr/>
        </p:nvSpPr>
        <p:spPr>
          <a:xfrm>
            <a:off x="5425323" y="1658498"/>
            <a:ext cx="16088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TI Tienda y Comercial</a:t>
            </a:r>
            <a:endParaRPr/>
          </a:p>
        </p:txBody>
      </p:sp>
      <p:sp>
        <p:nvSpPr>
          <p:cNvPr id="134" name="Google Shape;134;p10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 </a:t>
            </a: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Tienda y Comercial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5370654" y="1121805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cxnSp>
        <p:nvCxnSpPr>
          <p:cNvPr id="136" name="Google Shape;136;p10"/>
          <p:cNvCxnSpPr>
            <a:stCxn id="135" idx="2"/>
            <a:endCxn id="133" idx="0"/>
          </p:cNvCxnSpPr>
          <p:nvPr/>
        </p:nvCxnSpPr>
        <p:spPr>
          <a:xfrm>
            <a:off x="6229743" y="1575405"/>
            <a:ext cx="0" cy="8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10"/>
          <p:cNvSpPr/>
          <p:nvPr/>
        </p:nvSpPr>
        <p:spPr>
          <a:xfrm>
            <a:off x="250096" y="2361251"/>
            <a:ext cx="148211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Mercaderias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422166" y="304165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Planogramas FS</a:t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484646" y="354966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140" name="Google Shape;140;p10"/>
          <p:cNvCxnSpPr>
            <a:stCxn id="139" idx="0"/>
            <a:endCxn id="138" idx="2"/>
          </p:cNvCxnSpPr>
          <p:nvPr/>
        </p:nvCxnSpPr>
        <p:spPr>
          <a:xfrm rot="10800000">
            <a:off x="1102913" y="349536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10"/>
          <p:cNvSpPr/>
          <p:nvPr/>
        </p:nvSpPr>
        <p:spPr>
          <a:xfrm>
            <a:off x="484646" y="405767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8442921" y="3057025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Servicios Electronicos </a:t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8505401" y="3565035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144" name="Google Shape;144;p10"/>
          <p:cNvCxnSpPr>
            <a:stCxn id="143" idx="0"/>
            <a:endCxn id="142" idx="2"/>
          </p:cNvCxnSpPr>
          <p:nvPr/>
        </p:nvCxnSpPr>
        <p:spPr>
          <a:xfrm rot="10800000">
            <a:off x="9123668" y="3510735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p10"/>
          <p:cNvSpPr/>
          <p:nvPr/>
        </p:nvSpPr>
        <p:spPr>
          <a:xfrm>
            <a:off x="422166" y="5748916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422166" y="6245445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2685340" y="2361250"/>
            <a:ext cx="148211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POS</a:t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1916912" y="304165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Operaciones</a:t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1979392" y="354966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150" name="Google Shape;150;p10"/>
          <p:cNvCxnSpPr>
            <a:stCxn id="149" idx="0"/>
            <a:endCxn id="148" idx="2"/>
          </p:cNvCxnSpPr>
          <p:nvPr/>
        </p:nvCxnSpPr>
        <p:spPr>
          <a:xfrm rot="10800000">
            <a:off x="2597659" y="349536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10"/>
          <p:cNvSpPr/>
          <p:nvPr/>
        </p:nvSpPr>
        <p:spPr>
          <a:xfrm>
            <a:off x="1979392" y="405767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1916912" y="4680604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Digitalizacion </a:t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1979392" y="5188614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154" name="Google Shape;154;p10"/>
          <p:cNvCxnSpPr>
            <a:stCxn id="153" idx="0"/>
            <a:endCxn id="152" idx="2"/>
          </p:cNvCxnSpPr>
          <p:nvPr/>
        </p:nvCxnSpPr>
        <p:spPr>
          <a:xfrm rot="10800000">
            <a:off x="2597659" y="5134314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" name="Google Shape;155;p10"/>
          <p:cNvSpPr/>
          <p:nvPr/>
        </p:nvSpPr>
        <p:spPr>
          <a:xfrm>
            <a:off x="1916912" y="5800065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Evolución POS </a:t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1979392" y="6308075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157" name="Google Shape;157;p10"/>
          <p:cNvCxnSpPr>
            <a:stCxn id="156" idx="0"/>
            <a:endCxn id="155" idx="2"/>
          </p:cNvCxnSpPr>
          <p:nvPr/>
        </p:nvCxnSpPr>
        <p:spPr>
          <a:xfrm rot="10800000">
            <a:off x="2597659" y="6253775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3590172" y="304165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Oxxo Smsart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3652652" y="354966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Analista Soluciones TI</a:t>
            </a:r>
            <a:endParaRPr/>
          </a:p>
        </p:txBody>
      </p:sp>
      <p:cxnSp>
        <p:nvCxnSpPr>
          <p:cNvPr id="160" name="Google Shape;160;p10"/>
          <p:cNvCxnSpPr>
            <a:stCxn id="159" idx="0"/>
            <a:endCxn id="158" idx="2"/>
          </p:cNvCxnSpPr>
          <p:nvPr/>
        </p:nvCxnSpPr>
        <p:spPr>
          <a:xfrm rot="10800000">
            <a:off x="4270919" y="349536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10"/>
          <p:cNvSpPr/>
          <p:nvPr/>
        </p:nvSpPr>
        <p:spPr>
          <a:xfrm>
            <a:off x="3652652" y="405767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Analista Soluciones TI</a:t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3652652" y="456568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Analista Soluciones TI</a:t>
            </a:r>
            <a:endParaRPr/>
          </a:p>
        </p:txBody>
      </p:sp>
      <p:cxnSp>
        <p:nvCxnSpPr>
          <p:cNvPr id="163" name="Google Shape;163;p10"/>
          <p:cNvCxnSpPr>
            <a:stCxn id="148" idx="3"/>
            <a:endCxn id="147" idx="2"/>
          </p:cNvCxnSpPr>
          <p:nvPr/>
        </p:nvCxnSpPr>
        <p:spPr>
          <a:xfrm flipH="1" rot="10800000">
            <a:off x="3278405" y="2814852"/>
            <a:ext cx="147900" cy="453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4" name="Google Shape;164;p10"/>
          <p:cNvCxnSpPr>
            <a:stCxn id="158" idx="1"/>
            <a:endCxn id="147" idx="2"/>
          </p:cNvCxnSpPr>
          <p:nvPr/>
        </p:nvCxnSpPr>
        <p:spPr>
          <a:xfrm rot="10800000">
            <a:off x="3426372" y="2814852"/>
            <a:ext cx="163800" cy="453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" name="Google Shape;165;p10"/>
          <p:cNvCxnSpPr>
            <a:stCxn id="152" idx="3"/>
            <a:endCxn id="147" idx="2"/>
          </p:cNvCxnSpPr>
          <p:nvPr/>
        </p:nvCxnSpPr>
        <p:spPr>
          <a:xfrm flipH="1" rot="10800000">
            <a:off x="3278405" y="2814904"/>
            <a:ext cx="147900" cy="2092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" name="Google Shape;166;p10"/>
          <p:cNvCxnSpPr>
            <a:stCxn id="155" idx="3"/>
            <a:endCxn id="147" idx="2"/>
          </p:cNvCxnSpPr>
          <p:nvPr/>
        </p:nvCxnSpPr>
        <p:spPr>
          <a:xfrm flipH="1" rot="10800000">
            <a:off x="3278405" y="2814765"/>
            <a:ext cx="147900" cy="3212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10"/>
          <p:cNvSpPr/>
          <p:nvPr/>
        </p:nvSpPr>
        <p:spPr>
          <a:xfrm>
            <a:off x="4979142" y="2361249"/>
            <a:ext cx="148211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Soluciones Precios Promo</a:t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5086480" y="4134076"/>
            <a:ext cx="1267441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Convenios Comerciales</a:t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5086481" y="3041652"/>
            <a:ext cx="1267441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Promociones Ofertas</a:t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5134822" y="4661905"/>
            <a:ext cx="1174577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5117340" y="3563217"/>
            <a:ext cx="1207299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10"/>
          <p:cNvCxnSpPr>
            <a:stCxn id="169" idx="2"/>
            <a:endCxn id="171" idx="0"/>
          </p:cNvCxnSpPr>
          <p:nvPr/>
        </p:nvCxnSpPr>
        <p:spPr>
          <a:xfrm>
            <a:off x="5720202" y="3495252"/>
            <a:ext cx="900" cy="6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10"/>
          <p:cNvSpPr/>
          <p:nvPr/>
        </p:nvSpPr>
        <p:spPr>
          <a:xfrm>
            <a:off x="5086479" y="5210412"/>
            <a:ext cx="1267441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086478" y="5697959"/>
            <a:ext cx="1267441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10"/>
          <p:cNvCxnSpPr>
            <a:stCxn id="167" idx="2"/>
            <a:endCxn id="169" idx="0"/>
          </p:cNvCxnSpPr>
          <p:nvPr/>
        </p:nvCxnSpPr>
        <p:spPr>
          <a:xfrm>
            <a:off x="5720198" y="2814850"/>
            <a:ext cx="0" cy="22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6" name="Google Shape;176;p10"/>
          <p:cNvSpPr/>
          <p:nvPr/>
        </p:nvSpPr>
        <p:spPr>
          <a:xfrm>
            <a:off x="6631097" y="2358978"/>
            <a:ext cx="148211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Soluciones Operaciones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694342" y="3054869"/>
            <a:ext cx="1374776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Herramientas Operativas</a:t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6752642" y="3564778"/>
            <a:ext cx="1253094" cy="45385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cxnSp>
        <p:nvCxnSpPr>
          <p:cNvPr id="179" name="Google Shape;179;p10"/>
          <p:cNvCxnSpPr>
            <a:stCxn id="177" idx="2"/>
            <a:endCxn id="178" idx="0"/>
          </p:cNvCxnSpPr>
          <p:nvPr/>
        </p:nvCxnSpPr>
        <p:spPr>
          <a:xfrm flipH="1">
            <a:off x="7379330" y="3508470"/>
            <a:ext cx="2400" cy="5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" name="Google Shape;180;p10"/>
          <p:cNvCxnSpPr>
            <a:stCxn id="176" idx="2"/>
            <a:endCxn id="177" idx="0"/>
          </p:cNvCxnSpPr>
          <p:nvPr/>
        </p:nvCxnSpPr>
        <p:spPr>
          <a:xfrm>
            <a:off x="7372153" y="2812579"/>
            <a:ext cx="9600" cy="24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1" name="Google Shape;181;p10"/>
          <p:cNvSpPr/>
          <p:nvPr/>
        </p:nvSpPr>
        <p:spPr>
          <a:xfrm>
            <a:off x="8442921" y="4631039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Servicios Financieros </a:t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8505401" y="5139049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183" name="Google Shape;183;p10"/>
          <p:cNvCxnSpPr>
            <a:stCxn id="182" idx="0"/>
            <a:endCxn id="181" idx="2"/>
          </p:cNvCxnSpPr>
          <p:nvPr/>
        </p:nvCxnSpPr>
        <p:spPr>
          <a:xfrm rot="10800000">
            <a:off x="9123668" y="5084749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p10"/>
          <p:cNvSpPr/>
          <p:nvPr/>
        </p:nvSpPr>
        <p:spPr>
          <a:xfrm>
            <a:off x="8518506" y="405767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8505401" y="5628666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10327934" y="305689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Dispersion P2P </a:t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10390414" y="356490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188" name="Google Shape;188;p10"/>
          <p:cNvCxnSpPr>
            <a:stCxn id="187" idx="0"/>
            <a:endCxn id="186" idx="2"/>
          </p:cNvCxnSpPr>
          <p:nvPr/>
        </p:nvCxnSpPr>
        <p:spPr>
          <a:xfrm rot="10800000">
            <a:off x="11008681" y="351060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10"/>
          <p:cNvSpPr/>
          <p:nvPr/>
        </p:nvSpPr>
        <p:spPr>
          <a:xfrm>
            <a:off x="10327934" y="428447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Efectivo Backoffice </a:t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10390414" y="479248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191" name="Google Shape;191;p10"/>
          <p:cNvCxnSpPr>
            <a:stCxn id="190" idx="0"/>
            <a:endCxn id="189" idx="2"/>
          </p:cNvCxnSpPr>
          <p:nvPr/>
        </p:nvCxnSpPr>
        <p:spPr>
          <a:xfrm rot="10800000">
            <a:off x="11008681" y="473818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10"/>
          <p:cNvSpPr/>
          <p:nvPr/>
        </p:nvSpPr>
        <p:spPr>
          <a:xfrm>
            <a:off x="8393547" y="6216010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Fulfillment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9339967" y="2358978"/>
            <a:ext cx="148211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Servicios</a:t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10327934" y="548107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Nuevas Avenidas </a:t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10390414" y="598908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196" name="Google Shape;196;p10"/>
          <p:cNvCxnSpPr>
            <a:stCxn id="195" idx="0"/>
            <a:endCxn id="194" idx="2"/>
          </p:cNvCxnSpPr>
          <p:nvPr/>
        </p:nvCxnSpPr>
        <p:spPr>
          <a:xfrm rot="10800000">
            <a:off x="11008681" y="593478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7" name="Google Shape;197;p10"/>
          <p:cNvCxnSpPr>
            <a:stCxn id="168" idx="2"/>
            <a:endCxn id="170" idx="0"/>
          </p:cNvCxnSpPr>
          <p:nvPr/>
        </p:nvCxnSpPr>
        <p:spPr>
          <a:xfrm>
            <a:off x="5720201" y="4587676"/>
            <a:ext cx="1800" cy="7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8" name="Google Shape;198;p10"/>
          <p:cNvCxnSpPr>
            <a:stCxn id="142" idx="3"/>
            <a:endCxn id="193" idx="2"/>
          </p:cNvCxnSpPr>
          <p:nvPr/>
        </p:nvCxnSpPr>
        <p:spPr>
          <a:xfrm flipH="1" rot="10800000">
            <a:off x="9804414" y="2812525"/>
            <a:ext cx="276600" cy="471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9" name="Google Shape;199;p10"/>
          <p:cNvCxnSpPr>
            <a:stCxn id="181" idx="3"/>
            <a:endCxn id="193" idx="2"/>
          </p:cNvCxnSpPr>
          <p:nvPr/>
        </p:nvCxnSpPr>
        <p:spPr>
          <a:xfrm flipH="1" rot="10800000">
            <a:off x="9804414" y="2812439"/>
            <a:ext cx="276600" cy="2045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0" name="Google Shape;200;p10"/>
          <p:cNvCxnSpPr>
            <a:stCxn id="186" idx="1"/>
            <a:endCxn id="193" idx="2"/>
          </p:cNvCxnSpPr>
          <p:nvPr/>
        </p:nvCxnSpPr>
        <p:spPr>
          <a:xfrm rot="10800000">
            <a:off x="10081034" y="2812692"/>
            <a:ext cx="246900" cy="471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1" name="Google Shape;201;p10"/>
          <p:cNvCxnSpPr>
            <a:stCxn id="192" idx="3"/>
            <a:endCxn id="193" idx="2"/>
          </p:cNvCxnSpPr>
          <p:nvPr/>
        </p:nvCxnSpPr>
        <p:spPr>
          <a:xfrm flipH="1" rot="10800000">
            <a:off x="9755040" y="2812510"/>
            <a:ext cx="326100" cy="3630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2" name="Google Shape;202;p10"/>
          <p:cNvCxnSpPr>
            <a:stCxn id="189" idx="1"/>
            <a:endCxn id="193" idx="2"/>
          </p:cNvCxnSpPr>
          <p:nvPr/>
        </p:nvCxnSpPr>
        <p:spPr>
          <a:xfrm rot="10800000">
            <a:off x="10081034" y="2812672"/>
            <a:ext cx="246900" cy="169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3" name="Google Shape;203;p10"/>
          <p:cNvCxnSpPr>
            <a:stCxn id="194" idx="1"/>
            <a:endCxn id="193" idx="2"/>
          </p:cNvCxnSpPr>
          <p:nvPr/>
        </p:nvCxnSpPr>
        <p:spPr>
          <a:xfrm rot="10800000">
            <a:off x="10081034" y="2812572"/>
            <a:ext cx="246900" cy="2895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10"/>
          <p:cNvSpPr/>
          <p:nvPr/>
        </p:nvSpPr>
        <p:spPr>
          <a:xfrm>
            <a:off x="6742658" y="4057672"/>
            <a:ext cx="1253094" cy="45385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6694097" y="4606375"/>
            <a:ext cx="137459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Cometa</a:t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6742439" y="5134204"/>
            <a:ext cx="1273875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0"/>
          <p:cNvCxnSpPr>
            <a:stCxn id="205" idx="2"/>
            <a:endCxn id="206" idx="0"/>
          </p:cNvCxnSpPr>
          <p:nvPr/>
        </p:nvCxnSpPr>
        <p:spPr>
          <a:xfrm flipH="1">
            <a:off x="7379292" y="5059975"/>
            <a:ext cx="2100" cy="7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8" name="Google Shape;208;p10"/>
          <p:cNvSpPr/>
          <p:nvPr/>
        </p:nvSpPr>
        <p:spPr>
          <a:xfrm>
            <a:off x="6694342" y="5707872"/>
            <a:ext cx="1345499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6694342" y="6193022"/>
            <a:ext cx="1345499" cy="4361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 b="0" i="1" sz="9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24378" y="467466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Variedad</a:t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486858" y="5182677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212" name="Google Shape;212;p10"/>
          <p:cNvCxnSpPr>
            <a:stCxn id="211" idx="0"/>
            <a:endCxn id="210" idx="2"/>
          </p:cNvCxnSpPr>
          <p:nvPr/>
        </p:nvCxnSpPr>
        <p:spPr>
          <a:xfrm rot="10800000">
            <a:off x="1105125" y="5128377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3" name="Google Shape;213;p10"/>
          <p:cNvCxnSpPr>
            <a:stCxn id="137" idx="0"/>
            <a:endCxn id="133" idx="2"/>
          </p:cNvCxnSpPr>
          <p:nvPr/>
        </p:nvCxnSpPr>
        <p:spPr>
          <a:xfrm rot="-5400000">
            <a:off x="3485802" y="-382699"/>
            <a:ext cx="249300" cy="5238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4" name="Google Shape;214;p10"/>
          <p:cNvCxnSpPr>
            <a:stCxn id="147" idx="0"/>
            <a:endCxn id="133" idx="2"/>
          </p:cNvCxnSpPr>
          <p:nvPr/>
        </p:nvCxnSpPr>
        <p:spPr>
          <a:xfrm rot="-5400000">
            <a:off x="4703346" y="835000"/>
            <a:ext cx="249300" cy="2803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5" name="Google Shape;215;p10"/>
          <p:cNvCxnSpPr>
            <a:stCxn id="167" idx="0"/>
            <a:endCxn id="133" idx="2"/>
          </p:cNvCxnSpPr>
          <p:nvPr/>
        </p:nvCxnSpPr>
        <p:spPr>
          <a:xfrm rot="-5400000">
            <a:off x="5850248" y="1981899"/>
            <a:ext cx="249300" cy="509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6" name="Google Shape;216;p10"/>
          <p:cNvCxnSpPr>
            <a:stCxn id="176" idx="0"/>
            <a:endCxn id="133" idx="2"/>
          </p:cNvCxnSpPr>
          <p:nvPr/>
        </p:nvCxnSpPr>
        <p:spPr>
          <a:xfrm flipH="1" rot="5400000">
            <a:off x="6677503" y="1664328"/>
            <a:ext cx="246900" cy="1142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7" name="Google Shape;217;p10"/>
          <p:cNvCxnSpPr>
            <a:stCxn id="193" idx="0"/>
            <a:endCxn id="133" idx="2"/>
          </p:cNvCxnSpPr>
          <p:nvPr/>
        </p:nvCxnSpPr>
        <p:spPr>
          <a:xfrm flipH="1" rot="5400000">
            <a:off x="8031873" y="309828"/>
            <a:ext cx="246900" cy="3851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" name="Google Shape;218;p10"/>
          <p:cNvCxnSpPr>
            <a:stCxn id="138" idx="1"/>
          </p:cNvCxnSpPr>
          <p:nvPr/>
        </p:nvCxnSpPr>
        <p:spPr>
          <a:xfrm rot="10800000">
            <a:off x="345366" y="2812452"/>
            <a:ext cx="76800" cy="456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9" name="Google Shape;219;p10"/>
          <p:cNvCxnSpPr>
            <a:stCxn id="210" idx="1"/>
          </p:cNvCxnSpPr>
          <p:nvPr/>
        </p:nvCxnSpPr>
        <p:spPr>
          <a:xfrm rot="10800000">
            <a:off x="349978" y="2928367"/>
            <a:ext cx="74400" cy="1973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0" name="Google Shape;220;p10"/>
          <p:cNvCxnSpPr>
            <a:stCxn id="145" idx="1"/>
          </p:cNvCxnSpPr>
          <p:nvPr/>
        </p:nvCxnSpPr>
        <p:spPr>
          <a:xfrm rot="10800000">
            <a:off x="348666" y="4475416"/>
            <a:ext cx="73500" cy="1500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1" name="Google Shape;221;p10"/>
          <p:cNvCxnSpPr>
            <a:stCxn id="146" idx="1"/>
          </p:cNvCxnSpPr>
          <p:nvPr/>
        </p:nvCxnSpPr>
        <p:spPr>
          <a:xfrm rot="10800000">
            <a:off x="349266" y="5855445"/>
            <a:ext cx="72900" cy="61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2" name="Google Shape;222;p10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 / CDS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5843604" y="2740101"/>
            <a:ext cx="1613162" cy="4570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TI CDS</a:t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5791097" y="2094211"/>
            <a:ext cx="171817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2623891" y="3618300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CEDIS</a:t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4268324" y="3616038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Abasto</a:t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5912757" y="3616038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Distribucion</a:t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7557190" y="3616037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Mercaderias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9201623" y="3616036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EDI </a:t>
            </a:r>
            <a:endParaRPr/>
          </a:p>
        </p:txBody>
      </p:sp>
      <p:cxnSp>
        <p:nvCxnSpPr>
          <p:cNvPr id="235" name="Google Shape;235;p13"/>
          <p:cNvCxnSpPr>
            <a:stCxn id="230" idx="0"/>
            <a:endCxn id="228" idx="2"/>
          </p:cNvCxnSpPr>
          <p:nvPr/>
        </p:nvCxnSpPr>
        <p:spPr>
          <a:xfrm rot="-5400000">
            <a:off x="4796996" y="1765050"/>
            <a:ext cx="421200" cy="3285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6" name="Google Shape;236;p13"/>
          <p:cNvCxnSpPr>
            <a:stCxn id="231" idx="0"/>
            <a:endCxn id="228" idx="2"/>
          </p:cNvCxnSpPr>
          <p:nvPr/>
        </p:nvCxnSpPr>
        <p:spPr>
          <a:xfrm rot="-5400000">
            <a:off x="5620329" y="2586288"/>
            <a:ext cx="418800" cy="1640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7" name="Google Shape;237;p13"/>
          <p:cNvCxnSpPr>
            <a:stCxn id="232" idx="0"/>
            <a:endCxn id="228" idx="2"/>
          </p:cNvCxnSpPr>
          <p:nvPr/>
        </p:nvCxnSpPr>
        <p:spPr>
          <a:xfrm flipH="1" rot="5400000">
            <a:off x="6442612" y="3404838"/>
            <a:ext cx="418800" cy="3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8" name="Google Shape;238;p13"/>
          <p:cNvCxnSpPr>
            <a:stCxn id="234" idx="0"/>
            <a:endCxn id="228" idx="2"/>
          </p:cNvCxnSpPr>
          <p:nvPr/>
        </p:nvCxnSpPr>
        <p:spPr>
          <a:xfrm flipH="1" rot="5400000">
            <a:off x="8087028" y="1760386"/>
            <a:ext cx="418800" cy="3292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9" name="Google Shape;239;p13"/>
          <p:cNvCxnSpPr>
            <a:stCxn id="233" idx="0"/>
            <a:endCxn id="228" idx="2"/>
          </p:cNvCxnSpPr>
          <p:nvPr/>
        </p:nvCxnSpPr>
        <p:spPr>
          <a:xfrm flipH="1" rot="5400000">
            <a:off x="7264745" y="2582537"/>
            <a:ext cx="418800" cy="164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0" name="Google Shape;240;p13"/>
          <p:cNvCxnSpPr>
            <a:stCxn id="229" idx="2"/>
            <a:endCxn id="228" idx="0"/>
          </p:cNvCxnSpPr>
          <p:nvPr/>
        </p:nvCxnSpPr>
        <p:spPr>
          <a:xfrm>
            <a:off x="6650186" y="2547811"/>
            <a:ext cx="0" cy="19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1" name="Google Shape;241;p13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TI / CDS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6126375" y="1390123"/>
            <a:ext cx="1613162" cy="4570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Sr Soluciones TI CDS</a:t>
            </a:r>
            <a:endParaRPr/>
          </a:p>
        </p:txBody>
      </p:sp>
      <p:sp>
        <p:nvSpPr>
          <p:cNvPr id="248" name="Google Shape;248;p15"/>
          <p:cNvSpPr/>
          <p:nvPr/>
        </p:nvSpPr>
        <p:spPr>
          <a:xfrm>
            <a:off x="6073868" y="846871"/>
            <a:ext cx="171817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cxnSp>
        <p:nvCxnSpPr>
          <p:cNvPr id="249" name="Google Shape;249;p15"/>
          <p:cNvCxnSpPr>
            <a:stCxn id="248" idx="2"/>
            <a:endCxn id="247" idx="0"/>
          </p:cNvCxnSpPr>
          <p:nvPr/>
        </p:nvCxnSpPr>
        <p:spPr>
          <a:xfrm>
            <a:off x="6932957" y="1300471"/>
            <a:ext cx="0" cy="8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0" name="Google Shape;250;p15"/>
          <p:cNvSpPr/>
          <p:nvPr/>
        </p:nvSpPr>
        <p:spPr>
          <a:xfrm>
            <a:off x="1142157" y="2202988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Abasto</a:t>
            </a:r>
            <a:endParaRPr/>
          </a:p>
        </p:txBody>
      </p:sp>
      <p:sp>
        <p:nvSpPr>
          <p:cNvPr id="251" name="Google Shape;251;p15"/>
          <p:cNvSpPr/>
          <p:nvPr/>
        </p:nvSpPr>
        <p:spPr>
          <a:xfrm>
            <a:off x="2799908" y="405362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CEDIS</a:t>
            </a: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2862388" y="4561631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253" name="Google Shape;253;p15"/>
          <p:cNvCxnSpPr>
            <a:stCxn id="252" idx="0"/>
            <a:endCxn id="251" idx="2"/>
          </p:cNvCxnSpPr>
          <p:nvPr/>
        </p:nvCxnSpPr>
        <p:spPr>
          <a:xfrm rot="10800000">
            <a:off x="3480655" y="4507331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4" name="Google Shape;254;p15"/>
          <p:cNvSpPr/>
          <p:nvPr/>
        </p:nvSpPr>
        <p:spPr>
          <a:xfrm>
            <a:off x="1202469" y="28597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CDS Abasto</a:t>
            </a: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1202469" y="33514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CDS Abasto</a:t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1202469" y="38431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CDS Abasto</a:t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1202468" y="43348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1202468" y="48265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1202466" y="63016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260" name="Google Shape;260;p15"/>
          <p:cNvSpPr/>
          <p:nvPr/>
        </p:nvSpPr>
        <p:spPr>
          <a:xfrm>
            <a:off x="1202467" y="58099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1202468" y="53182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3616510" y="2202988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CEDIS</a:t>
            </a:r>
            <a:endParaRPr/>
          </a:p>
        </p:txBody>
      </p:sp>
      <p:sp>
        <p:nvSpPr>
          <p:cNvPr id="263" name="Google Shape;263;p15"/>
          <p:cNvSpPr/>
          <p:nvPr/>
        </p:nvSpPr>
        <p:spPr>
          <a:xfrm>
            <a:off x="2799908" y="286834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CEDIS </a:t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2862388" y="3376357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265" name="Google Shape;265;p15"/>
          <p:cNvCxnSpPr>
            <a:stCxn id="264" idx="0"/>
            <a:endCxn id="263" idx="2"/>
          </p:cNvCxnSpPr>
          <p:nvPr/>
        </p:nvCxnSpPr>
        <p:spPr>
          <a:xfrm rot="10800000">
            <a:off x="3480655" y="3322057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6" name="Google Shape;266;p15"/>
          <p:cNvSpPr/>
          <p:nvPr/>
        </p:nvSpPr>
        <p:spPr>
          <a:xfrm>
            <a:off x="2799908" y="526382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CEDIS </a:t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2862388" y="5771831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268" name="Google Shape;268;p15"/>
          <p:cNvCxnSpPr>
            <a:stCxn id="267" idx="0"/>
            <a:endCxn id="266" idx="2"/>
          </p:cNvCxnSpPr>
          <p:nvPr/>
        </p:nvCxnSpPr>
        <p:spPr>
          <a:xfrm rot="10800000">
            <a:off x="3480655" y="5717531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9" name="Google Shape;269;p15"/>
          <p:cNvSpPr/>
          <p:nvPr/>
        </p:nvSpPr>
        <p:spPr>
          <a:xfrm>
            <a:off x="4540435" y="286834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CEDIS </a:t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4602915" y="3376357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271" name="Google Shape;271;p15"/>
          <p:cNvCxnSpPr>
            <a:stCxn id="270" idx="0"/>
            <a:endCxn id="269" idx="2"/>
          </p:cNvCxnSpPr>
          <p:nvPr/>
        </p:nvCxnSpPr>
        <p:spPr>
          <a:xfrm rot="10800000">
            <a:off x="5221182" y="3322057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2" name="Google Shape;272;p15"/>
          <p:cNvSpPr/>
          <p:nvPr/>
        </p:nvSpPr>
        <p:spPr>
          <a:xfrm>
            <a:off x="4602915" y="3884367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4537651" y="459973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4537650" y="5107741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CEDIS </a:t>
            </a:r>
            <a:endParaRPr/>
          </a:p>
        </p:txBody>
      </p:sp>
      <p:cxnSp>
        <p:nvCxnSpPr>
          <p:cNvPr id="275" name="Google Shape;275;p15"/>
          <p:cNvCxnSpPr>
            <a:stCxn id="250" idx="2"/>
            <a:endCxn id="254" idx="0"/>
          </p:cNvCxnSpPr>
          <p:nvPr/>
        </p:nvCxnSpPr>
        <p:spPr>
          <a:xfrm>
            <a:off x="1883212" y="2656589"/>
            <a:ext cx="0" cy="20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6" name="Google Shape;276;p15"/>
          <p:cNvCxnSpPr>
            <a:stCxn id="263" idx="3"/>
            <a:endCxn id="262" idx="2"/>
          </p:cNvCxnSpPr>
          <p:nvPr/>
        </p:nvCxnSpPr>
        <p:spPr>
          <a:xfrm flipH="1" rot="10800000">
            <a:off x="4161401" y="2656547"/>
            <a:ext cx="196200" cy="43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7" name="Google Shape;277;p15"/>
          <p:cNvCxnSpPr>
            <a:stCxn id="251" idx="3"/>
            <a:endCxn id="262" idx="2"/>
          </p:cNvCxnSpPr>
          <p:nvPr/>
        </p:nvCxnSpPr>
        <p:spPr>
          <a:xfrm flipH="1" rot="10800000">
            <a:off x="4161401" y="2656521"/>
            <a:ext cx="196200" cy="1623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8" name="Google Shape;278;p15"/>
          <p:cNvCxnSpPr>
            <a:stCxn id="269" idx="1"/>
            <a:endCxn id="262" idx="2"/>
          </p:cNvCxnSpPr>
          <p:nvPr/>
        </p:nvCxnSpPr>
        <p:spPr>
          <a:xfrm rot="10800000">
            <a:off x="4357435" y="2656547"/>
            <a:ext cx="183000" cy="438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" name="Google Shape;279;p15"/>
          <p:cNvCxnSpPr>
            <a:stCxn id="273" idx="1"/>
            <a:endCxn id="262" idx="2"/>
          </p:cNvCxnSpPr>
          <p:nvPr/>
        </p:nvCxnSpPr>
        <p:spPr>
          <a:xfrm rot="10800000">
            <a:off x="4357651" y="2656631"/>
            <a:ext cx="180000" cy="2169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0" name="Google Shape;280;p15"/>
          <p:cNvCxnSpPr>
            <a:stCxn id="266" idx="3"/>
            <a:endCxn id="262" idx="2"/>
          </p:cNvCxnSpPr>
          <p:nvPr/>
        </p:nvCxnSpPr>
        <p:spPr>
          <a:xfrm flipH="1" rot="10800000">
            <a:off x="4161401" y="2656521"/>
            <a:ext cx="196200" cy="2834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1" name="Google Shape;281;p15"/>
          <p:cNvCxnSpPr>
            <a:stCxn id="274" idx="1"/>
            <a:endCxn id="262" idx="2"/>
          </p:cNvCxnSpPr>
          <p:nvPr/>
        </p:nvCxnSpPr>
        <p:spPr>
          <a:xfrm rot="10800000">
            <a:off x="4357650" y="2656441"/>
            <a:ext cx="180000" cy="267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2" name="Google Shape;282;p15"/>
          <p:cNvSpPr/>
          <p:nvPr/>
        </p:nvSpPr>
        <p:spPr>
          <a:xfrm>
            <a:off x="6197963" y="2202988"/>
            <a:ext cx="148211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Soluciones TI Distribucion</a:t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6258272" y="2856772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Distribucion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6320752" y="3364782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Analista Soluciones TI</a:t>
            </a:r>
            <a:endParaRPr/>
          </a:p>
        </p:txBody>
      </p:sp>
      <p:cxnSp>
        <p:nvCxnSpPr>
          <p:cNvPr id="285" name="Google Shape;285;p15"/>
          <p:cNvCxnSpPr>
            <a:stCxn id="284" idx="0"/>
            <a:endCxn id="283" idx="2"/>
          </p:cNvCxnSpPr>
          <p:nvPr/>
        </p:nvCxnSpPr>
        <p:spPr>
          <a:xfrm rot="10800000">
            <a:off x="6939019" y="3310482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6" name="Google Shape;286;p15"/>
          <p:cNvSpPr/>
          <p:nvPr/>
        </p:nvSpPr>
        <p:spPr>
          <a:xfrm>
            <a:off x="6258273" y="389292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Distribucion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6258273" y="438462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Distribucion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6258273" y="487632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Distribucion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6258272" y="536802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6258272" y="585972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6258272" y="635142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 </a:t>
            </a:r>
            <a:endParaRPr/>
          </a:p>
        </p:txBody>
      </p:sp>
      <p:cxnSp>
        <p:nvCxnSpPr>
          <p:cNvPr id="292" name="Google Shape;292;p15"/>
          <p:cNvCxnSpPr>
            <a:stCxn id="282" idx="2"/>
            <a:endCxn id="283" idx="0"/>
          </p:cNvCxnSpPr>
          <p:nvPr/>
        </p:nvCxnSpPr>
        <p:spPr>
          <a:xfrm>
            <a:off x="6939018" y="2656589"/>
            <a:ext cx="0" cy="20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3" name="Google Shape;293;p15"/>
          <p:cNvSpPr/>
          <p:nvPr/>
        </p:nvSpPr>
        <p:spPr>
          <a:xfrm>
            <a:off x="8161149" y="2205287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Mercaderias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8223629" y="2713297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295" name="Google Shape;295;p15"/>
          <p:cNvCxnSpPr>
            <a:stCxn id="294" idx="0"/>
            <a:endCxn id="293" idx="2"/>
          </p:cNvCxnSpPr>
          <p:nvPr/>
        </p:nvCxnSpPr>
        <p:spPr>
          <a:xfrm rot="10800000">
            <a:off x="8841896" y="2658997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6" name="Google Shape;296;p15"/>
          <p:cNvSpPr/>
          <p:nvPr/>
        </p:nvSpPr>
        <p:spPr>
          <a:xfrm>
            <a:off x="9769385" y="2203998"/>
            <a:ext cx="136149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TPO EDI </a:t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9831865" y="2712008"/>
            <a:ext cx="1236534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Coordinador Soluciones TI</a:t>
            </a:r>
            <a:endParaRPr/>
          </a:p>
        </p:txBody>
      </p:sp>
      <p:cxnSp>
        <p:nvCxnSpPr>
          <p:cNvPr id="298" name="Google Shape;298;p15"/>
          <p:cNvCxnSpPr>
            <a:stCxn id="297" idx="0"/>
            <a:endCxn id="296" idx="2"/>
          </p:cNvCxnSpPr>
          <p:nvPr/>
        </p:nvCxnSpPr>
        <p:spPr>
          <a:xfrm rot="10800000">
            <a:off x="10450132" y="2657708"/>
            <a:ext cx="0" cy="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" name="Google Shape;299;p15"/>
          <p:cNvCxnSpPr>
            <a:stCxn id="250" idx="0"/>
            <a:endCxn id="247" idx="2"/>
          </p:cNvCxnSpPr>
          <p:nvPr/>
        </p:nvCxnSpPr>
        <p:spPr>
          <a:xfrm rot="-5400000">
            <a:off x="4230112" y="-499712"/>
            <a:ext cx="355800" cy="5049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0" name="Google Shape;300;p15"/>
          <p:cNvCxnSpPr>
            <a:stCxn id="262" idx="0"/>
            <a:endCxn id="247" idx="2"/>
          </p:cNvCxnSpPr>
          <p:nvPr/>
        </p:nvCxnSpPr>
        <p:spPr>
          <a:xfrm rot="-5400000">
            <a:off x="5467415" y="737338"/>
            <a:ext cx="355800" cy="257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1" name="Google Shape;301;p15"/>
          <p:cNvCxnSpPr>
            <a:stCxn id="282" idx="0"/>
            <a:endCxn id="247" idx="2"/>
          </p:cNvCxnSpPr>
          <p:nvPr/>
        </p:nvCxnSpPr>
        <p:spPr>
          <a:xfrm flipH="1" rot="5400000">
            <a:off x="6758118" y="2022088"/>
            <a:ext cx="355800" cy="6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2" name="Google Shape;302;p15"/>
          <p:cNvCxnSpPr>
            <a:stCxn id="293" idx="0"/>
            <a:endCxn id="247" idx="2"/>
          </p:cNvCxnSpPr>
          <p:nvPr/>
        </p:nvCxnSpPr>
        <p:spPr>
          <a:xfrm flipH="1" rot="5400000">
            <a:off x="7708346" y="1071737"/>
            <a:ext cx="358200" cy="190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3" name="Google Shape;303;p15"/>
          <p:cNvCxnSpPr>
            <a:stCxn id="296" idx="0"/>
            <a:endCxn id="247" idx="2"/>
          </p:cNvCxnSpPr>
          <p:nvPr/>
        </p:nvCxnSpPr>
        <p:spPr>
          <a:xfrm flipH="1" rot="5400000">
            <a:off x="8513182" y="267048"/>
            <a:ext cx="356700" cy="3517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4" name="Google Shape;304;p15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Soluciones BackOffice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5043557" y="1704350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5098226" y="2298768"/>
            <a:ext cx="16088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Soluciones Back Office</a:t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5482453" y="3081585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</a:t>
            </a: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RH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5889594" y="3816943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5889594" y="4318593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5889594" y="4820243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5889594" y="5321893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3508119" y="3081585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FAST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7541840" y="3080416"/>
            <a:ext cx="147923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Finanzas Ingresos</a:t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7833876" y="3604694"/>
            <a:ext cx="140244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9510845" y="3080415"/>
            <a:ext cx="1479232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 </a:t>
            </a: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Fiscal Cumplimiento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3783344" y="3816943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3786731" y="4325011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1488459" y="3081585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TPO</a:t>
            </a: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Automatizacion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1711627" y="4176557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1711627" y="3668812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9838200" y="4122415"/>
            <a:ext cx="13742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9820700" y="3604694"/>
            <a:ext cx="1391728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3802003" y="4830247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16"/>
          <p:cNvCxnSpPr>
            <a:stCxn id="310" idx="2"/>
            <a:endCxn id="311" idx="0"/>
          </p:cNvCxnSpPr>
          <p:nvPr/>
        </p:nvCxnSpPr>
        <p:spPr>
          <a:xfrm>
            <a:off x="5902646" y="2157950"/>
            <a:ext cx="0" cy="140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0" name="Google Shape;330;p16"/>
          <p:cNvCxnSpPr>
            <a:stCxn id="323" idx="0"/>
            <a:endCxn id="311" idx="2"/>
          </p:cNvCxnSpPr>
          <p:nvPr/>
        </p:nvCxnSpPr>
        <p:spPr>
          <a:xfrm rot="-5400000">
            <a:off x="3901564" y="1080435"/>
            <a:ext cx="329100" cy="3673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1" name="Google Shape;331;p16"/>
          <p:cNvCxnSpPr>
            <a:stCxn id="317" idx="0"/>
            <a:endCxn id="311" idx="2"/>
          </p:cNvCxnSpPr>
          <p:nvPr/>
        </p:nvCxnSpPr>
        <p:spPr>
          <a:xfrm rot="-5400000">
            <a:off x="4911424" y="2090235"/>
            <a:ext cx="329100" cy="1653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2" name="Google Shape;332;p16"/>
          <p:cNvCxnSpPr>
            <a:stCxn id="312" idx="0"/>
            <a:endCxn id="311" idx="2"/>
          </p:cNvCxnSpPr>
          <p:nvPr/>
        </p:nvCxnSpPr>
        <p:spPr>
          <a:xfrm flipH="1" rot="5400000">
            <a:off x="5898458" y="2756535"/>
            <a:ext cx="329100" cy="32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3" name="Google Shape;333;p16"/>
          <p:cNvCxnSpPr>
            <a:stCxn id="321" idx="1"/>
          </p:cNvCxnSpPr>
          <p:nvPr/>
        </p:nvCxnSpPr>
        <p:spPr>
          <a:xfrm rot="10800000">
            <a:off x="3577244" y="3535243"/>
            <a:ext cx="206100" cy="508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4" name="Google Shape;334;p16"/>
          <p:cNvCxnSpPr>
            <a:endCxn id="313" idx="1"/>
          </p:cNvCxnSpPr>
          <p:nvPr/>
        </p:nvCxnSpPr>
        <p:spPr>
          <a:xfrm flipH="1" rot="-5400000">
            <a:off x="5508894" y="3663043"/>
            <a:ext cx="508500" cy="252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5" name="Google Shape;335;p16"/>
          <p:cNvCxnSpPr>
            <a:stCxn id="314" idx="1"/>
          </p:cNvCxnSpPr>
          <p:nvPr/>
        </p:nvCxnSpPr>
        <p:spPr>
          <a:xfrm rot="10800000">
            <a:off x="5636694" y="3653493"/>
            <a:ext cx="252900" cy="891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6" name="Google Shape;336;p16"/>
          <p:cNvCxnSpPr>
            <a:stCxn id="315" idx="1"/>
          </p:cNvCxnSpPr>
          <p:nvPr/>
        </p:nvCxnSpPr>
        <p:spPr>
          <a:xfrm rot="10800000">
            <a:off x="5636694" y="3535043"/>
            <a:ext cx="252900" cy="151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7" name="Google Shape;337;p16"/>
          <p:cNvCxnSpPr>
            <a:stCxn id="316" idx="1"/>
          </p:cNvCxnSpPr>
          <p:nvPr/>
        </p:nvCxnSpPr>
        <p:spPr>
          <a:xfrm rot="10800000">
            <a:off x="5636694" y="3535093"/>
            <a:ext cx="252900" cy="2013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8" name="Google Shape;338;p16"/>
          <p:cNvCxnSpPr>
            <a:stCxn id="322" idx="1"/>
          </p:cNvCxnSpPr>
          <p:nvPr/>
        </p:nvCxnSpPr>
        <p:spPr>
          <a:xfrm rot="10800000">
            <a:off x="3577331" y="3535112"/>
            <a:ext cx="209400" cy="1016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9" name="Google Shape;339;p16"/>
          <p:cNvCxnSpPr>
            <a:stCxn id="318" idx="0"/>
            <a:endCxn id="311" idx="2"/>
          </p:cNvCxnSpPr>
          <p:nvPr/>
        </p:nvCxnSpPr>
        <p:spPr>
          <a:xfrm flipH="1" rot="5400000">
            <a:off x="6928156" y="1727116"/>
            <a:ext cx="327900" cy="2378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0" name="Google Shape;340;p16"/>
          <p:cNvCxnSpPr>
            <a:stCxn id="320" idx="0"/>
            <a:endCxn id="311" idx="2"/>
          </p:cNvCxnSpPr>
          <p:nvPr/>
        </p:nvCxnSpPr>
        <p:spPr>
          <a:xfrm flipH="1" rot="5400000">
            <a:off x="7912561" y="742515"/>
            <a:ext cx="327900" cy="4347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1" name="Google Shape;341;p16"/>
          <p:cNvSpPr/>
          <p:nvPr/>
        </p:nvSpPr>
        <p:spPr>
          <a:xfrm>
            <a:off x="7855147" y="4122413"/>
            <a:ext cx="1391728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i="0" lang="es-MX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</a:t>
            </a:r>
            <a:r>
              <a:rPr b="1" lang="es-MX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Soluciones TI</a:t>
            </a:r>
            <a:endParaRPr b="1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16"/>
          <p:cNvCxnSpPr>
            <a:stCxn id="325" idx="1"/>
          </p:cNvCxnSpPr>
          <p:nvPr/>
        </p:nvCxnSpPr>
        <p:spPr>
          <a:xfrm rot="10800000">
            <a:off x="1597327" y="3534113"/>
            <a:ext cx="114300" cy="361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3" name="Google Shape;343;p16"/>
          <p:cNvCxnSpPr>
            <a:stCxn id="328" idx="1"/>
          </p:cNvCxnSpPr>
          <p:nvPr/>
        </p:nvCxnSpPr>
        <p:spPr>
          <a:xfrm rot="10800000">
            <a:off x="3577303" y="3561548"/>
            <a:ext cx="224700" cy="1495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4" name="Google Shape;344;p16"/>
          <p:cNvCxnSpPr>
            <a:stCxn id="324" idx="1"/>
          </p:cNvCxnSpPr>
          <p:nvPr/>
        </p:nvCxnSpPr>
        <p:spPr>
          <a:xfrm rot="10800000">
            <a:off x="1600927" y="3533957"/>
            <a:ext cx="110700" cy="869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5" name="Google Shape;345;p16"/>
          <p:cNvCxnSpPr>
            <a:stCxn id="319" idx="1"/>
          </p:cNvCxnSpPr>
          <p:nvPr/>
        </p:nvCxnSpPr>
        <p:spPr>
          <a:xfrm rot="10800000">
            <a:off x="7665576" y="3533895"/>
            <a:ext cx="168300" cy="297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6" name="Google Shape;346;p16"/>
          <p:cNvCxnSpPr>
            <a:stCxn id="341" idx="1"/>
          </p:cNvCxnSpPr>
          <p:nvPr/>
        </p:nvCxnSpPr>
        <p:spPr>
          <a:xfrm rot="10800000">
            <a:off x="7658047" y="3534114"/>
            <a:ext cx="197100" cy="815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7" name="Google Shape;347;p16"/>
          <p:cNvCxnSpPr>
            <a:stCxn id="327" idx="1"/>
          </p:cNvCxnSpPr>
          <p:nvPr/>
        </p:nvCxnSpPr>
        <p:spPr>
          <a:xfrm rot="10800000">
            <a:off x="9612500" y="3533895"/>
            <a:ext cx="208200" cy="297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8" name="Google Shape;348;p16"/>
          <p:cNvCxnSpPr>
            <a:stCxn id="326" idx="1"/>
          </p:cNvCxnSpPr>
          <p:nvPr/>
        </p:nvCxnSpPr>
        <p:spPr>
          <a:xfrm rot="10800000">
            <a:off x="9623700" y="3534116"/>
            <a:ext cx="214500" cy="815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9" name="Google Shape;349;p16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Soluciones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3328509" y="365443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Desarrollo Soluciones CDS</a:t>
            </a:r>
            <a:endParaRPr/>
          </a:p>
        </p:txBody>
      </p:sp>
      <p:sp>
        <p:nvSpPr>
          <p:cNvPr id="356" name="Google Shape;356;p18"/>
          <p:cNvSpPr/>
          <p:nvPr/>
        </p:nvSpPr>
        <p:spPr>
          <a:xfrm>
            <a:off x="5229820" y="365443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Diseño Técnico BackOffice</a:t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7331220" y="365443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Gernte Area Desarrollo Soluciones Customer y Digital</a:t>
            </a:r>
            <a:endParaRPr/>
          </a:p>
        </p:txBody>
      </p:sp>
      <p:sp>
        <p:nvSpPr>
          <p:cNvPr id="358" name="Google Shape;358;p18"/>
          <p:cNvSpPr/>
          <p:nvPr/>
        </p:nvSpPr>
        <p:spPr>
          <a:xfrm>
            <a:off x="9306962" y="365443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Desarrollo Soluciones Staff Ingenieria</a:t>
            </a:r>
            <a:endParaRPr/>
          </a:p>
        </p:txBody>
      </p:sp>
      <p:cxnSp>
        <p:nvCxnSpPr>
          <p:cNvPr id="359" name="Google Shape;359;p18"/>
          <p:cNvCxnSpPr/>
          <p:nvPr/>
        </p:nvCxnSpPr>
        <p:spPr>
          <a:xfrm flipH="1">
            <a:off x="5971648" y="2748885"/>
            <a:ext cx="780" cy="17200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0" name="Google Shape;360;p18"/>
          <p:cNvSpPr/>
          <p:nvPr/>
        </p:nvSpPr>
        <p:spPr>
          <a:xfrm>
            <a:off x="5207692" y="2879507"/>
            <a:ext cx="1529472" cy="47338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sp>
        <p:nvSpPr>
          <p:cNvPr id="361" name="Google Shape;361;p18"/>
          <p:cNvSpPr/>
          <p:nvPr/>
        </p:nvSpPr>
        <p:spPr>
          <a:xfrm>
            <a:off x="5112559" y="2295284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362" name="Google Shape;362;p18"/>
          <p:cNvSpPr/>
          <p:nvPr/>
        </p:nvSpPr>
        <p:spPr>
          <a:xfrm>
            <a:off x="1427198" y="3654430"/>
            <a:ext cx="1482110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Desarrollo Soluciones Tienda y Comercial</a:t>
            </a:r>
            <a:endParaRPr/>
          </a:p>
        </p:txBody>
      </p:sp>
      <p:cxnSp>
        <p:nvCxnSpPr>
          <p:cNvPr id="363" name="Google Shape;363;p18"/>
          <p:cNvCxnSpPr>
            <a:stCxn id="362" idx="0"/>
            <a:endCxn id="360" idx="2"/>
          </p:cNvCxnSpPr>
          <p:nvPr/>
        </p:nvCxnSpPr>
        <p:spPr>
          <a:xfrm rot="-5400000">
            <a:off x="3919653" y="1601530"/>
            <a:ext cx="301500" cy="380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" name="Google Shape;364;p18"/>
          <p:cNvCxnSpPr>
            <a:stCxn id="358" idx="0"/>
            <a:endCxn id="360" idx="2"/>
          </p:cNvCxnSpPr>
          <p:nvPr/>
        </p:nvCxnSpPr>
        <p:spPr>
          <a:xfrm flipH="1" rot="5400000">
            <a:off x="7859517" y="1465930"/>
            <a:ext cx="301500" cy="407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18"/>
          <p:cNvCxnSpPr>
            <a:stCxn id="357" idx="0"/>
            <a:endCxn id="360" idx="2"/>
          </p:cNvCxnSpPr>
          <p:nvPr/>
        </p:nvCxnSpPr>
        <p:spPr>
          <a:xfrm flipH="1" rot="5400000">
            <a:off x="6871675" y="2453830"/>
            <a:ext cx="301500" cy="2099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6" name="Google Shape;366;p18"/>
          <p:cNvCxnSpPr>
            <a:stCxn id="355" idx="0"/>
            <a:endCxn id="360" idx="2"/>
          </p:cNvCxnSpPr>
          <p:nvPr/>
        </p:nvCxnSpPr>
        <p:spPr>
          <a:xfrm rot="-5400000">
            <a:off x="4870264" y="2552230"/>
            <a:ext cx="301500" cy="1902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7" name="Google Shape;367;p18"/>
          <p:cNvCxnSpPr>
            <a:stCxn id="356" idx="0"/>
            <a:endCxn id="360" idx="2"/>
          </p:cNvCxnSpPr>
          <p:nvPr/>
        </p:nvCxnSpPr>
        <p:spPr>
          <a:xfrm rot="-5400000">
            <a:off x="5820875" y="3502930"/>
            <a:ext cx="301500" cy="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8" name="Google Shape;368;p18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Soluciones Tienda y Comercial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514612" y="2330865"/>
            <a:ext cx="1332056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DNO</a:t>
            </a:r>
            <a:endParaRPr/>
          </a:p>
        </p:txBody>
      </p:sp>
      <p:sp>
        <p:nvSpPr>
          <p:cNvPr id="375" name="Google Shape;375;p20"/>
          <p:cNvSpPr/>
          <p:nvPr/>
        </p:nvSpPr>
        <p:spPr>
          <a:xfrm>
            <a:off x="2364416" y="2330865"/>
            <a:ext cx="135473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Servicios XPOS</a:t>
            </a:r>
            <a:endParaRPr/>
          </a:p>
        </p:txBody>
      </p:sp>
      <p:sp>
        <p:nvSpPr>
          <p:cNvPr id="376" name="Google Shape;376;p20"/>
          <p:cNvSpPr/>
          <p:nvPr/>
        </p:nvSpPr>
        <p:spPr>
          <a:xfrm>
            <a:off x="4391188" y="2330865"/>
            <a:ext cx="1361493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Diseño Técnico Servicios Electronicos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8100938" y="2330865"/>
            <a:ext cx="1361493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Mantenimiento XPOS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</a:pPr>
            <a:r>
              <a:t/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2559526" y="2885757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2559525" y="3354742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2559525" y="3823727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689311" y="2839932"/>
            <a:ext cx="12340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689311" y="3332765"/>
            <a:ext cx="12340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689310" y="3801750"/>
            <a:ext cx="12340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689309" y="4270735"/>
            <a:ext cx="123404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4649107" y="2843220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4645557" y="3336554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4652658" y="3818662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4652657" y="4311996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2559525" y="5316967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2561499" y="4331477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2561499" y="4826295"/>
            <a:ext cx="1233099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8296909" y="2861275"/>
            <a:ext cx="1237844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Mantenimiento XPOS</a:t>
            </a:r>
            <a:endParaRPr/>
          </a:p>
        </p:txBody>
      </p:sp>
      <p:sp>
        <p:nvSpPr>
          <p:cNvPr id="393" name="Google Shape;393;p20"/>
          <p:cNvSpPr/>
          <p:nvPr/>
        </p:nvSpPr>
        <p:spPr>
          <a:xfrm>
            <a:off x="8296908" y="3353590"/>
            <a:ext cx="1237844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Bases Datos XPOS</a:t>
            </a:r>
            <a:endParaRPr b="0" i="1" sz="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20"/>
          <p:cNvCxnSpPr>
            <a:stCxn id="381" idx="1"/>
          </p:cNvCxnSpPr>
          <p:nvPr/>
        </p:nvCxnSpPr>
        <p:spPr>
          <a:xfrm rot="10800000">
            <a:off x="586111" y="2780533"/>
            <a:ext cx="103200" cy="28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5" name="Google Shape;395;p20"/>
          <p:cNvCxnSpPr>
            <a:stCxn id="382" idx="1"/>
          </p:cNvCxnSpPr>
          <p:nvPr/>
        </p:nvCxnSpPr>
        <p:spPr>
          <a:xfrm rot="10800000">
            <a:off x="578611" y="2872566"/>
            <a:ext cx="110700" cy="687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6" name="Google Shape;396;p20"/>
          <p:cNvCxnSpPr>
            <a:stCxn id="383" idx="1"/>
          </p:cNvCxnSpPr>
          <p:nvPr/>
        </p:nvCxnSpPr>
        <p:spPr>
          <a:xfrm rot="10800000">
            <a:off x="571710" y="3066750"/>
            <a:ext cx="117600" cy="961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7" name="Google Shape;397;p20"/>
          <p:cNvCxnSpPr>
            <a:stCxn id="384" idx="1"/>
          </p:cNvCxnSpPr>
          <p:nvPr/>
        </p:nvCxnSpPr>
        <p:spPr>
          <a:xfrm rot="10800000">
            <a:off x="575309" y="3574736"/>
            <a:ext cx="114000" cy="922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8" name="Google Shape;398;p20"/>
          <p:cNvCxnSpPr/>
          <p:nvPr/>
        </p:nvCxnSpPr>
        <p:spPr>
          <a:xfrm flipH="1" rot="5400000">
            <a:off x="2350577" y="2871051"/>
            <a:ext cx="299700" cy="118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9" name="Google Shape;399;p20"/>
          <p:cNvCxnSpPr>
            <a:stCxn id="380" idx="1"/>
          </p:cNvCxnSpPr>
          <p:nvPr/>
        </p:nvCxnSpPr>
        <p:spPr>
          <a:xfrm rot="10800000">
            <a:off x="2441325" y="2779428"/>
            <a:ext cx="118200" cy="127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0" name="Google Shape;400;p20"/>
          <p:cNvSpPr/>
          <p:nvPr/>
        </p:nvSpPr>
        <p:spPr>
          <a:xfrm>
            <a:off x="5586388" y="1134007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sp>
        <p:nvSpPr>
          <p:cNvPr id="401" name="Google Shape;401;p20"/>
          <p:cNvSpPr/>
          <p:nvPr/>
        </p:nvSpPr>
        <p:spPr>
          <a:xfrm>
            <a:off x="5649754" y="1653583"/>
            <a:ext cx="1482109" cy="45828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Desarrollo Soluciones Tienda y Comercial</a:t>
            </a:r>
            <a:endParaRPr/>
          </a:p>
        </p:txBody>
      </p:sp>
      <p:cxnSp>
        <p:nvCxnSpPr>
          <p:cNvPr id="402" name="Google Shape;402;p20"/>
          <p:cNvCxnSpPr>
            <a:stCxn id="400" idx="2"/>
            <a:endCxn id="401" idx="0"/>
          </p:cNvCxnSpPr>
          <p:nvPr/>
        </p:nvCxnSpPr>
        <p:spPr>
          <a:xfrm>
            <a:off x="6390808" y="1587607"/>
            <a:ext cx="0" cy="6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3" name="Google Shape;403;p20"/>
          <p:cNvSpPr/>
          <p:nvPr/>
        </p:nvSpPr>
        <p:spPr>
          <a:xfrm>
            <a:off x="10007683" y="2325679"/>
            <a:ext cx="1391631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Calidad</a:t>
            </a:r>
            <a:endParaRPr/>
          </a:p>
        </p:txBody>
      </p:sp>
      <p:sp>
        <p:nvSpPr>
          <p:cNvPr id="404" name="Google Shape;404;p20"/>
          <p:cNvSpPr/>
          <p:nvPr/>
        </p:nvSpPr>
        <p:spPr>
          <a:xfrm>
            <a:off x="10255194" y="2838819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sp>
        <p:nvSpPr>
          <p:cNvPr id="405" name="Google Shape;405;p20"/>
          <p:cNvSpPr/>
          <p:nvPr/>
        </p:nvSpPr>
        <p:spPr>
          <a:xfrm>
            <a:off x="10255195" y="3320174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10255195" y="3801529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cxnSp>
        <p:nvCxnSpPr>
          <p:cNvPr id="407" name="Google Shape;407;p20"/>
          <p:cNvCxnSpPr>
            <a:stCxn id="390" idx="1"/>
          </p:cNvCxnSpPr>
          <p:nvPr/>
        </p:nvCxnSpPr>
        <p:spPr>
          <a:xfrm rot="10800000">
            <a:off x="2441199" y="2952378"/>
            <a:ext cx="120300" cy="1605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8" name="Google Shape;408;p20"/>
          <p:cNvCxnSpPr>
            <a:stCxn id="391" idx="1"/>
          </p:cNvCxnSpPr>
          <p:nvPr/>
        </p:nvCxnSpPr>
        <p:spPr>
          <a:xfrm rot="10800000">
            <a:off x="2441199" y="2992996"/>
            <a:ext cx="120300" cy="206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9" name="Google Shape;409;p20"/>
          <p:cNvCxnSpPr>
            <a:stCxn id="389" idx="1"/>
          </p:cNvCxnSpPr>
          <p:nvPr/>
        </p:nvCxnSpPr>
        <p:spPr>
          <a:xfrm rot="10800000">
            <a:off x="2441325" y="2940668"/>
            <a:ext cx="118200" cy="2603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0" name="Google Shape;410;p20"/>
          <p:cNvSpPr/>
          <p:nvPr/>
        </p:nvSpPr>
        <p:spPr>
          <a:xfrm>
            <a:off x="8303183" y="3858397"/>
            <a:ext cx="123156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6550577" y="283359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6550578" y="332296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20"/>
          <p:cNvCxnSpPr>
            <a:endCxn id="411" idx="1"/>
          </p:cNvCxnSpPr>
          <p:nvPr/>
        </p:nvCxnSpPr>
        <p:spPr>
          <a:xfrm flipH="1" rot="-5400000">
            <a:off x="6360677" y="2870499"/>
            <a:ext cx="268200" cy="111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4" name="Google Shape;414;p20"/>
          <p:cNvCxnSpPr>
            <a:endCxn id="412" idx="1"/>
          </p:cNvCxnSpPr>
          <p:nvPr/>
        </p:nvCxnSpPr>
        <p:spPr>
          <a:xfrm flipH="1" rot="-5400000">
            <a:off x="6132828" y="3132014"/>
            <a:ext cx="729900" cy="105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5" name="Google Shape;415;p20"/>
          <p:cNvSpPr/>
          <p:nvPr/>
        </p:nvSpPr>
        <p:spPr>
          <a:xfrm>
            <a:off x="6550577" y="3812329"/>
            <a:ext cx="1283190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6550576" y="4787175"/>
            <a:ext cx="1273397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6550576" y="5274598"/>
            <a:ext cx="1273397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6550576" y="4299752"/>
            <a:ext cx="1273397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20"/>
          <p:cNvCxnSpPr>
            <a:stCxn id="415" idx="1"/>
          </p:cNvCxnSpPr>
          <p:nvPr/>
        </p:nvCxnSpPr>
        <p:spPr>
          <a:xfrm rot="10800000">
            <a:off x="6438977" y="2801330"/>
            <a:ext cx="111600" cy="1237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0" name="Google Shape;420;p20"/>
          <p:cNvCxnSpPr>
            <a:stCxn id="418" idx="1"/>
          </p:cNvCxnSpPr>
          <p:nvPr/>
        </p:nvCxnSpPr>
        <p:spPr>
          <a:xfrm rot="10800000">
            <a:off x="6438976" y="2907753"/>
            <a:ext cx="111600" cy="1618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1" name="Google Shape;421;p20"/>
          <p:cNvCxnSpPr>
            <a:stCxn id="416" idx="1"/>
          </p:cNvCxnSpPr>
          <p:nvPr/>
        </p:nvCxnSpPr>
        <p:spPr>
          <a:xfrm rot="10800000">
            <a:off x="6438976" y="3134475"/>
            <a:ext cx="111600" cy="1879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2" name="Google Shape;422;p20"/>
          <p:cNvCxnSpPr>
            <a:stCxn id="417" idx="1"/>
          </p:cNvCxnSpPr>
          <p:nvPr/>
        </p:nvCxnSpPr>
        <p:spPr>
          <a:xfrm rot="10800000">
            <a:off x="6438976" y="3060299"/>
            <a:ext cx="111600" cy="244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3" name="Google Shape;423;p20"/>
          <p:cNvSpPr/>
          <p:nvPr/>
        </p:nvSpPr>
        <p:spPr>
          <a:xfrm>
            <a:off x="6550576" y="576372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6390809" y="2330865"/>
            <a:ext cx="1361493" cy="4536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Diseño Técnico Cometa</a:t>
            </a:r>
            <a:endParaRPr/>
          </a:p>
        </p:txBody>
      </p:sp>
      <p:sp>
        <p:nvSpPr>
          <p:cNvPr id="425" name="Google Shape;425;p20"/>
          <p:cNvSpPr/>
          <p:nvPr/>
        </p:nvSpPr>
        <p:spPr>
          <a:xfrm>
            <a:off x="10255194" y="4311996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sp>
        <p:nvSpPr>
          <p:cNvPr id="426" name="Google Shape;426;p20"/>
          <p:cNvSpPr/>
          <p:nvPr/>
        </p:nvSpPr>
        <p:spPr>
          <a:xfrm>
            <a:off x="10255194" y="4826295"/>
            <a:ext cx="12674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Calidad</a:t>
            </a:r>
            <a:endParaRPr/>
          </a:p>
        </p:txBody>
      </p:sp>
      <p:cxnSp>
        <p:nvCxnSpPr>
          <p:cNvPr id="427" name="Google Shape;427;p20"/>
          <p:cNvCxnSpPr>
            <a:stCxn id="374" idx="0"/>
            <a:endCxn id="401" idx="2"/>
          </p:cNvCxnSpPr>
          <p:nvPr/>
        </p:nvCxnSpPr>
        <p:spPr>
          <a:xfrm rot="-5400000">
            <a:off x="3676190" y="-383685"/>
            <a:ext cx="219000" cy="5210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8" name="Google Shape;428;p20"/>
          <p:cNvCxnSpPr>
            <a:stCxn id="375" idx="0"/>
            <a:endCxn id="401" idx="2"/>
          </p:cNvCxnSpPr>
          <p:nvPr/>
        </p:nvCxnSpPr>
        <p:spPr>
          <a:xfrm rot="-5400000">
            <a:off x="4606731" y="546915"/>
            <a:ext cx="219000" cy="334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9" name="Google Shape;429;p20"/>
          <p:cNvCxnSpPr>
            <a:stCxn id="376" idx="0"/>
            <a:endCxn id="401" idx="2"/>
          </p:cNvCxnSpPr>
          <p:nvPr/>
        </p:nvCxnSpPr>
        <p:spPr>
          <a:xfrm rot="-5400000">
            <a:off x="5621835" y="1561965"/>
            <a:ext cx="219000" cy="1318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0" name="Google Shape;430;p20"/>
          <p:cNvCxnSpPr>
            <a:stCxn id="424" idx="0"/>
            <a:endCxn id="401" idx="2"/>
          </p:cNvCxnSpPr>
          <p:nvPr/>
        </p:nvCxnSpPr>
        <p:spPr>
          <a:xfrm flipH="1" rot="5400000">
            <a:off x="6621705" y="1881015"/>
            <a:ext cx="219000" cy="680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1" name="Google Shape;431;p20"/>
          <p:cNvCxnSpPr>
            <a:stCxn id="377" idx="0"/>
            <a:endCxn id="401" idx="2"/>
          </p:cNvCxnSpPr>
          <p:nvPr/>
        </p:nvCxnSpPr>
        <p:spPr>
          <a:xfrm flipH="1" rot="5400000">
            <a:off x="7476685" y="1025865"/>
            <a:ext cx="219000" cy="239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2" name="Google Shape;432;p20"/>
          <p:cNvCxnSpPr>
            <a:stCxn id="403" idx="0"/>
            <a:endCxn id="401" idx="2"/>
          </p:cNvCxnSpPr>
          <p:nvPr/>
        </p:nvCxnSpPr>
        <p:spPr>
          <a:xfrm flipH="1" rot="5400000">
            <a:off x="8440149" y="62329"/>
            <a:ext cx="213900" cy="4312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3" name="Google Shape;433;p20"/>
          <p:cNvCxnSpPr>
            <a:stCxn id="385" idx="1"/>
          </p:cNvCxnSpPr>
          <p:nvPr/>
        </p:nvCxnSpPr>
        <p:spPr>
          <a:xfrm rot="10800000">
            <a:off x="4500907" y="2792221"/>
            <a:ext cx="148200" cy="277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4" name="Google Shape;434;p20"/>
          <p:cNvCxnSpPr>
            <a:stCxn id="386" idx="1"/>
          </p:cNvCxnSpPr>
          <p:nvPr/>
        </p:nvCxnSpPr>
        <p:spPr>
          <a:xfrm rot="10800000">
            <a:off x="4500957" y="2952255"/>
            <a:ext cx="144600" cy="61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5" name="Google Shape;435;p20"/>
          <p:cNvCxnSpPr>
            <a:stCxn id="387" idx="1"/>
          </p:cNvCxnSpPr>
          <p:nvPr/>
        </p:nvCxnSpPr>
        <p:spPr>
          <a:xfrm rot="10800000">
            <a:off x="4500858" y="3574763"/>
            <a:ext cx="151800" cy="470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6" name="Google Shape;436;p20"/>
          <p:cNvCxnSpPr>
            <a:stCxn id="388" idx="1"/>
          </p:cNvCxnSpPr>
          <p:nvPr/>
        </p:nvCxnSpPr>
        <p:spPr>
          <a:xfrm rot="10800000">
            <a:off x="4500857" y="3931897"/>
            <a:ext cx="151800" cy="60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7" name="Google Shape;437;p20"/>
          <p:cNvCxnSpPr>
            <a:stCxn id="392" idx="1"/>
          </p:cNvCxnSpPr>
          <p:nvPr/>
        </p:nvCxnSpPr>
        <p:spPr>
          <a:xfrm rot="10800000">
            <a:off x="8206609" y="2791976"/>
            <a:ext cx="90300" cy="296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8" name="Google Shape;438;p20"/>
          <p:cNvCxnSpPr>
            <a:stCxn id="393" idx="1"/>
          </p:cNvCxnSpPr>
          <p:nvPr/>
        </p:nvCxnSpPr>
        <p:spPr>
          <a:xfrm rot="10800000">
            <a:off x="8214408" y="3070091"/>
            <a:ext cx="82500" cy="510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9" name="Google Shape;439;p20"/>
          <p:cNvCxnSpPr>
            <a:stCxn id="410" idx="1"/>
          </p:cNvCxnSpPr>
          <p:nvPr/>
        </p:nvCxnSpPr>
        <p:spPr>
          <a:xfrm rot="10800000">
            <a:off x="8206883" y="3429096"/>
            <a:ext cx="96300" cy="656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0" name="Google Shape;440;p20"/>
          <p:cNvCxnSpPr>
            <a:stCxn id="404" idx="1"/>
          </p:cNvCxnSpPr>
          <p:nvPr/>
        </p:nvCxnSpPr>
        <p:spPr>
          <a:xfrm rot="10800000">
            <a:off x="10127094" y="2779419"/>
            <a:ext cx="128100" cy="28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1" name="Google Shape;441;p20"/>
          <p:cNvCxnSpPr>
            <a:stCxn id="405" idx="1"/>
          </p:cNvCxnSpPr>
          <p:nvPr/>
        </p:nvCxnSpPr>
        <p:spPr>
          <a:xfrm rot="10800000">
            <a:off x="10134595" y="3060374"/>
            <a:ext cx="120600" cy="486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2" name="Google Shape;442;p20"/>
          <p:cNvCxnSpPr>
            <a:stCxn id="406" idx="1"/>
          </p:cNvCxnSpPr>
          <p:nvPr/>
        </p:nvCxnSpPr>
        <p:spPr>
          <a:xfrm rot="10800000">
            <a:off x="10134595" y="3428929"/>
            <a:ext cx="120600" cy="599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3" name="Google Shape;443;p20"/>
          <p:cNvCxnSpPr>
            <a:stCxn id="425" idx="1"/>
          </p:cNvCxnSpPr>
          <p:nvPr/>
        </p:nvCxnSpPr>
        <p:spPr>
          <a:xfrm rot="10800000">
            <a:off x="10134594" y="3931896"/>
            <a:ext cx="120600" cy="60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4" name="Google Shape;444;p20"/>
          <p:cNvCxnSpPr>
            <a:stCxn id="426" idx="1"/>
          </p:cNvCxnSpPr>
          <p:nvPr/>
        </p:nvCxnSpPr>
        <p:spPr>
          <a:xfrm rot="10800000">
            <a:off x="10134594" y="4526595"/>
            <a:ext cx="120600" cy="526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" name="Google Shape;445;p20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cxnSp>
        <p:nvCxnSpPr>
          <p:cNvPr id="446" name="Google Shape;446;p20"/>
          <p:cNvCxnSpPr>
            <a:stCxn id="423" idx="1"/>
          </p:cNvCxnSpPr>
          <p:nvPr/>
        </p:nvCxnSpPr>
        <p:spPr>
          <a:xfrm rot="10800000">
            <a:off x="6438976" y="5053028"/>
            <a:ext cx="111600" cy="937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2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Soluciones CDS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5930073" y="2524296"/>
            <a:ext cx="1482109" cy="45828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Desarrollo Soluciones CDS</a:t>
            </a:r>
            <a:endParaRPr/>
          </a:p>
        </p:txBody>
      </p:sp>
      <p:cxnSp>
        <p:nvCxnSpPr>
          <p:cNvPr id="453" name="Google Shape;453;p22"/>
          <p:cNvCxnSpPr>
            <a:endCxn id="452" idx="0"/>
          </p:cNvCxnSpPr>
          <p:nvPr/>
        </p:nvCxnSpPr>
        <p:spPr>
          <a:xfrm>
            <a:off x="6671127" y="2416296"/>
            <a:ext cx="0" cy="108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p22"/>
          <p:cNvSpPr/>
          <p:nvPr/>
        </p:nvSpPr>
        <p:spPr>
          <a:xfrm>
            <a:off x="1923406" y="3777596"/>
            <a:ext cx="1236536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3829697" y="4272556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 </a:t>
            </a:r>
            <a:endParaRPr/>
          </a:p>
        </p:txBody>
      </p:sp>
      <p:sp>
        <p:nvSpPr>
          <p:cNvPr id="456" name="Google Shape;456;p22"/>
          <p:cNvSpPr/>
          <p:nvPr/>
        </p:nvSpPr>
        <p:spPr>
          <a:xfrm>
            <a:off x="3829698" y="3777596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 </a:t>
            </a:r>
            <a:endParaRPr/>
          </a:p>
        </p:txBody>
      </p:sp>
      <p:sp>
        <p:nvSpPr>
          <p:cNvPr id="457" name="Google Shape;457;p22"/>
          <p:cNvSpPr/>
          <p:nvPr/>
        </p:nvSpPr>
        <p:spPr>
          <a:xfrm>
            <a:off x="5612898" y="3770453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5856008" y="1960509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sp>
        <p:nvSpPr>
          <p:cNvPr id="459" name="Google Shape;459;p22"/>
          <p:cNvSpPr/>
          <p:nvPr/>
        </p:nvSpPr>
        <p:spPr>
          <a:xfrm>
            <a:off x="1634265" y="3247739"/>
            <a:ext cx="1361493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Mercaderias Axxon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3478607" y="3247739"/>
            <a:ext cx="1361493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Abasto</a:t>
            </a:r>
            <a:endParaRPr/>
          </a:p>
        </p:txBody>
      </p:sp>
      <p:sp>
        <p:nvSpPr>
          <p:cNvPr id="461" name="Google Shape;461;p22"/>
          <p:cNvSpPr/>
          <p:nvPr/>
        </p:nvSpPr>
        <p:spPr>
          <a:xfrm>
            <a:off x="5322949" y="3247739"/>
            <a:ext cx="1361493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CEDIS</a:t>
            </a:r>
            <a:endParaRPr/>
          </a:p>
        </p:txBody>
      </p:sp>
      <p:cxnSp>
        <p:nvCxnSpPr>
          <p:cNvPr id="462" name="Google Shape;462;p22"/>
          <p:cNvCxnSpPr>
            <a:stCxn id="459" idx="0"/>
            <a:endCxn id="452" idx="2"/>
          </p:cNvCxnSpPr>
          <p:nvPr/>
        </p:nvCxnSpPr>
        <p:spPr>
          <a:xfrm rot="-5400000">
            <a:off x="4360412" y="937139"/>
            <a:ext cx="265200" cy="4356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3" name="Google Shape;463;p22"/>
          <p:cNvCxnSpPr>
            <a:stCxn id="461" idx="0"/>
            <a:endCxn id="452" idx="2"/>
          </p:cNvCxnSpPr>
          <p:nvPr/>
        </p:nvCxnSpPr>
        <p:spPr>
          <a:xfrm rot="-5400000">
            <a:off x="6204846" y="2781389"/>
            <a:ext cx="265200" cy="667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4" name="Google Shape;464;p22"/>
          <p:cNvCxnSpPr>
            <a:stCxn id="460" idx="0"/>
            <a:endCxn id="452" idx="2"/>
          </p:cNvCxnSpPr>
          <p:nvPr/>
        </p:nvCxnSpPr>
        <p:spPr>
          <a:xfrm rot="-5400000">
            <a:off x="5282704" y="1859189"/>
            <a:ext cx="265200" cy="2511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5" name="Google Shape;465;p22"/>
          <p:cNvSpPr/>
          <p:nvPr/>
        </p:nvSpPr>
        <p:spPr>
          <a:xfrm>
            <a:off x="7167291" y="3268486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 </a:t>
            </a:r>
            <a:endParaRPr/>
          </a:p>
        </p:txBody>
      </p:sp>
      <p:sp>
        <p:nvSpPr>
          <p:cNvPr id="466" name="Google Shape;466;p22"/>
          <p:cNvSpPr/>
          <p:nvPr/>
        </p:nvSpPr>
        <p:spPr>
          <a:xfrm>
            <a:off x="8917580" y="3268486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Calidad</a:t>
            </a:r>
            <a:endParaRPr/>
          </a:p>
        </p:txBody>
      </p:sp>
      <p:cxnSp>
        <p:nvCxnSpPr>
          <p:cNvPr id="467" name="Google Shape;467;p22"/>
          <p:cNvCxnSpPr>
            <a:stCxn id="465" idx="0"/>
            <a:endCxn id="452" idx="2"/>
          </p:cNvCxnSpPr>
          <p:nvPr/>
        </p:nvCxnSpPr>
        <p:spPr>
          <a:xfrm flipH="1" rot="5400000">
            <a:off x="7093161" y="2560636"/>
            <a:ext cx="285900" cy="112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8" name="Google Shape;468;p22"/>
          <p:cNvCxnSpPr>
            <a:stCxn id="466" idx="0"/>
            <a:endCxn id="452" idx="2"/>
          </p:cNvCxnSpPr>
          <p:nvPr/>
        </p:nvCxnSpPr>
        <p:spPr>
          <a:xfrm flipH="1" rot="5400000">
            <a:off x="7968200" y="1685386"/>
            <a:ext cx="285900" cy="288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9" name="Google Shape;469;p22"/>
          <p:cNvCxnSpPr>
            <a:endCxn id="454" idx="1"/>
          </p:cNvCxnSpPr>
          <p:nvPr/>
        </p:nvCxnSpPr>
        <p:spPr>
          <a:xfrm flipH="1" rot="-5400000">
            <a:off x="1685206" y="3766196"/>
            <a:ext cx="303000" cy="17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0" name="Google Shape;470;p22"/>
          <p:cNvCxnSpPr>
            <a:endCxn id="456" idx="1"/>
          </p:cNvCxnSpPr>
          <p:nvPr/>
        </p:nvCxnSpPr>
        <p:spPr>
          <a:xfrm flipH="1" rot="-5400000">
            <a:off x="3584748" y="3759446"/>
            <a:ext cx="303000" cy="18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1" name="Google Shape;471;p22"/>
          <p:cNvCxnSpPr>
            <a:endCxn id="455" idx="1"/>
          </p:cNvCxnSpPr>
          <p:nvPr/>
        </p:nvCxnSpPr>
        <p:spPr>
          <a:xfrm flipH="1" rot="-5400000">
            <a:off x="3330197" y="3999856"/>
            <a:ext cx="812100" cy="18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2" name="Google Shape;472;p22"/>
          <p:cNvSpPr/>
          <p:nvPr/>
        </p:nvSpPr>
        <p:spPr>
          <a:xfrm>
            <a:off x="3829697" y="4767516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5613016" y="4274881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5612897" y="4777622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5" name="Google Shape;475;p22"/>
          <p:cNvCxnSpPr>
            <a:stCxn id="472" idx="1"/>
          </p:cNvCxnSpPr>
          <p:nvPr/>
        </p:nvCxnSpPr>
        <p:spPr>
          <a:xfrm rot="10800000">
            <a:off x="3642797" y="4499316"/>
            <a:ext cx="186900" cy="495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6" name="Google Shape;476;p22"/>
          <p:cNvSpPr/>
          <p:nvPr/>
        </p:nvSpPr>
        <p:spPr>
          <a:xfrm>
            <a:off x="5612896" y="5281275"/>
            <a:ext cx="123944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923406" y="4272556"/>
            <a:ext cx="1236536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8" name="Google Shape;478;p22"/>
          <p:cNvCxnSpPr>
            <a:stCxn id="457" idx="1"/>
          </p:cNvCxnSpPr>
          <p:nvPr/>
        </p:nvCxnSpPr>
        <p:spPr>
          <a:xfrm rot="10800000">
            <a:off x="5486298" y="3701453"/>
            <a:ext cx="126600" cy="295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9" name="Google Shape;479;p22"/>
          <p:cNvCxnSpPr>
            <a:stCxn id="473" idx="1"/>
          </p:cNvCxnSpPr>
          <p:nvPr/>
        </p:nvCxnSpPr>
        <p:spPr>
          <a:xfrm rot="10800000">
            <a:off x="5486416" y="3849181"/>
            <a:ext cx="126600" cy="652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0" name="Google Shape;480;p22"/>
          <p:cNvCxnSpPr>
            <a:stCxn id="477" idx="1"/>
          </p:cNvCxnSpPr>
          <p:nvPr/>
        </p:nvCxnSpPr>
        <p:spPr>
          <a:xfrm rot="10800000">
            <a:off x="1750006" y="3872056"/>
            <a:ext cx="173400" cy="627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1" name="Google Shape;481;p22"/>
          <p:cNvCxnSpPr>
            <a:stCxn id="474" idx="1"/>
          </p:cNvCxnSpPr>
          <p:nvPr/>
        </p:nvCxnSpPr>
        <p:spPr>
          <a:xfrm rot="10800000">
            <a:off x="5486297" y="4499222"/>
            <a:ext cx="126600" cy="505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2" name="Google Shape;482;p22"/>
          <p:cNvCxnSpPr>
            <a:stCxn id="476" idx="1"/>
          </p:cNvCxnSpPr>
          <p:nvPr/>
        </p:nvCxnSpPr>
        <p:spPr>
          <a:xfrm rot="10800000">
            <a:off x="5486296" y="4994175"/>
            <a:ext cx="126600" cy="513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3" name="Google Shape;483;p22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4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Soluciones Customer y Digital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9" name="Google Shape;489;p24"/>
          <p:cNvSpPr/>
          <p:nvPr/>
        </p:nvSpPr>
        <p:spPr>
          <a:xfrm>
            <a:off x="5071766" y="1422092"/>
            <a:ext cx="160884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sp>
        <p:nvSpPr>
          <p:cNvPr id="490" name="Google Shape;490;p24"/>
          <p:cNvSpPr/>
          <p:nvPr/>
        </p:nvSpPr>
        <p:spPr>
          <a:xfrm>
            <a:off x="5135131" y="1971005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Area Desarrollo Soluciones Customer y Digital</a:t>
            </a:r>
            <a:endParaRPr/>
          </a:p>
        </p:txBody>
      </p:sp>
      <p:sp>
        <p:nvSpPr>
          <p:cNvPr id="491" name="Google Shape;491;p24"/>
          <p:cNvSpPr/>
          <p:nvPr/>
        </p:nvSpPr>
        <p:spPr>
          <a:xfrm>
            <a:off x="359326" y="2684927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Customer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4"/>
          <p:cNvSpPr/>
          <p:nvPr/>
        </p:nvSpPr>
        <p:spPr>
          <a:xfrm>
            <a:off x="2065365" y="270452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DEI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4"/>
          <p:cNvSpPr/>
          <p:nvPr/>
        </p:nvSpPr>
        <p:spPr>
          <a:xfrm>
            <a:off x="3771404" y="270452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Digital</a:t>
            </a:r>
            <a:endParaRPr/>
          </a:p>
        </p:txBody>
      </p:sp>
      <p:cxnSp>
        <p:nvCxnSpPr>
          <p:cNvPr id="494" name="Google Shape;494;p24"/>
          <p:cNvCxnSpPr>
            <a:stCxn id="489" idx="2"/>
            <a:endCxn id="490" idx="0"/>
          </p:cNvCxnSpPr>
          <p:nvPr/>
        </p:nvCxnSpPr>
        <p:spPr>
          <a:xfrm>
            <a:off x="5876186" y="1877765"/>
            <a:ext cx="0" cy="9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5" name="Google Shape;495;p24"/>
          <p:cNvCxnSpPr>
            <a:stCxn id="490" idx="2"/>
            <a:endCxn id="491" idx="0"/>
          </p:cNvCxnSpPr>
          <p:nvPr/>
        </p:nvCxnSpPr>
        <p:spPr>
          <a:xfrm rot="5400000">
            <a:off x="3336536" y="145328"/>
            <a:ext cx="258300" cy="482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6" name="Google Shape;496;p24"/>
          <p:cNvCxnSpPr>
            <a:stCxn id="490" idx="2"/>
            <a:endCxn id="492" idx="0"/>
          </p:cNvCxnSpPr>
          <p:nvPr/>
        </p:nvCxnSpPr>
        <p:spPr>
          <a:xfrm rot="5400000">
            <a:off x="4179836" y="1008128"/>
            <a:ext cx="277800" cy="3114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7" name="Google Shape;497;p24"/>
          <p:cNvCxnSpPr>
            <a:stCxn id="490" idx="2"/>
            <a:endCxn id="493" idx="0"/>
          </p:cNvCxnSpPr>
          <p:nvPr/>
        </p:nvCxnSpPr>
        <p:spPr>
          <a:xfrm rot="5400000">
            <a:off x="5032886" y="1861178"/>
            <a:ext cx="277800" cy="1408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8" name="Google Shape;498;p24"/>
          <p:cNvSpPr/>
          <p:nvPr/>
        </p:nvSpPr>
        <p:spPr>
          <a:xfrm>
            <a:off x="595770" y="3243746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2332034" y="3239666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4"/>
          <p:cNvSpPr/>
          <p:nvPr/>
        </p:nvSpPr>
        <p:spPr>
          <a:xfrm>
            <a:off x="2332033" y="377481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4"/>
          <p:cNvSpPr/>
          <p:nvPr/>
        </p:nvSpPr>
        <p:spPr>
          <a:xfrm>
            <a:off x="6432579" y="2704520"/>
            <a:ext cx="139163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Diseno Tecnico Comercial</a:t>
            </a:r>
            <a:endParaRPr/>
          </a:p>
        </p:txBody>
      </p:sp>
      <p:sp>
        <p:nvSpPr>
          <p:cNvPr id="502" name="Google Shape;502;p24"/>
          <p:cNvSpPr/>
          <p:nvPr/>
        </p:nvSpPr>
        <p:spPr>
          <a:xfrm>
            <a:off x="8839658" y="2704520"/>
            <a:ext cx="139163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cxnSp>
        <p:nvCxnSpPr>
          <p:cNvPr id="503" name="Google Shape;503;p24"/>
          <p:cNvCxnSpPr>
            <a:stCxn id="501" idx="0"/>
            <a:endCxn id="490" idx="2"/>
          </p:cNvCxnSpPr>
          <p:nvPr/>
        </p:nvCxnSpPr>
        <p:spPr>
          <a:xfrm flipH="1" rot="5400000">
            <a:off x="6363395" y="1939520"/>
            <a:ext cx="277800" cy="125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" name="Google Shape;504;p24"/>
          <p:cNvCxnSpPr>
            <a:stCxn id="502" idx="0"/>
            <a:endCxn id="490" idx="2"/>
          </p:cNvCxnSpPr>
          <p:nvPr/>
        </p:nvCxnSpPr>
        <p:spPr>
          <a:xfrm flipH="1" rot="5400000">
            <a:off x="7566874" y="735920"/>
            <a:ext cx="277800" cy="3659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5" name="Google Shape;505;p24"/>
          <p:cNvCxnSpPr>
            <a:endCxn id="499" idx="1"/>
          </p:cNvCxnSpPr>
          <p:nvPr/>
        </p:nvCxnSpPr>
        <p:spPr>
          <a:xfrm flipH="1" rot="-5400000">
            <a:off x="2092784" y="3227216"/>
            <a:ext cx="310800" cy="167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6" name="Google Shape;506;p24"/>
          <p:cNvCxnSpPr>
            <a:stCxn id="498" idx="1"/>
          </p:cNvCxnSpPr>
          <p:nvPr/>
        </p:nvCxnSpPr>
        <p:spPr>
          <a:xfrm rot="10800000">
            <a:off x="488670" y="3138446"/>
            <a:ext cx="107100" cy="332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7" name="Google Shape;507;p24"/>
          <p:cNvSpPr/>
          <p:nvPr/>
        </p:nvSpPr>
        <p:spPr>
          <a:xfrm>
            <a:off x="10545697" y="2702102"/>
            <a:ext cx="139163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Calidad</a:t>
            </a:r>
            <a:endParaRPr/>
          </a:p>
        </p:txBody>
      </p:sp>
      <p:cxnSp>
        <p:nvCxnSpPr>
          <p:cNvPr id="508" name="Google Shape;508;p24"/>
          <p:cNvCxnSpPr>
            <a:stCxn id="507" idx="0"/>
            <a:endCxn id="490" idx="2"/>
          </p:cNvCxnSpPr>
          <p:nvPr/>
        </p:nvCxnSpPr>
        <p:spPr>
          <a:xfrm flipH="1" rot="5400000">
            <a:off x="8421213" y="-118198"/>
            <a:ext cx="275400" cy="5365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9" name="Google Shape;509;p24"/>
          <p:cNvSpPr/>
          <p:nvPr/>
        </p:nvSpPr>
        <p:spPr>
          <a:xfrm>
            <a:off x="595769" y="3762999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4"/>
          <p:cNvSpPr/>
          <p:nvPr/>
        </p:nvSpPr>
        <p:spPr>
          <a:xfrm>
            <a:off x="595768" y="4801501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4"/>
          <p:cNvSpPr/>
          <p:nvPr/>
        </p:nvSpPr>
        <p:spPr>
          <a:xfrm>
            <a:off x="595768" y="4282250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4"/>
          <p:cNvSpPr/>
          <p:nvPr/>
        </p:nvSpPr>
        <p:spPr>
          <a:xfrm>
            <a:off x="2332032" y="428075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4"/>
          <p:cNvSpPr/>
          <p:nvPr/>
        </p:nvSpPr>
        <p:spPr>
          <a:xfrm>
            <a:off x="2332030" y="531317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4"/>
          <p:cNvSpPr/>
          <p:nvPr/>
        </p:nvSpPr>
        <p:spPr>
          <a:xfrm>
            <a:off x="2332031" y="479696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4"/>
          <p:cNvSpPr/>
          <p:nvPr/>
        </p:nvSpPr>
        <p:spPr>
          <a:xfrm>
            <a:off x="4030124" y="323966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4"/>
          <p:cNvSpPr/>
          <p:nvPr/>
        </p:nvSpPr>
        <p:spPr>
          <a:xfrm>
            <a:off x="4030123" y="374561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4"/>
          <p:cNvSpPr/>
          <p:nvPr/>
        </p:nvSpPr>
        <p:spPr>
          <a:xfrm>
            <a:off x="4030121" y="477802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4"/>
          <p:cNvSpPr/>
          <p:nvPr/>
        </p:nvSpPr>
        <p:spPr>
          <a:xfrm>
            <a:off x="4030122" y="42618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4"/>
          <p:cNvSpPr/>
          <p:nvPr/>
        </p:nvSpPr>
        <p:spPr>
          <a:xfrm>
            <a:off x="5633319" y="323966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4"/>
          <p:cNvSpPr/>
          <p:nvPr/>
        </p:nvSpPr>
        <p:spPr>
          <a:xfrm>
            <a:off x="7313170" y="323966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4"/>
          <p:cNvSpPr/>
          <p:nvPr/>
        </p:nvSpPr>
        <p:spPr>
          <a:xfrm>
            <a:off x="5633319" y="374561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4"/>
          <p:cNvSpPr/>
          <p:nvPr/>
        </p:nvSpPr>
        <p:spPr>
          <a:xfrm>
            <a:off x="7313170" y="3745613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4"/>
          <p:cNvSpPr/>
          <p:nvPr/>
        </p:nvSpPr>
        <p:spPr>
          <a:xfrm>
            <a:off x="5633319" y="42618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4"/>
          <p:cNvSpPr/>
          <p:nvPr/>
        </p:nvSpPr>
        <p:spPr>
          <a:xfrm>
            <a:off x="7313170" y="42618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4"/>
          <p:cNvSpPr/>
          <p:nvPr/>
        </p:nvSpPr>
        <p:spPr>
          <a:xfrm>
            <a:off x="5633319" y="477802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4"/>
          <p:cNvSpPr/>
          <p:nvPr/>
        </p:nvSpPr>
        <p:spPr>
          <a:xfrm>
            <a:off x="7313170" y="477802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4"/>
          <p:cNvSpPr/>
          <p:nvPr/>
        </p:nvSpPr>
        <p:spPr>
          <a:xfrm>
            <a:off x="5633319" y="529423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8" name="Google Shape;528;p24"/>
          <p:cNvCxnSpPr>
            <a:stCxn id="509" idx="1"/>
          </p:cNvCxnSpPr>
          <p:nvPr/>
        </p:nvCxnSpPr>
        <p:spPr>
          <a:xfrm rot="10800000">
            <a:off x="488669" y="3239799"/>
            <a:ext cx="107100" cy="750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9" name="Google Shape;529;p24"/>
          <p:cNvCxnSpPr>
            <a:stCxn id="500" idx="1"/>
          </p:cNvCxnSpPr>
          <p:nvPr/>
        </p:nvCxnSpPr>
        <p:spPr>
          <a:xfrm rot="10800000">
            <a:off x="2164333" y="3239611"/>
            <a:ext cx="167700" cy="76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0" name="Google Shape;530;p24"/>
          <p:cNvCxnSpPr>
            <a:stCxn id="512" idx="1"/>
          </p:cNvCxnSpPr>
          <p:nvPr/>
        </p:nvCxnSpPr>
        <p:spPr>
          <a:xfrm rot="10800000">
            <a:off x="2162532" y="3895558"/>
            <a:ext cx="169500" cy="612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1" name="Google Shape;531;p24"/>
          <p:cNvCxnSpPr>
            <a:stCxn id="511" idx="1"/>
          </p:cNvCxnSpPr>
          <p:nvPr/>
        </p:nvCxnSpPr>
        <p:spPr>
          <a:xfrm rot="10800000">
            <a:off x="488668" y="3784850"/>
            <a:ext cx="107100" cy="724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2" name="Google Shape;532;p24"/>
          <p:cNvCxnSpPr>
            <a:stCxn id="510" idx="1"/>
          </p:cNvCxnSpPr>
          <p:nvPr/>
        </p:nvCxnSpPr>
        <p:spPr>
          <a:xfrm rot="10800000">
            <a:off x="488668" y="4488601"/>
            <a:ext cx="107100" cy="539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" name="Google Shape;533;p24"/>
          <p:cNvCxnSpPr>
            <a:stCxn id="514" idx="1"/>
          </p:cNvCxnSpPr>
          <p:nvPr/>
        </p:nvCxnSpPr>
        <p:spPr>
          <a:xfrm rot="10800000">
            <a:off x="2162531" y="4488564"/>
            <a:ext cx="169500" cy="535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4" name="Google Shape;534;p24"/>
          <p:cNvCxnSpPr>
            <a:stCxn id="513" idx="1"/>
          </p:cNvCxnSpPr>
          <p:nvPr/>
        </p:nvCxnSpPr>
        <p:spPr>
          <a:xfrm rot="10800000">
            <a:off x="2161630" y="4884170"/>
            <a:ext cx="170400" cy="655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5" name="Google Shape;535;p24"/>
          <p:cNvCxnSpPr>
            <a:stCxn id="515" idx="1"/>
          </p:cNvCxnSpPr>
          <p:nvPr/>
        </p:nvCxnSpPr>
        <p:spPr>
          <a:xfrm rot="10800000">
            <a:off x="3896924" y="3150266"/>
            <a:ext cx="133200" cy="31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6" name="Google Shape;536;p24"/>
          <p:cNvCxnSpPr>
            <a:stCxn id="516" idx="1"/>
          </p:cNvCxnSpPr>
          <p:nvPr/>
        </p:nvCxnSpPr>
        <p:spPr>
          <a:xfrm rot="10800000">
            <a:off x="3898423" y="3356513"/>
            <a:ext cx="131700" cy="615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7" name="Google Shape;537;p24"/>
          <p:cNvCxnSpPr>
            <a:stCxn id="518" idx="1"/>
          </p:cNvCxnSpPr>
          <p:nvPr/>
        </p:nvCxnSpPr>
        <p:spPr>
          <a:xfrm rot="10800000">
            <a:off x="3896922" y="3891619"/>
            <a:ext cx="133200" cy="597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8" name="Google Shape;538;p24"/>
          <p:cNvCxnSpPr>
            <a:stCxn id="517" idx="1"/>
          </p:cNvCxnSpPr>
          <p:nvPr/>
        </p:nvCxnSpPr>
        <p:spPr>
          <a:xfrm rot="10800000">
            <a:off x="3896921" y="4271325"/>
            <a:ext cx="133200" cy="733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9" name="Google Shape;539;p24"/>
          <p:cNvCxnSpPr>
            <a:stCxn id="519" idx="3"/>
            <a:endCxn id="501" idx="2"/>
          </p:cNvCxnSpPr>
          <p:nvPr/>
        </p:nvCxnSpPr>
        <p:spPr>
          <a:xfrm flipH="1" rot="10800000">
            <a:off x="6906718" y="3158066"/>
            <a:ext cx="221700" cy="308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0" name="Google Shape;540;p24"/>
          <p:cNvCxnSpPr>
            <a:stCxn id="520" idx="1"/>
            <a:endCxn id="501" idx="2"/>
          </p:cNvCxnSpPr>
          <p:nvPr/>
        </p:nvCxnSpPr>
        <p:spPr>
          <a:xfrm rot="10800000">
            <a:off x="7128370" y="3158066"/>
            <a:ext cx="184800" cy="308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1" name="Google Shape;541;p24"/>
          <p:cNvCxnSpPr>
            <a:stCxn id="521" idx="3"/>
            <a:endCxn id="501" idx="2"/>
          </p:cNvCxnSpPr>
          <p:nvPr/>
        </p:nvCxnSpPr>
        <p:spPr>
          <a:xfrm flipH="1" rot="10800000">
            <a:off x="6906718" y="3158213"/>
            <a:ext cx="221700" cy="814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2" name="Google Shape;542;p24"/>
          <p:cNvCxnSpPr>
            <a:stCxn id="523" idx="3"/>
          </p:cNvCxnSpPr>
          <p:nvPr/>
        </p:nvCxnSpPr>
        <p:spPr>
          <a:xfrm flipH="1" rot="10800000">
            <a:off x="6906718" y="3429018"/>
            <a:ext cx="221700" cy="1059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3" name="Google Shape;543;p24"/>
          <p:cNvCxnSpPr>
            <a:stCxn id="525" idx="3"/>
            <a:endCxn id="501" idx="2"/>
          </p:cNvCxnSpPr>
          <p:nvPr/>
        </p:nvCxnSpPr>
        <p:spPr>
          <a:xfrm flipH="1" rot="10800000">
            <a:off x="6906718" y="3158025"/>
            <a:ext cx="221700" cy="184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4" name="Google Shape;544;p24"/>
          <p:cNvCxnSpPr>
            <a:stCxn id="527" idx="3"/>
            <a:endCxn id="501" idx="2"/>
          </p:cNvCxnSpPr>
          <p:nvPr/>
        </p:nvCxnSpPr>
        <p:spPr>
          <a:xfrm flipH="1" rot="10800000">
            <a:off x="6906718" y="3158231"/>
            <a:ext cx="221700" cy="2362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5" name="Google Shape;545;p24"/>
          <p:cNvCxnSpPr>
            <a:stCxn id="522" idx="1"/>
          </p:cNvCxnSpPr>
          <p:nvPr/>
        </p:nvCxnSpPr>
        <p:spPr>
          <a:xfrm rot="10800000">
            <a:off x="7128370" y="3250913"/>
            <a:ext cx="184800" cy="721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6" name="Google Shape;546;p24"/>
          <p:cNvCxnSpPr>
            <a:stCxn id="524" idx="1"/>
          </p:cNvCxnSpPr>
          <p:nvPr/>
        </p:nvCxnSpPr>
        <p:spPr>
          <a:xfrm rot="10800000">
            <a:off x="7128370" y="3445818"/>
            <a:ext cx="184800" cy="1042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7" name="Google Shape;547;p24"/>
          <p:cNvCxnSpPr>
            <a:stCxn id="526" idx="1"/>
          </p:cNvCxnSpPr>
          <p:nvPr/>
        </p:nvCxnSpPr>
        <p:spPr>
          <a:xfrm rot="10800000">
            <a:off x="7128370" y="3958725"/>
            <a:ext cx="184800" cy="1046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8" name="Google Shape;548;p24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5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Soluciones BackOffice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5424124" y="2958038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Experto Diseño Tecnico BackOffice</a:t>
            </a:r>
            <a:endParaRPr/>
          </a:p>
        </p:txBody>
      </p:sp>
      <p:sp>
        <p:nvSpPr>
          <p:cNvPr id="555" name="Google Shape;555;p25"/>
          <p:cNvSpPr/>
          <p:nvPr/>
        </p:nvSpPr>
        <p:spPr>
          <a:xfrm>
            <a:off x="5360759" y="2406255"/>
            <a:ext cx="160884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cxnSp>
        <p:nvCxnSpPr>
          <p:cNvPr id="556" name="Google Shape;556;p25"/>
          <p:cNvCxnSpPr>
            <a:stCxn id="555" idx="2"/>
            <a:endCxn id="554" idx="0"/>
          </p:cNvCxnSpPr>
          <p:nvPr/>
        </p:nvCxnSpPr>
        <p:spPr>
          <a:xfrm>
            <a:off x="6165179" y="2861928"/>
            <a:ext cx="0" cy="9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7" name="Google Shape;557;p25"/>
          <p:cNvSpPr/>
          <p:nvPr/>
        </p:nvSpPr>
        <p:spPr>
          <a:xfrm>
            <a:off x="8559861" y="3772591"/>
            <a:ext cx="139163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5"/>
          <p:cNvSpPr/>
          <p:nvPr/>
        </p:nvSpPr>
        <p:spPr>
          <a:xfrm>
            <a:off x="7009734" y="3780358"/>
            <a:ext cx="1391631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5"/>
          <p:cNvSpPr/>
          <p:nvPr/>
        </p:nvSpPr>
        <p:spPr>
          <a:xfrm>
            <a:off x="5459607" y="3780358"/>
            <a:ext cx="1391631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5"/>
          <p:cNvSpPr/>
          <p:nvPr/>
        </p:nvSpPr>
        <p:spPr>
          <a:xfrm>
            <a:off x="2354005" y="3780358"/>
            <a:ext cx="1391631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5"/>
          <p:cNvSpPr/>
          <p:nvPr/>
        </p:nvSpPr>
        <p:spPr>
          <a:xfrm>
            <a:off x="3909480" y="3780358"/>
            <a:ext cx="1391631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2" name="Google Shape;562;p25"/>
          <p:cNvCxnSpPr>
            <a:stCxn id="557" idx="0"/>
            <a:endCxn id="554" idx="2"/>
          </p:cNvCxnSpPr>
          <p:nvPr/>
        </p:nvCxnSpPr>
        <p:spPr>
          <a:xfrm flipH="1" rot="5400000">
            <a:off x="7530977" y="2047891"/>
            <a:ext cx="358800" cy="3090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3" name="Google Shape;563;p25"/>
          <p:cNvSpPr/>
          <p:nvPr/>
        </p:nvSpPr>
        <p:spPr>
          <a:xfrm>
            <a:off x="10109738" y="3780358"/>
            <a:ext cx="1267440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cxnSp>
        <p:nvCxnSpPr>
          <p:cNvPr id="564" name="Google Shape;564;p25"/>
          <p:cNvCxnSpPr>
            <a:stCxn id="563" idx="0"/>
            <a:endCxn id="554" idx="2"/>
          </p:cNvCxnSpPr>
          <p:nvPr/>
        </p:nvCxnSpPr>
        <p:spPr>
          <a:xfrm flipH="1" rot="5400000">
            <a:off x="8271008" y="1307908"/>
            <a:ext cx="366600" cy="4578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5" name="Google Shape;565;p25"/>
          <p:cNvCxnSpPr>
            <a:stCxn id="559" idx="0"/>
            <a:endCxn id="554" idx="2"/>
          </p:cNvCxnSpPr>
          <p:nvPr/>
        </p:nvCxnSpPr>
        <p:spPr>
          <a:xfrm rot="-5400000">
            <a:off x="5977073" y="3592108"/>
            <a:ext cx="366600" cy="9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6" name="Google Shape;566;p25"/>
          <p:cNvCxnSpPr>
            <a:stCxn id="561" idx="0"/>
            <a:endCxn id="554" idx="2"/>
          </p:cNvCxnSpPr>
          <p:nvPr/>
        </p:nvCxnSpPr>
        <p:spPr>
          <a:xfrm rot="-5400000">
            <a:off x="5201996" y="2817058"/>
            <a:ext cx="366600" cy="1560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7" name="Google Shape;567;p25"/>
          <p:cNvCxnSpPr>
            <a:stCxn id="560" idx="0"/>
            <a:endCxn id="554" idx="2"/>
          </p:cNvCxnSpPr>
          <p:nvPr/>
        </p:nvCxnSpPr>
        <p:spPr>
          <a:xfrm rot="-5400000">
            <a:off x="4424271" y="2039308"/>
            <a:ext cx="366600" cy="311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8" name="Google Shape;568;p25"/>
          <p:cNvCxnSpPr>
            <a:stCxn id="558" idx="0"/>
            <a:endCxn id="554" idx="2"/>
          </p:cNvCxnSpPr>
          <p:nvPr/>
        </p:nvCxnSpPr>
        <p:spPr>
          <a:xfrm flipH="1" rot="5400000">
            <a:off x="6751999" y="2826808"/>
            <a:ext cx="366600" cy="1540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9" name="Google Shape;569;p25"/>
          <p:cNvSpPr/>
          <p:nvPr/>
        </p:nvSpPr>
        <p:spPr>
          <a:xfrm>
            <a:off x="859498" y="3780358"/>
            <a:ext cx="1391631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Lider Tecnico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25"/>
          <p:cNvCxnSpPr>
            <a:stCxn id="569" idx="0"/>
            <a:endCxn id="554" idx="2"/>
          </p:cNvCxnSpPr>
          <p:nvPr/>
        </p:nvCxnSpPr>
        <p:spPr>
          <a:xfrm rot="-5400000">
            <a:off x="3676914" y="1292158"/>
            <a:ext cx="366600" cy="460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1" name="Google Shape;571;p25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7"/>
          <p:cNvSpPr txBox="1"/>
          <p:nvPr/>
        </p:nvSpPr>
        <p:spPr>
          <a:xfrm>
            <a:off x="451225" y="193033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Staff Ingeniería Soluciones Ingeniería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7" name="Google Shape;577;p27"/>
          <p:cNvSpPr/>
          <p:nvPr/>
        </p:nvSpPr>
        <p:spPr>
          <a:xfrm>
            <a:off x="5541013" y="1564424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Área Staff Ingeniería de Soluciones</a:t>
            </a:r>
            <a:endParaRPr/>
          </a:p>
        </p:txBody>
      </p:sp>
      <p:sp>
        <p:nvSpPr>
          <p:cNvPr id="578" name="Google Shape;578;p27"/>
          <p:cNvSpPr/>
          <p:nvPr/>
        </p:nvSpPr>
        <p:spPr>
          <a:xfrm>
            <a:off x="2466874" y="2220895"/>
            <a:ext cx="139163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Aplicativo Devsecops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7"/>
          <p:cNvSpPr/>
          <p:nvPr/>
        </p:nvSpPr>
        <p:spPr>
          <a:xfrm>
            <a:off x="5584711" y="2220895"/>
            <a:ext cx="1391631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Entregas De Producto</a:t>
            </a:r>
            <a:endParaRPr/>
          </a:p>
        </p:txBody>
      </p:sp>
      <p:cxnSp>
        <p:nvCxnSpPr>
          <p:cNvPr id="580" name="Google Shape;580;p27"/>
          <p:cNvCxnSpPr>
            <a:stCxn id="577" idx="2"/>
            <a:endCxn id="578" idx="0"/>
          </p:cNvCxnSpPr>
          <p:nvPr/>
        </p:nvCxnSpPr>
        <p:spPr>
          <a:xfrm rot="5400000">
            <a:off x="4622018" y="560747"/>
            <a:ext cx="200700" cy="3119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1" name="Google Shape;581;p27"/>
          <p:cNvCxnSpPr>
            <a:stCxn id="577" idx="2"/>
            <a:endCxn id="579" idx="0"/>
          </p:cNvCxnSpPr>
          <p:nvPr/>
        </p:nvCxnSpPr>
        <p:spPr>
          <a:xfrm rot="5400000">
            <a:off x="6180968" y="2119697"/>
            <a:ext cx="200700" cy="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2" name="Google Shape;582;p27"/>
          <p:cNvSpPr/>
          <p:nvPr/>
        </p:nvSpPr>
        <p:spPr>
          <a:xfrm>
            <a:off x="7207538" y="2220895"/>
            <a:ext cx="1391727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Automatizacion Devsecops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3" name="Google Shape;583;p27"/>
          <p:cNvCxnSpPr>
            <a:stCxn id="577" idx="2"/>
            <a:endCxn id="582" idx="0"/>
          </p:cNvCxnSpPr>
          <p:nvPr/>
        </p:nvCxnSpPr>
        <p:spPr>
          <a:xfrm flipH="1" rot="-5400000">
            <a:off x="6992318" y="1309847"/>
            <a:ext cx="200700" cy="1621200"/>
          </a:xfrm>
          <a:prstGeom prst="bentConnector3">
            <a:avLst>
              <a:gd fmla="val 5002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4" name="Google Shape;584;p27"/>
          <p:cNvSpPr/>
          <p:nvPr/>
        </p:nvSpPr>
        <p:spPr>
          <a:xfrm>
            <a:off x="2688989" y="2805584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Configuracion Software</a:t>
            </a:r>
            <a:endParaRPr/>
          </a:p>
        </p:txBody>
      </p:sp>
      <p:sp>
        <p:nvSpPr>
          <p:cNvPr id="585" name="Google Shape;585;p27"/>
          <p:cNvSpPr/>
          <p:nvPr/>
        </p:nvSpPr>
        <p:spPr>
          <a:xfrm>
            <a:off x="5740794" y="2841394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Entregas De Software RM</a:t>
            </a:r>
            <a:endParaRPr/>
          </a:p>
        </p:txBody>
      </p:sp>
      <p:cxnSp>
        <p:nvCxnSpPr>
          <p:cNvPr id="586" name="Google Shape;586;p27"/>
          <p:cNvCxnSpPr>
            <a:endCxn id="585" idx="1"/>
          </p:cNvCxnSpPr>
          <p:nvPr/>
        </p:nvCxnSpPr>
        <p:spPr>
          <a:xfrm flipH="1" rot="-5400000">
            <a:off x="5488194" y="2824653"/>
            <a:ext cx="4029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7" name="Google Shape;587;p27"/>
          <p:cNvSpPr/>
          <p:nvPr/>
        </p:nvSpPr>
        <p:spPr>
          <a:xfrm>
            <a:off x="7363599" y="2841394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Gestion Servicios Admvos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7363599" y="3335603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Gestion Servicios Admvos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7363599" y="3839644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Gestion Servicios Admvos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0" name="Google Shape;590;p27"/>
          <p:cNvCxnSpPr>
            <a:endCxn id="587" idx="1"/>
          </p:cNvCxnSpPr>
          <p:nvPr/>
        </p:nvCxnSpPr>
        <p:spPr>
          <a:xfrm flipH="1" rot="-5400000">
            <a:off x="7110999" y="2824653"/>
            <a:ext cx="4029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1" name="Google Shape;591;p27"/>
          <p:cNvCxnSpPr>
            <a:endCxn id="588" idx="1"/>
          </p:cNvCxnSpPr>
          <p:nvPr/>
        </p:nvCxnSpPr>
        <p:spPr>
          <a:xfrm flipH="1" rot="-5400000">
            <a:off x="6873849" y="3081712"/>
            <a:ext cx="8772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2" name="Google Shape;592;p27"/>
          <p:cNvSpPr/>
          <p:nvPr/>
        </p:nvSpPr>
        <p:spPr>
          <a:xfrm>
            <a:off x="7363599" y="4353733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Capacidades</a:t>
            </a:r>
            <a:endParaRPr/>
          </a:p>
        </p:txBody>
      </p:sp>
      <p:cxnSp>
        <p:nvCxnSpPr>
          <p:cNvPr id="593" name="Google Shape;593;p27"/>
          <p:cNvCxnSpPr>
            <a:endCxn id="592" idx="1"/>
          </p:cNvCxnSpPr>
          <p:nvPr/>
        </p:nvCxnSpPr>
        <p:spPr>
          <a:xfrm flipH="1" rot="-5400000">
            <a:off x="6636549" y="3862542"/>
            <a:ext cx="1351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4" name="Google Shape;594;p27"/>
          <p:cNvCxnSpPr>
            <a:endCxn id="589" idx="1"/>
          </p:cNvCxnSpPr>
          <p:nvPr/>
        </p:nvCxnSpPr>
        <p:spPr>
          <a:xfrm flipH="1" rot="-5400000">
            <a:off x="6864849" y="3576753"/>
            <a:ext cx="8952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5" name="Google Shape;595;p27"/>
          <p:cNvSpPr/>
          <p:nvPr/>
        </p:nvSpPr>
        <p:spPr>
          <a:xfrm>
            <a:off x="5477648" y="1002593"/>
            <a:ext cx="160884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Desarrollo Soluciones</a:t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4203896" y="2803775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4201472" y="3314367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598" name="Google Shape;598;p27"/>
          <p:cNvSpPr/>
          <p:nvPr/>
        </p:nvSpPr>
        <p:spPr>
          <a:xfrm>
            <a:off x="4201472" y="3818887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4201472" y="4323407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4201472" y="4827927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4199048" y="5338519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4199048" y="5843039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sp>
        <p:nvSpPr>
          <p:cNvPr id="603" name="Google Shape;603;p27"/>
          <p:cNvSpPr/>
          <p:nvPr/>
        </p:nvSpPr>
        <p:spPr>
          <a:xfrm>
            <a:off x="4199048" y="6347559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Seguridad DSO</a:t>
            </a:r>
            <a:endParaRPr/>
          </a:p>
        </p:txBody>
      </p:sp>
      <p:cxnSp>
        <p:nvCxnSpPr>
          <p:cNvPr id="604" name="Google Shape;604;p27"/>
          <p:cNvCxnSpPr>
            <a:stCxn id="596" idx="1"/>
          </p:cNvCxnSpPr>
          <p:nvPr/>
        </p:nvCxnSpPr>
        <p:spPr>
          <a:xfrm rot="10800000">
            <a:off x="4127096" y="2680475"/>
            <a:ext cx="76800" cy="35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5" name="Google Shape;605;p27"/>
          <p:cNvCxnSpPr>
            <a:stCxn id="597" idx="1"/>
          </p:cNvCxnSpPr>
          <p:nvPr/>
        </p:nvCxnSpPr>
        <p:spPr>
          <a:xfrm rot="10800000">
            <a:off x="4127372" y="2878467"/>
            <a:ext cx="74100" cy="662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6" name="Google Shape;606;p27"/>
          <p:cNvCxnSpPr>
            <a:stCxn id="598" idx="1"/>
          </p:cNvCxnSpPr>
          <p:nvPr/>
        </p:nvCxnSpPr>
        <p:spPr>
          <a:xfrm rot="10800000">
            <a:off x="4127372" y="3186187"/>
            <a:ext cx="74100" cy="859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7" name="Google Shape;607;p27"/>
          <p:cNvCxnSpPr>
            <a:stCxn id="599" idx="1"/>
          </p:cNvCxnSpPr>
          <p:nvPr/>
        </p:nvCxnSpPr>
        <p:spPr>
          <a:xfrm rot="10800000">
            <a:off x="4127372" y="3768107"/>
            <a:ext cx="74100" cy="782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8" name="Google Shape;608;p27"/>
          <p:cNvCxnSpPr>
            <a:stCxn id="600" idx="1"/>
          </p:cNvCxnSpPr>
          <p:nvPr/>
        </p:nvCxnSpPr>
        <p:spPr>
          <a:xfrm rot="10800000">
            <a:off x="4127372" y="4348527"/>
            <a:ext cx="74100" cy="70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9" name="Google Shape;609;p27"/>
          <p:cNvCxnSpPr>
            <a:stCxn id="601" idx="1"/>
          </p:cNvCxnSpPr>
          <p:nvPr/>
        </p:nvCxnSpPr>
        <p:spPr>
          <a:xfrm rot="10800000">
            <a:off x="4127348" y="4885519"/>
            <a:ext cx="71700" cy="679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0" name="Google Shape;610;p27"/>
          <p:cNvCxnSpPr>
            <a:stCxn id="602" idx="1"/>
          </p:cNvCxnSpPr>
          <p:nvPr/>
        </p:nvCxnSpPr>
        <p:spPr>
          <a:xfrm rot="10800000">
            <a:off x="4127348" y="5177939"/>
            <a:ext cx="71700" cy="891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1" name="Google Shape;611;p27"/>
          <p:cNvCxnSpPr>
            <a:stCxn id="603" idx="1"/>
          </p:cNvCxnSpPr>
          <p:nvPr/>
        </p:nvCxnSpPr>
        <p:spPr>
          <a:xfrm rot="10800000">
            <a:off x="4127348" y="5770959"/>
            <a:ext cx="71700" cy="80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2" name="Google Shape;612;p27"/>
          <p:cNvCxnSpPr>
            <a:stCxn id="595" idx="2"/>
            <a:endCxn id="577" idx="0"/>
          </p:cNvCxnSpPr>
          <p:nvPr/>
        </p:nvCxnSpPr>
        <p:spPr>
          <a:xfrm>
            <a:off x="6282068" y="1458266"/>
            <a:ext cx="0" cy="10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3" name="Google Shape;613;p27"/>
          <p:cNvSpPr/>
          <p:nvPr/>
        </p:nvSpPr>
        <p:spPr>
          <a:xfrm>
            <a:off x="2688989" y="3387342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Configuración Software</a:t>
            </a:r>
            <a:endParaRPr/>
          </a:p>
        </p:txBody>
      </p:sp>
      <p:cxnSp>
        <p:nvCxnSpPr>
          <p:cNvPr id="614" name="Google Shape;614;p27"/>
          <p:cNvCxnSpPr>
            <a:stCxn id="584" idx="1"/>
          </p:cNvCxnSpPr>
          <p:nvPr/>
        </p:nvCxnSpPr>
        <p:spPr>
          <a:xfrm rot="10800000">
            <a:off x="2567189" y="2674543"/>
            <a:ext cx="121800" cy="36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5" name="Google Shape;615;p27"/>
          <p:cNvSpPr/>
          <p:nvPr/>
        </p:nvSpPr>
        <p:spPr>
          <a:xfrm>
            <a:off x="8880398" y="2220824"/>
            <a:ext cx="1391727" cy="4536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Ambientes No Product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9036553" y="2828124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sp>
        <p:nvSpPr>
          <p:cNvPr id="617" name="Google Shape;617;p27"/>
          <p:cNvSpPr/>
          <p:nvPr/>
        </p:nvSpPr>
        <p:spPr>
          <a:xfrm>
            <a:off x="9036554" y="3309479"/>
            <a:ext cx="12674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Analista Calidad</a:t>
            </a:r>
            <a:endParaRPr/>
          </a:p>
        </p:txBody>
      </p:sp>
      <p:cxnSp>
        <p:nvCxnSpPr>
          <p:cNvPr id="618" name="Google Shape;618;p27"/>
          <p:cNvCxnSpPr>
            <a:endCxn id="616" idx="1"/>
          </p:cNvCxnSpPr>
          <p:nvPr/>
        </p:nvCxnSpPr>
        <p:spPr>
          <a:xfrm flipH="1" rot="-5400000">
            <a:off x="8796103" y="2814474"/>
            <a:ext cx="3786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9" name="Google Shape;619;p27"/>
          <p:cNvCxnSpPr>
            <a:endCxn id="617" idx="1"/>
          </p:cNvCxnSpPr>
          <p:nvPr/>
        </p:nvCxnSpPr>
        <p:spPr>
          <a:xfrm flipH="1" rot="-5400000">
            <a:off x="8605004" y="3104729"/>
            <a:ext cx="760800" cy="102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0" name="Google Shape;620;p27"/>
          <p:cNvCxnSpPr>
            <a:stCxn id="615" idx="0"/>
            <a:endCxn id="577" idx="2"/>
          </p:cNvCxnSpPr>
          <p:nvPr/>
        </p:nvCxnSpPr>
        <p:spPr>
          <a:xfrm flipH="1" rot="5400000">
            <a:off x="7828762" y="473324"/>
            <a:ext cx="200700" cy="329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1" name="Google Shape;621;p27"/>
          <p:cNvCxnSpPr>
            <a:stCxn id="613" idx="1"/>
          </p:cNvCxnSpPr>
          <p:nvPr/>
        </p:nvCxnSpPr>
        <p:spPr>
          <a:xfrm rot="10800000">
            <a:off x="2567189" y="2674300"/>
            <a:ext cx="121800" cy="948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2" name="Google Shape;622;p27"/>
          <p:cNvSpPr/>
          <p:nvPr/>
        </p:nvSpPr>
        <p:spPr>
          <a:xfrm>
            <a:off x="3988870" y="2218752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Seguridad Proce Devsecops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3" name="Google Shape;623;p27"/>
          <p:cNvCxnSpPr>
            <a:stCxn id="622" idx="0"/>
            <a:endCxn id="577" idx="2"/>
          </p:cNvCxnSpPr>
          <p:nvPr/>
        </p:nvCxnSpPr>
        <p:spPr>
          <a:xfrm rot="-5400000">
            <a:off x="5406725" y="1343352"/>
            <a:ext cx="198600" cy="155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4" name="Google Shape;624;p27"/>
          <p:cNvSpPr/>
          <p:nvPr/>
        </p:nvSpPr>
        <p:spPr>
          <a:xfrm>
            <a:off x="2688989" y="3969100"/>
            <a:ext cx="1267440" cy="4717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Configuración Software</a:t>
            </a:r>
            <a:endParaRPr/>
          </a:p>
        </p:txBody>
      </p:sp>
      <p:cxnSp>
        <p:nvCxnSpPr>
          <p:cNvPr id="625" name="Google Shape;625;p27"/>
          <p:cNvCxnSpPr>
            <a:stCxn id="624" idx="1"/>
          </p:cNvCxnSpPr>
          <p:nvPr/>
        </p:nvCxnSpPr>
        <p:spPr>
          <a:xfrm rot="10800000">
            <a:off x="2567189" y="2674359"/>
            <a:ext cx="121800" cy="1530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6" name="Google Shape;626;p27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0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2" name="Google Shape;632;p30"/>
          <p:cNvSpPr/>
          <p:nvPr/>
        </p:nvSpPr>
        <p:spPr>
          <a:xfrm>
            <a:off x="5421573" y="1563399"/>
            <a:ext cx="160884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633" name="Google Shape;633;p30"/>
          <p:cNvSpPr/>
          <p:nvPr/>
        </p:nvSpPr>
        <p:spPr>
          <a:xfrm>
            <a:off x="5490176" y="2193748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Arquitectura</a:t>
            </a:r>
            <a:endParaRPr/>
          </a:p>
        </p:txBody>
      </p:sp>
      <p:sp>
        <p:nvSpPr>
          <p:cNvPr id="634" name="Google Shape;634;p30"/>
          <p:cNvSpPr/>
          <p:nvPr/>
        </p:nvSpPr>
        <p:spPr>
          <a:xfrm>
            <a:off x="1038750" y="2907670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 Tienda y Comercial</a:t>
            </a:r>
            <a:endParaRPr/>
          </a:p>
        </p:txBody>
      </p:sp>
      <p:sp>
        <p:nvSpPr>
          <p:cNvPr id="635" name="Google Shape;635;p30"/>
          <p:cNvSpPr/>
          <p:nvPr/>
        </p:nvSpPr>
        <p:spPr>
          <a:xfrm>
            <a:off x="2540025" y="2907670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 XPOS</a:t>
            </a:r>
            <a:endParaRPr/>
          </a:p>
        </p:txBody>
      </p:sp>
      <p:sp>
        <p:nvSpPr>
          <p:cNvPr id="636" name="Google Shape;636;p30"/>
          <p:cNvSpPr/>
          <p:nvPr/>
        </p:nvSpPr>
        <p:spPr>
          <a:xfrm>
            <a:off x="4138856" y="2907669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 Servicios</a:t>
            </a:r>
            <a:endParaRPr/>
          </a:p>
        </p:txBody>
      </p:sp>
      <p:sp>
        <p:nvSpPr>
          <p:cNvPr id="637" name="Google Shape;637;p30"/>
          <p:cNvSpPr/>
          <p:nvPr/>
        </p:nvSpPr>
        <p:spPr>
          <a:xfrm>
            <a:off x="5732699" y="2907669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 Canales y Experiencia</a:t>
            </a:r>
            <a:endParaRPr/>
          </a:p>
        </p:txBody>
      </p:sp>
      <p:sp>
        <p:nvSpPr>
          <p:cNvPr id="638" name="Google Shape;638;p30"/>
          <p:cNvSpPr/>
          <p:nvPr/>
        </p:nvSpPr>
        <p:spPr>
          <a:xfrm>
            <a:off x="8999072" y="2919255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Arquitectura BackOffice</a:t>
            </a:r>
            <a:endParaRPr/>
          </a:p>
        </p:txBody>
      </p:sp>
      <p:cxnSp>
        <p:nvCxnSpPr>
          <p:cNvPr id="639" name="Google Shape;639;p30"/>
          <p:cNvCxnSpPr>
            <a:stCxn id="632" idx="2"/>
            <a:endCxn id="633" idx="0"/>
          </p:cNvCxnSpPr>
          <p:nvPr/>
        </p:nvCxnSpPr>
        <p:spPr>
          <a:xfrm>
            <a:off x="6225993" y="2019072"/>
            <a:ext cx="5100" cy="17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0" name="Google Shape;640;p30"/>
          <p:cNvCxnSpPr>
            <a:stCxn id="633" idx="2"/>
            <a:endCxn id="634" idx="0"/>
          </p:cNvCxnSpPr>
          <p:nvPr/>
        </p:nvCxnSpPr>
        <p:spPr>
          <a:xfrm rot="5400000">
            <a:off x="3853731" y="530221"/>
            <a:ext cx="258300" cy="4496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1" name="Google Shape;641;p30"/>
          <p:cNvCxnSpPr>
            <a:stCxn id="633" idx="2"/>
            <a:endCxn id="635" idx="0"/>
          </p:cNvCxnSpPr>
          <p:nvPr/>
        </p:nvCxnSpPr>
        <p:spPr>
          <a:xfrm rot="5400000">
            <a:off x="4604481" y="1280971"/>
            <a:ext cx="258300" cy="2995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2" name="Google Shape;642;p30"/>
          <p:cNvCxnSpPr>
            <a:stCxn id="633" idx="2"/>
            <a:endCxn id="636" idx="0"/>
          </p:cNvCxnSpPr>
          <p:nvPr/>
        </p:nvCxnSpPr>
        <p:spPr>
          <a:xfrm rot="5400000">
            <a:off x="5403831" y="2080321"/>
            <a:ext cx="258300" cy="1396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3" name="Google Shape;643;p30"/>
          <p:cNvCxnSpPr>
            <a:stCxn id="633" idx="2"/>
            <a:endCxn id="637" idx="0"/>
          </p:cNvCxnSpPr>
          <p:nvPr/>
        </p:nvCxnSpPr>
        <p:spPr>
          <a:xfrm flipH="1" rot="-5400000">
            <a:off x="6200781" y="2679871"/>
            <a:ext cx="258300" cy="197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4" name="Google Shape;644;p30"/>
          <p:cNvCxnSpPr>
            <a:stCxn id="633" idx="2"/>
            <a:endCxn id="638" idx="0"/>
          </p:cNvCxnSpPr>
          <p:nvPr/>
        </p:nvCxnSpPr>
        <p:spPr>
          <a:xfrm flipH="1" rot="-5400000">
            <a:off x="7828281" y="1052371"/>
            <a:ext cx="269700" cy="3463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5" name="Google Shape;645;p30"/>
          <p:cNvSpPr/>
          <p:nvPr/>
        </p:nvSpPr>
        <p:spPr>
          <a:xfrm>
            <a:off x="1097913" y="404751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46" name="Google Shape;646;p30"/>
          <p:cNvSpPr/>
          <p:nvPr/>
        </p:nvSpPr>
        <p:spPr>
          <a:xfrm>
            <a:off x="5785360" y="4557820"/>
            <a:ext cx="1279901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47" name="Google Shape;647;p30"/>
          <p:cNvSpPr/>
          <p:nvPr/>
        </p:nvSpPr>
        <p:spPr>
          <a:xfrm>
            <a:off x="1097913" y="35380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48" name="Google Shape;648;p30"/>
          <p:cNvSpPr/>
          <p:nvPr/>
        </p:nvSpPr>
        <p:spPr>
          <a:xfrm>
            <a:off x="2614631" y="559187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49" name="Google Shape;649;p30"/>
          <p:cNvSpPr/>
          <p:nvPr/>
        </p:nvSpPr>
        <p:spPr>
          <a:xfrm>
            <a:off x="2614632" y="456230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50" name="Google Shape;650;p30"/>
          <p:cNvSpPr/>
          <p:nvPr/>
        </p:nvSpPr>
        <p:spPr>
          <a:xfrm>
            <a:off x="2606301" y="404989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51" name="Google Shape;651;p30"/>
          <p:cNvSpPr/>
          <p:nvPr/>
        </p:nvSpPr>
        <p:spPr>
          <a:xfrm>
            <a:off x="4198018" y="507186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52" name="Google Shape;652;p30"/>
          <p:cNvSpPr/>
          <p:nvPr/>
        </p:nvSpPr>
        <p:spPr>
          <a:xfrm>
            <a:off x="1097913" y="456230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53" name="Google Shape;653;p30"/>
          <p:cNvSpPr/>
          <p:nvPr/>
        </p:nvSpPr>
        <p:spPr>
          <a:xfrm>
            <a:off x="5791862" y="353438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54" name="Google Shape;654;p30"/>
          <p:cNvSpPr/>
          <p:nvPr/>
        </p:nvSpPr>
        <p:spPr>
          <a:xfrm>
            <a:off x="2614632" y="507708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55" name="Google Shape;655;p30"/>
          <p:cNvSpPr/>
          <p:nvPr/>
        </p:nvSpPr>
        <p:spPr>
          <a:xfrm>
            <a:off x="2599188" y="35380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56" name="Google Shape;656;p30"/>
          <p:cNvSpPr/>
          <p:nvPr/>
        </p:nvSpPr>
        <p:spPr>
          <a:xfrm>
            <a:off x="4202691" y="404377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57" name="Google Shape;657;p30"/>
          <p:cNvSpPr/>
          <p:nvPr/>
        </p:nvSpPr>
        <p:spPr>
          <a:xfrm>
            <a:off x="4199996" y="455782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58" name="Google Shape;658;p30"/>
          <p:cNvSpPr/>
          <p:nvPr/>
        </p:nvSpPr>
        <p:spPr>
          <a:xfrm>
            <a:off x="4198019" y="353801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59" name="Google Shape;659;p30"/>
          <p:cNvSpPr/>
          <p:nvPr/>
        </p:nvSpPr>
        <p:spPr>
          <a:xfrm>
            <a:off x="5797884" y="403981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60" name="Google Shape;660;p30"/>
          <p:cNvSpPr/>
          <p:nvPr/>
        </p:nvSpPr>
        <p:spPr>
          <a:xfrm>
            <a:off x="4204114" y="559187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61" name="Google Shape;661;p30"/>
          <p:cNvSpPr/>
          <p:nvPr/>
        </p:nvSpPr>
        <p:spPr>
          <a:xfrm>
            <a:off x="9056882" y="352906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62" name="Google Shape;662;p30"/>
          <p:cNvSpPr/>
          <p:nvPr/>
        </p:nvSpPr>
        <p:spPr>
          <a:xfrm>
            <a:off x="9056882" y="404377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63" name="Google Shape;663;p30"/>
          <p:cNvSpPr/>
          <p:nvPr/>
        </p:nvSpPr>
        <p:spPr>
          <a:xfrm>
            <a:off x="9056881" y="455584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64" name="Google Shape;664;p30"/>
          <p:cNvSpPr/>
          <p:nvPr/>
        </p:nvSpPr>
        <p:spPr>
          <a:xfrm>
            <a:off x="1097913" y="558559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65" name="Google Shape;665;p30"/>
          <p:cNvSpPr/>
          <p:nvPr/>
        </p:nvSpPr>
        <p:spPr>
          <a:xfrm>
            <a:off x="7358079" y="291184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Retina RMN Ecosistema 2.0</a:t>
            </a:r>
            <a:endParaRPr/>
          </a:p>
        </p:txBody>
      </p:sp>
      <p:cxnSp>
        <p:nvCxnSpPr>
          <p:cNvPr id="666" name="Google Shape;666;p30"/>
          <p:cNvCxnSpPr>
            <a:stCxn id="665" idx="0"/>
            <a:endCxn id="633" idx="2"/>
          </p:cNvCxnSpPr>
          <p:nvPr/>
        </p:nvCxnSpPr>
        <p:spPr>
          <a:xfrm flipH="1" rot="5400000">
            <a:off x="7011293" y="1869193"/>
            <a:ext cx="262500" cy="1822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7" name="Google Shape;667;p30"/>
          <p:cNvSpPr/>
          <p:nvPr/>
        </p:nvSpPr>
        <p:spPr>
          <a:xfrm>
            <a:off x="5791862" y="506973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68" name="Google Shape;668;p30"/>
          <p:cNvSpPr/>
          <p:nvPr/>
        </p:nvSpPr>
        <p:spPr>
          <a:xfrm>
            <a:off x="9056880" y="5067903"/>
            <a:ext cx="127339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69" name="Google Shape;669;p30"/>
          <p:cNvSpPr/>
          <p:nvPr/>
        </p:nvSpPr>
        <p:spPr>
          <a:xfrm>
            <a:off x="1097913" y="5066263"/>
            <a:ext cx="127339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cxnSp>
        <p:nvCxnSpPr>
          <p:cNvPr id="670" name="Google Shape;670;p30"/>
          <p:cNvCxnSpPr>
            <a:stCxn id="634" idx="2"/>
            <a:endCxn id="647" idx="0"/>
          </p:cNvCxnSpPr>
          <p:nvPr/>
        </p:nvCxnSpPr>
        <p:spPr>
          <a:xfrm>
            <a:off x="1734613" y="3361270"/>
            <a:ext cx="0" cy="17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71" name="Google Shape;671;p30"/>
          <p:cNvCxnSpPr>
            <a:stCxn id="635" idx="2"/>
            <a:endCxn id="655" idx="0"/>
          </p:cNvCxnSpPr>
          <p:nvPr/>
        </p:nvCxnSpPr>
        <p:spPr>
          <a:xfrm>
            <a:off x="3235889" y="3361270"/>
            <a:ext cx="0" cy="17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72" name="Google Shape;672;p30"/>
          <p:cNvCxnSpPr>
            <a:stCxn id="636" idx="2"/>
            <a:endCxn id="658" idx="0"/>
          </p:cNvCxnSpPr>
          <p:nvPr/>
        </p:nvCxnSpPr>
        <p:spPr>
          <a:xfrm>
            <a:off x="4834720" y="3361269"/>
            <a:ext cx="0" cy="17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73" name="Google Shape;673;p30"/>
          <p:cNvCxnSpPr>
            <a:stCxn id="637" idx="2"/>
            <a:endCxn id="653" idx="0"/>
          </p:cNvCxnSpPr>
          <p:nvPr/>
        </p:nvCxnSpPr>
        <p:spPr>
          <a:xfrm>
            <a:off x="6428563" y="3361269"/>
            <a:ext cx="0" cy="17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74" name="Google Shape;674;p30"/>
          <p:cNvCxnSpPr>
            <a:stCxn id="638" idx="2"/>
            <a:endCxn id="661" idx="0"/>
          </p:cNvCxnSpPr>
          <p:nvPr/>
        </p:nvCxnSpPr>
        <p:spPr>
          <a:xfrm flipH="1">
            <a:off x="9693436" y="3372855"/>
            <a:ext cx="1500" cy="15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5" name="Google Shape;675;p30"/>
          <p:cNvSpPr/>
          <p:nvPr/>
        </p:nvSpPr>
        <p:spPr>
          <a:xfrm>
            <a:off x="5785360" y="5591878"/>
            <a:ext cx="127339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Arquitecto Soluciones TI</a:t>
            </a:r>
            <a:endParaRPr/>
          </a:p>
        </p:txBody>
      </p:sp>
      <p:sp>
        <p:nvSpPr>
          <p:cNvPr id="676" name="Google Shape;676;p30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1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Planeación y Proyectos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2" name="Google Shape;682;p31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sp>
        <p:nvSpPr>
          <p:cNvPr id="683" name="Google Shape;683;p31"/>
          <p:cNvSpPr/>
          <p:nvPr/>
        </p:nvSpPr>
        <p:spPr>
          <a:xfrm>
            <a:off x="3230918" y="3779296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PMO Oxxo Mexico</a:t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1"/>
          <p:cNvSpPr/>
          <p:nvPr/>
        </p:nvSpPr>
        <p:spPr>
          <a:xfrm>
            <a:off x="5022309" y="2159359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 TI Oxxo México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Mauricio Guzman</a:t>
            </a:r>
            <a:endParaRPr/>
          </a:p>
        </p:txBody>
      </p:sp>
      <p:sp>
        <p:nvSpPr>
          <p:cNvPr id="685" name="Google Shape;685;p31"/>
          <p:cNvSpPr/>
          <p:nvPr/>
        </p:nvSpPr>
        <p:spPr>
          <a:xfrm>
            <a:off x="5076977" y="2758374"/>
            <a:ext cx="16088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Área Planeación y Proyectos</a:t>
            </a:r>
            <a:endParaRPr/>
          </a:p>
        </p:txBody>
      </p:sp>
      <p:cxnSp>
        <p:nvCxnSpPr>
          <p:cNvPr id="686" name="Google Shape;686;p31"/>
          <p:cNvCxnSpPr>
            <a:stCxn id="684" idx="2"/>
            <a:endCxn id="685" idx="0"/>
          </p:cNvCxnSpPr>
          <p:nvPr/>
        </p:nvCxnSpPr>
        <p:spPr>
          <a:xfrm>
            <a:off x="5881398" y="2612959"/>
            <a:ext cx="0" cy="14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7" name="Google Shape;687;p31"/>
          <p:cNvSpPr/>
          <p:nvPr/>
        </p:nvSpPr>
        <p:spPr>
          <a:xfrm>
            <a:off x="9707194" y="3779294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Gestion Pilotos EVA</a:t>
            </a:r>
            <a:endParaRPr/>
          </a:p>
        </p:txBody>
      </p:sp>
      <p:sp>
        <p:nvSpPr>
          <p:cNvPr id="688" name="Google Shape;688;p31"/>
          <p:cNvSpPr/>
          <p:nvPr/>
        </p:nvSpPr>
        <p:spPr>
          <a:xfrm>
            <a:off x="7842961" y="3781367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Procesos Solución</a:t>
            </a:r>
            <a:endParaRPr/>
          </a:p>
        </p:txBody>
      </p:sp>
      <p:sp>
        <p:nvSpPr>
          <p:cNvPr id="689" name="Google Shape;689;p31"/>
          <p:cNvSpPr/>
          <p:nvPr/>
        </p:nvSpPr>
        <p:spPr>
          <a:xfrm>
            <a:off x="4741597" y="453593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Portafolio Proyectos</a:t>
            </a:r>
            <a:endParaRPr/>
          </a:p>
        </p:txBody>
      </p:sp>
      <p:sp>
        <p:nvSpPr>
          <p:cNvPr id="690" name="Google Shape;690;p31"/>
          <p:cNvSpPr/>
          <p:nvPr/>
        </p:nvSpPr>
        <p:spPr>
          <a:xfrm>
            <a:off x="3276110" y="453593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Proyectos</a:t>
            </a:r>
            <a:endParaRPr/>
          </a:p>
        </p:txBody>
      </p:sp>
      <p:sp>
        <p:nvSpPr>
          <p:cNvPr id="691" name="Google Shape;691;p31"/>
          <p:cNvSpPr/>
          <p:nvPr/>
        </p:nvSpPr>
        <p:spPr>
          <a:xfrm>
            <a:off x="345136" y="453593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Gestion Capacidades</a:t>
            </a:r>
            <a:endParaRPr/>
          </a:p>
        </p:txBody>
      </p:sp>
      <p:sp>
        <p:nvSpPr>
          <p:cNvPr id="692" name="Google Shape;692;p31"/>
          <p:cNvSpPr/>
          <p:nvPr/>
        </p:nvSpPr>
        <p:spPr>
          <a:xfrm>
            <a:off x="6207084" y="453593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Portafolio Seguridad</a:t>
            </a:r>
            <a:endParaRPr/>
          </a:p>
        </p:txBody>
      </p:sp>
      <p:sp>
        <p:nvSpPr>
          <p:cNvPr id="693" name="Google Shape;693;p31"/>
          <p:cNvSpPr/>
          <p:nvPr/>
        </p:nvSpPr>
        <p:spPr>
          <a:xfrm>
            <a:off x="1810623" y="4535930"/>
            <a:ext cx="139172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Portafolio Proyectos</a:t>
            </a:r>
            <a:endParaRPr/>
          </a:p>
        </p:txBody>
      </p:sp>
      <p:cxnSp>
        <p:nvCxnSpPr>
          <p:cNvPr id="694" name="Google Shape;694;p31"/>
          <p:cNvCxnSpPr>
            <a:stCxn id="691" idx="0"/>
            <a:endCxn id="683" idx="2"/>
          </p:cNvCxnSpPr>
          <p:nvPr/>
        </p:nvCxnSpPr>
        <p:spPr>
          <a:xfrm rot="-5400000">
            <a:off x="2356050" y="2919980"/>
            <a:ext cx="300900" cy="293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31"/>
          <p:cNvCxnSpPr>
            <a:stCxn id="693" idx="0"/>
            <a:endCxn id="683" idx="2"/>
          </p:cNvCxnSpPr>
          <p:nvPr/>
        </p:nvCxnSpPr>
        <p:spPr>
          <a:xfrm rot="-5400000">
            <a:off x="3088787" y="3652730"/>
            <a:ext cx="300900" cy="146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6" name="Google Shape;696;p31"/>
          <p:cNvCxnSpPr>
            <a:stCxn id="689" idx="0"/>
            <a:endCxn id="683" idx="2"/>
          </p:cNvCxnSpPr>
          <p:nvPr/>
        </p:nvCxnSpPr>
        <p:spPr>
          <a:xfrm flipH="1" rot="5400000">
            <a:off x="4554261" y="3652730"/>
            <a:ext cx="300900" cy="146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7" name="Google Shape;697;p31"/>
          <p:cNvCxnSpPr>
            <a:stCxn id="692" idx="0"/>
            <a:endCxn id="683" idx="2"/>
          </p:cNvCxnSpPr>
          <p:nvPr/>
        </p:nvCxnSpPr>
        <p:spPr>
          <a:xfrm flipH="1" rot="5400000">
            <a:off x="5286998" y="2919980"/>
            <a:ext cx="300900" cy="293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8" name="Google Shape;698;p31"/>
          <p:cNvCxnSpPr>
            <a:stCxn id="690" idx="0"/>
            <a:endCxn id="683" idx="2"/>
          </p:cNvCxnSpPr>
          <p:nvPr/>
        </p:nvCxnSpPr>
        <p:spPr>
          <a:xfrm rot="-5400000">
            <a:off x="3821824" y="4385180"/>
            <a:ext cx="3009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9" name="Google Shape;699;p31"/>
          <p:cNvCxnSpPr>
            <a:stCxn id="683" idx="0"/>
            <a:endCxn id="685" idx="2"/>
          </p:cNvCxnSpPr>
          <p:nvPr/>
        </p:nvCxnSpPr>
        <p:spPr>
          <a:xfrm rot="-5400000">
            <a:off x="4643073" y="2540896"/>
            <a:ext cx="567300" cy="190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0" name="Google Shape;700;p31"/>
          <p:cNvCxnSpPr>
            <a:stCxn id="687" idx="0"/>
            <a:endCxn id="685" idx="2"/>
          </p:cNvCxnSpPr>
          <p:nvPr/>
        </p:nvCxnSpPr>
        <p:spPr>
          <a:xfrm flipH="1" rot="5400000">
            <a:off x="7881149" y="1212194"/>
            <a:ext cx="567300" cy="4566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1" name="Google Shape;701;p31"/>
          <p:cNvCxnSpPr>
            <a:stCxn id="688" idx="0"/>
            <a:endCxn id="685" idx="2"/>
          </p:cNvCxnSpPr>
          <p:nvPr/>
        </p:nvCxnSpPr>
        <p:spPr>
          <a:xfrm flipH="1" rot="5400000">
            <a:off x="6925424" y="2167967"/>
            <a:ext cx="569400" cy="2657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3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MX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Dirección TI Proximidad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8" name="Google Shape;708;p33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sp>
        <p:nvSpPr>
          <p:cNvPr id="709" name="Google Shape;709;p33"/>
          <p:cNvSpPr/>
          <p:nvPr/>
        </p:nvSpPr>
        <p:spPr>
          <a:xfrm>
            <a:off x="4362754" y="3170622"/>
            <a:ext cx="160884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Soporte Tienda</a:t>
            </a:r>
            <a:endParaRPr/>
          </a:p>
        </p:txBody>
      </p:sp>
      <p:sp>
        <p:nvSpPr>
          <p:cNvPr id="710" name="Google Shape;710;p33"/>
          <p:cNvSpPr/>
          <p:nvPr/>
        </p:nvSpPr>
        <p:spPr>
          <a:xfrm>
            <a:off x="5301210" y="2247895"/>
            <a:ext cx="1765008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Operaciones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Simon Garrido</a:t>
            </a:r>
            <a:endParaRPr/>
          </a:p>
        </p:txBody>
      </p:sp>
      <p:sp>
        <p:nvSpPr>
          <p:cNvPr id="711" name="Google Shape;711;p33"/>
          <p:cNvSpPr/>
          <p:nvPr/>
        </p:nvSpPr>
        <p:spPr>
          <a:xfrm>
            <a:off x="6396005" y="3170622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Soporte Central y CAD SUM</a:t>
            </a:r>
            <a:endParaRPr/>
          </a:p>
        </p:txBody>
      </p:sp>
      <p:cxnSp>
        <p:nvCxnSpPr>
          <p:cNvPr id="712" name="Google Shape;712;p33"/>
          <p:cNvCxnSpPr>
            <a:stCxn id="709" idx="0"/>
            <a:endCxn id="710" idx="2"/>
          </p:cNvCxnSpPr>
          <p:nvPr/>
        </p:nvCxnSpPr>
        <p:spPr>
          <a:xfrm rot="-5400000">
            <a:off x="5441824" y="2428872"/>
            <a:ext cx="467100" cy="1016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3" name="Google Shape;713;p33"/>
          <p:cNvCxnSpPr>
            <a:stCxn id="711" idx="0"/>
            <a:endCxn id="710" idx="2"/>
          </p:cNvCxnSpPr>
          <p:nvPr/>
        </p:nvCxnSpPr>
        <p:spPr>
          <a:xfrm flipH="1" rot="5400000">
            <a:off x="6485894" y="2401422"/>
            <a:ext cx="467100" cy="1071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4" name="Google Shape;714;p33"/>
          <p:cNvSpPr/>
          <p:nvPr/>
        </p:nvSpPr>
        <p:spPr>
          <a:xfrm>
            <a:off x="6514038" y="3803967"/>
            <a:ext cx="148211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Area Soporte Operaciones CDS</a:t>
            </a:r>
            <a:endParaRPr/>
          </a:p>
        </p:txBody>
      </p:sp>
      <p:cxnSp>
        <p:nvCxnSpPr>
          <p:cNvPr id="715" name="Google Shape;715;p33"/>
          <p:cNvCxnSpPr>
            <a:stCxn id="711" idx="2"/>
            <a:endCxn id="714" idx="0"/>
          </p:cNvCxnSpPr>
          <p:nvPr/>
        </p:nvCxnSpPr>
        <p:spPr>
          <a:xfrm>
            <a:off x="7255094" y="3624222"/>
            <a:ext cx="0" cy="1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6" name="Google Shape;716;p33"/>
          <p:cNvCxnSpPr>
            <a:stCxn id="714" idx="2"/>
          </p:cNvCxnSpPr>
          <p:nvPr/>
        </p:nvCxnSpPr>
        <p:spPr>
          <a:xfrm>
            <a:off x="7255093" y="4259640"/>
            <a:ext cx="0" cy="34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17" name="Google Shape;717;p33"/>
          <p:cNvCxnSpPr/>
          <p:nvPr/>
        </p:nvCxnSpPr>
        <p:spPr>
          <a:xfrm>
            <a:off x="5167174" y="3631458"/>
            <a:ext cx="0" cy="34501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8" name="Google Shape;718;p33"/>
          <p:cNvSpPr/>
          <p:nvPr/>
        </p:nvSpPr>
        <p:spPr>
          <a:xfrm>
            <a:off x="6574346" y="4593257"/>
            <a:ext cx="1361493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Soporte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x4</a:t>
            </a:r>
            <a:endParaRPr/>
          </a:p>
        </p:txBody>
      </p:sp>
      <p:sp>
        <p:nvSpPr>
          <p:cNvPr id="719" name="Google Shape;719;p33"/>
          <p:cNvSpPr/>
          <p:nvPr/>
        </p:nvSpPr>
        <p:spPr>
          <a:xfrm>
            <a:off x="4486427" y="3976475"/>
            <a:ext cx="1361493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Sistemas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7"/>
          <p:cNvSpPr txBox="1"/>
          <p:nvPr/>
        </p:nvSpPr>
        <p:spPr>
          <a:xfrm>
            <a:off x="444843" y="193282"/>
            <a:ext cx="9393357" cy="928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Organizacional</a:t>
            </a:r>
            <a:br>
              <a:rPr b="1" i="0" lang="es-MX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s-MX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Operaciones TI</a:t>
            </a:r>
            <a:endParaRPr b="0" i="0" sz="2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5" name="Google Shape;725;p37"/>
          <p:cNvSpPr/>
          <p:nvPr/>
        </p:nvSpPr>
        <p:spPr>
          <a:xfrm>
            <a:off x="5510913" y="1236465"/>
            <a:ext cx="1608840" cy="455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Operaciones TI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Simon Garrido</a:t>
            </a:r>
            <a:endParaRPr/>
          </a:p>
        </p:txBody>
      </p:sp>
      <p:sp>
        <p:nvSpPr>
          <p:cNvPr id="726" name="Google Shape;726;p37"/>
          <p:cNvSpPr/>
          <p:nvPr/>
        </p:nvSpPr>
        <p:spPr>
          <a:xfrm>
            <a:off x="2321789" y="1899220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Soporte Tienda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Jorge Hernandez</a:t>
            </a:r>
            <a:endParaRPr/>
          </a:p>
        </p:txBody>
      </p:sp>
      <p:sp>
        <p:nvSpPr>
          <p:cNvPr id="727" name="Google Shape;727;p37"/>
          <p:cNvSpPr/>
          <p:nvPr/>
        </p:nvSpPr>
        <p:spPr>
          <a:xfrm>
            <a:off x="802943" y="2935854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Soporte TI</a:t>
            </a:r>
            <a:endParaRPr/>
          </a:p>
        </p:txBody>
      </p:sp>
      <p:sp>
        <p:nvSpPr>
          <p:cNvPr id="728" name="Google Shape;728;p37"/>
          <p:cNvSpPr/>
          <p:nvPr/>
        </p:nvSpPr>
        <p:spPr>
          <a:xfrm>
            <a:off x="3955651" y="2937072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Soporte TI</a:t>
            </a:r>
            <a:endParaRPr/>
          </a:p>
        </p:txBody>
      </p:sp>
      <p:sp>
        <p:nvSpPr>
          <p:cNvPr id="729" name="Google Shape;729;p37"/>
          <p:cNvSpPr/>
          <p:nvPr/>
        </p:nvSpPr>
        <p:spPr>
          <a:xfrm>
            <a:off x="41110" y="405282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30" name="Google Shape;730;p37"/>
          <p:cNvSpPr/>
          <p:nvPr/>
        </p:nvSpPr>
        <p:spPr>
          <a:xfrm>
            <a:off x="41110" y="355491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31" name="Google Shape;731;p37"/>
          <p:cNvSpPr/>
          <p:nvPr/>
        </p:nvSpPr>
        <p:spPr>
          <a:xfrm>
            <a:off x="41110" y="4550731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32" name="Google Shape;732;p37"/>
          <p:cNvSpPr/>
          <p:nvPr/>
        </p:nvSpPr>
        <p:spPr>
          <a:xfrm>
            <a:off x="41110" y="5048639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33" name="Google Shape;733;p37"/>
          <p:cNvSpPr/>
          <p:nvPr/>
        </p:nvSpPr>
        <p:spPr>
          <a:xfrm>
            <a:off x="41109" y="5546547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34" name="Google Shape;734;p37"/>
          <p:cNvSpPr/>
          <p:nvPr/>
        </p:nvSpPr>
        <p:spPr>
          <a:xfrm>
            <a:off x="3184633" y="407177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35" name="Google Shape;735;p37"/>
          <p:cNvSpPr/>
          <p:nvPr/>
        </p:nvSpPr>
        <p:spPr>
          <a:xfrm>
            <a:off x="3184633" y="357387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36" name="Google Shape;736;p37"/>
          <p:cNvSpPr/>
          <p:nvPr/>
        </p:nvSpPr>
        <p:spPr>
          <a:xfrm>
            <a:off x="3184633" y="4569687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37" name="Google Shape;737;p37"/>
          <p:cNvSpPr/>
          <p:nvPr/>
        </p:nvSpPr>
        <p:spPr>
          <a:xfrm>
            <a:off x="3184633" y="5067595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38" name="Google Shape;738;p37"/>
          <p:cNvSpPr/>
          <p:nvPr/>
        </p:nvSpPr>
        <p:spPr>
          <a:xfrm>
            <a:off x="3184632" y="5565503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39" name="Google Shape;739;p37"/>
          <p:cNvSpPr/>
          <p:nvPr/>
        </p:nvSpPr>
        <p:spPr>
          <a:xfrm>
            <a:off x="3184632" y="6063411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40" name="Google Shape;740;p37"/>
          <p:cNvSpPr/>
          <p:nvPr/>
        </p:nvSpPr>
        <p:spPr>
          <a:xfrm>
            <a:off x="1665629" y="407177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41" name="Google Shape;741;p37"/>
          <p:cNvSpPr/>
          <p:nvPr/>
        </p:nvSpPr>
        <p:spPr>
          <a:xfrm>
            <a:off x="1665629" y="357387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42" name="Google Shape;742;p37"/>
          <p:cNvSpPr/>
          <p:nvPr/>
        </p:nvSpPr>
        <p:spPr>
          <a:xfrm>
            <a:off x="1665629" y="4569687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43" name="Google Shape;743;p37"/>
          <p:cNvSpPr/>
          <p:nvPr/>
        </p:nvSpPr>
        <p:spPr>
          <a:xfrm>
            <a:off x="1665629" y="5067595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44" name="Google Shape;744;p37"/>
          <p:cNvSpPr/>
          <p:nvPr/>
        </p:nvSpPr>
        <p:spPr>
          <a:xfrm>
            <a:off x="1665628" y="5565503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45" name="Google Shape;745;p37"/>
          <p:cNvSpPr/>
          <p:nvPr/>
        </p:nvSpPr>
        <p:spPr>
          <a:xfrm>
            <a:off x="4809153" y="407177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46" name="Google Shape;746;p37"/>
          <p:cNvSpPr/>
          <p:nvPr/>
        </p:nvSpPr>
        <p:spPr>
          <a:xfrm>
            <a:off x="4809153" y="357387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47" name="Google Shape;747;p37"/>
          <p:cNvSpPr/>
          <p:nvPr/>
        </p:nvSpPr>
        <p:spPr>
          <a:xfrm>
            <a:off x="4809153" y="4569687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48" name="Google Shape;748;p37"/>
          <p:cNvSpPr/>
          <p:nvPr/>
        </p:nvSpPr>
        <p:spPr>
          <a:xfrm>
            <a:off x="4809153" y="5067595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sp>
        <p:nvSpPr>
          <p:cNvPr id="749" name="Google Shape;749;p37"/>
          <p:cNvSpPr/>
          <p:nvPr/>
        </p:nvSpPr>
        <p:spPr>
          <a:xfrm>
            <a:off x="4809152" y="5565503"/>
            <a:ext cx="1273399" cy="4535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TI</a:t>
            </a:r>
            <a:endParaRPr/>
          </a:p>
        </p:txBody>
      </p:sp>
      <p:cxnSp>
        <p:nvCxnSpPr>
          <p:cNvPr id="750" name="Google Shape;750;p37"/>
          <p:cNvCxnSpPr>
            <a:stCxn id="730" idx="3"/>
            <a:endCxn id="727" idx="2"/>
          </p:cNvCxnSpPr>
          <p:nvPr/>
        </p:nvCxnSpPr>
        <p:spPr>
          <a:xfrm flipH="1" rot="10800000">
            <a:off x="1314509" y="3389314"/>
            <a:ext cx="184200" cy="392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1" name="Google Shape;751;p37"/>
          <p:cNvCxnSpPr>
            <a:stCxn id="741" idx="1"/>
            <a:endCxn id="727" idx="2"/>
          </p:cNvCxnSpPr>
          <p:nvPr/>
        </p:nvCxnSpPr>
        <p:spPr>
          <a:xfrm rot="10800000">
            <a:off x="1498829" y="3389371"/>
            <a:ext cx="166800" cy="411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2" name="Google Shape;752;p37"/>
          <p:cNvCxnSpPr>
            <a:stCxn id="729" idx="3"/>
            <a:endCxn id="727" idx="2"/>
          </p:cNvCxnSpPr>
          <p:nvPr/>
        </p:nvCxnSpPr>
        <p:spPr>
          <a:xfrm flipH="1" rot="10800000">
            <a:off x="1314509" y="3389523"/>
            <a:ext cx="184200" cy="89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3" name="Google Shape;753;p37"/>
          <p:cNvCxnSpPr>
            <a:stCxn id="740" idx="1"/>
            <a:endCxn id="727" idx="2"/>
          </p:cNvCxnSpPr>
          <p:nvPr/>
        </p:nvCxnSpPr>
        <p:spPr>
          <a:xfrm rot="10800000">
            <a:off x="1498829" y="3389579"/>
            <a:ext cx="166800" cy="909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4" name="Google Shape;754;p37"/>
          <p:cNvCxnSpPr>
            <a:stCxn id="731" idx="3"/>
            <a:endCxn id="727" idx="2"/>
          </p:cNvCxnSpPr>
          <p:nvPr/>
        </p:nvCxnSpPr>
        <p:spPr>
          <a:xfrm flipH="1" rot="10800000">
            <a:off x="1314509" y="3389431"/>
            <a:ext cx="184200" cy="1388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5" name="Google Shape;755;p37"/>
          <p:cNvCxnSpPr>
            <a:stCxn id="732" idx="3"/>
            <a:endCxn id="727" idx="2"/>
          </p:cNvCxnSpPr>
          <p:nvPr/>
        </p:nvCxnSpPr>
        <p:spPr>
          <a:xfrm flipH="1" rot="10800000">
            <a:off x="1314509" y="3389339"/>
            <a:ext cx="184200" cy="1886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6" name="Google Shape;756;p37"/>
          <p:cNvCxnSpPr>
            <a:stCxn id="743" idx="1"/>
            <a:endCxn id="727" idx="2"/>
          </p:cNvCxnSpPr>
          <p:nvPr/>
        </p:nvCxnSpPr>
        <p:spPr>
          <a:xfrm rot="10800000">
            <a:off x="1498829" y="3389395"/>
            <a:ext cx="166800" cy="1905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7" name="Google Shape;757;p37"/>
          <p:cNvCxnSpPr>
            <a:stCxn id="744" idx="1"/>
            <a:endCxn id="727" idx="2"/>
          </p:cNvCxnSpPr>
          <p:nvPr/>
        </p:nvCxnSpPr>
        <p:spPr>
          <a:xfrm rot="10800000">
            <a:off x="1498828" y="3389603"/>
            <a:ext cx="166800" cy="2402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8" name="Google Shape;758;p37"/>
          <p:cNvCxnSpPr>
            <a:stCxn id="733" idx="3"/>
            <a:endCxn id="727" idx="2"/>
          </p:cNvCxnSpPr>
          <p:nvPr/>
        </p:nvCxnSpPr>
        <p:spPr>
          <a:xfrm flipH="1" rot="10800000">
            <a:off x="1314508" y="3389546"/>
            <a:ext cx="184200" cy="238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9" name="Google Shape;759;p37"/>
          <p:cNvCxnSpPr>
            <a:stCxn id="735" idx="3"/>
            <a:endCxn id="728" idx="2"/>
          </p:cNvCxnSpPr>
          <p:nvPr/>
        </p:nvCxnSpPr>
        <p:spPr>
          <a:xfrm flipH="1" rot="10800000">
            <a:off x="4458032" y="3390571"/>
            <a:ext cx="193500" cy="41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0" name="Google Shape;760;p37"/>
          <p:cNvCxnSpPr>
            <a:stCxn id="746" idx="1"/>
            <a:endCxn id="728" idx="2"/>
          </p:cNvCxnSpPr>
          <p:nvPr/>
        </p:nvCxnSpPr>
        <p:spPr>
          <a:xfrm rot="10800000">
            <a:off x="4651653" y="3390571"/>
            <a:ext cx="157500" cy="41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1" name="Google Shape;761;p37"/>
          <p:cNvCxnSpPr>
            <a:stCxn id="745" idx="1"/>
            <a:endCxn id="728" idx="2"/>
          </p:cNvCxnSpPr>
          <p:nvPr/>
        </p:nvCxnSpPr>
        <p:spPr>
          <a:xfrm rot="10800000">
            <a:off x="4651653" y="3390779"/>
            <a:ext cx="157500" cy="907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2" name="Google Shape;762;p37"/>
          <p:cNvCxnSpPr>
            <a:stCxn id="747" idx="1"/>
            <a:endCxn id="728" idx="2"/>
          </p:cNvCxnSpPr>
          <p:nvPr/>
        </p:nvCxnSpPr>
        <p:spPr>
          <a:xfrm rot="10800000">
            <a:off x="4651653" y="3390687"/>
            <a:ext cx="157500" cy="1405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3" name="Google Shape;763;p37"/>
          <p:cNvCxnSpPr>
            <a:stCxn id="734" idx="3"/>
            <a:endCxn id="728" idx="2"/>
          </p:cNvCxnSpPr>
          <p:nvPr/>
        </p:nvCxnSpPr>
        <p:spPr>
          <a:xfrm flipH="1" rot="10800000">
            <a:off x="4458032" y="3390779"/>
            <a:ext cx="193500" cy="907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4" name="Google Shape;764;p37"/>
          <p:cNvCxnSpPr>
            <a:stCxn id="737" idx="3"/>
            <a:endCxn id="728" idx="2"/>
          </p:cNvCxnSpPr>
          <p:nvPr/>
        </p:nvCxnSpPr>
        <p:spPr>
          <a:xfrm flipH="1" rot="10800000">
            <a:off x="4458032" y="3390595"/>
            <a:ext cx="193500" cy="190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5" name="Google Shape;765;p37"/>
          <p:cNvCxnSpPr>
            <a:stCxn id="736" idx="3"/>
            <a:endCxn id="728" idx="2"/>
          </p:cNvCxnSpPr>
          <p:nvPr/>
        </p:nvCxnSpPr>
        <p:spPr>
          <a:xfrm flipH="1" rot="10800000">
            <a:off x="4458032" y="3390687"/>
            <a:ext cx="193500" cy="1405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6" name="Google Shape;766;p37"/>
          <p:cNvCxnSpPr>
            <a:stCxn id="748" idx="1"/>
            <a:endCxn id="728" idx="2"/>
          </p:cNvCxnSpPr>
          <p:nvPr/>
        </p:nvCxnSpPr>
        <p:spPr>
          <a:xfrm rot="10800000">
            <a:off x="4651653" y="3390595"/>
            <a:ext cx="157500" cy="190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7" name="Google Shape;767;p37"/>
          <p:cNvCxnSpPr>
            <a:stCxn id="738" idx="3"/>
            <a:endCxn id="728" idx="2"/>
          </p:cNvCxnSpPr>
          <p:nvPr/>
        </p:nvCxnSpPr>
        <p:spPr>
          <a:xfrm flipH="1" rot="10800000">
            <a:off x="4458031" y="3390803"/>
            <a:ext cx="193500" cy="2401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8" name="Google Shape;768;p37"/>
          <p:cNvCxnSpPr>
            <a:stCxn id="739" idx="3"/>
            <a:endCxn id="728" idx="2"/>
          </p:cNvCxnSpPr>
          <p:nvPr/>
        </p:nvCxnSpPr>
        <p:spPr>
          <a:xfrm flipH="1" rot="10800000">
            <a:off x="4458031" y="3390711"/>
            <a:ext cx="193500" cy="2899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9" name="Google Shape;769;p37"/>
          <p:cNvCxnSpPr>
            <a:stCxn id="749" idx="1"/>
            <a:endCxn id="728" idx="2"/>
          </p:cNvCxnSpPr>
          <p:nvPr/>
        </p:nvCxnSpPr>
        <p:spPr>
          <a:xfrm rot="10800000">
            <a:off x="4651652" y="3390803"/>
            <a:ext cx="157500" cy="2401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0" name="Google Shape;770;p37"/>
          <p:cNvCxnSpPr>
            <a:stCxn id="727" idx="0"/>
            <a:endCxn id="726" idx="2"/>
          </p:cNvCxnSpPr>
          <p:nvPr/>
        </p:nvCxnSpPr>
        <p:spPr>
          <a:xfrm rot="-5400000">
            <a:off x="1990207" y="1863354"/>
            <a:ext cx="581100" cy="1563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1" name="Google Shape;771;p37"/>
          <p:cNvCxnSpPr>
            <a:stCxn id="728" idx="0"/>
            <a:endCxn id="726" idx="2"/>
          </p:cNvCxnSpPr>
          <p:nvPr/>
        </p:nvCxnSpPr>
        <p:spPr>
          <a:xfrm flipH="1" rot="5400000">
            <a:off x="3565964" y="1851522"/>
            <a:ext cx="582300" cy="1588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2" name="Google Shape;772;p37"/>
          <p:cNvSpPr/>
          <p:nvPr/>
        </p:nvSpPr>
        <p:spPr>
          <a:xfrm>
            <a:off x="6254157" y="3203904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7"/>
          <p:cNvSpPr/>
          <p:nvPr/>
        </p:nvSpPr>
        <p:spPr>
          <a:xfrm>
            <a:off x="6400479" y="4298528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74" name="Google Shape;774;p37"/>
          <p:cNvSpPr/>
          <p:nvPr/>
        </p:nvSpPr>
        <p:spPr>
          <a:xfrm>
            <a:off x="6400479" y="3800620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75" name="Google Shape;775;p37"/>
          <p:cNvSpPr/>
          <p:nvPr/>
        </p:nvSpPr>
        <p:spPr>
          <a:xfrm>
            <a:off x="6400479" y="4796436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76" name="Google Shape;776;p37"/>
          <p:cNvSpPr/>
          <p:nvPr/>
        </p:nvSpPr>
        <p:spPr>
          <a:xfrm>
            <a:off x="6400479" y="5294344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77" name="Google Shape;777;p37"/>
          <p:cNvSpPr/>
          <p:nvPr/>
        </p:nvSpPr>
        <p:spPr>
          <a:xfrm>
            <a:off x="6400478" y="5792252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78" name="Google Shape;778;p37"/>
          <p:cNvSpPr/>
          <p:nvPr/>
        </p:nvSpPr>
        <p:spPr>
          <a:xfrm>
            <a:off x="7772432" y="319952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7"/>
          <p:cNvSpPr/>
          <p:nvPr/>
        </p:nvSpPr>
        <p:spPr>
          <a:xfrm>
            <a:off x="7890761" y="428381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80" name="Google Shape;780;p37"/>
          <p:cNvSpPr/>
          <p:nvPr/>
        </p:nvSpPr>
        <p:spPr>
          <a:xfrm>
            <a:off x="7890761" y="378590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81" name="Google Shape;781;p37"/>
          <p:cNvSpPr/>
          <p:nvPr/>
        </p:nvSpPr>
        <p:spPr>
          <a:xfrm>
            <a:off x="7890761" y="47817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82" name="Google Shape;782;p37"/>
          <p:cNvSpPr/>
          <p:nvPr/>
        </p:nvSpPr>
        <p:spPr>
          <a:xfrm>
            <a:off x="7890761" y="5279627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83" name="Google Shape;783;p37"/>
          <p:cNvSpPr/>
          <p:nvPr/>
        </p:nvSpPr>
        <p:spPr>
          <a:xfrm>
            <a:off x="7890760" y="577753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84" name="Google Shape;784;p37"/>
          <p:cNvSpPr/>
          <p:nvPr/>
        </p:nvSpPr>
        <p:spPr>
          <a:xfrm>
            <a:off x="9381042" y="428381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85" name="Google Shape;785;p37"/>
          <p:cNvSpPr/>
          <p:nvPr/>
        </p:nvSpPr>
        <p:spPr>
          <a:xfrm>
            <a:off x="9381042" y="378590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86" name="Google Shape;786;p37"/>
          <p:cNvSpPr/>
          <p:nvPr/>
        </p:nvSpPr>
        <p:spPr>
          <a:xfrm>
            <a:off x="9381042" y="47817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87" name="Google Shape;787;p37"/>
          <p:cNvSpPr/>
          <p:nvPr/>
        </p:nvSpPr>
        <p:spPr>
          <a:xfrm>
            <a:off x="9381042" y="5279627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88" name="Google Shape;788;p37"/>
          <p:cNvSpPr/>
          <p:nvPr/>
        </p:nvSpPr>
        <p:spPr>
          <a:xfrm>
            <a:off x="9381041" y="577753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89" name="Google Shape;789;p37"/>
          <p:cNvSpPr/>
          <p:nvPr/>
        </p:nvSpPr>
        <p:spPr>
          <a:xfrm>
            <a:off x="10834622" y="428381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90" name="Google Shape;790;p37"/>
          <p:cNvSpPr/>
          <p:nvPr/>
        </p:nvSpPr>
        <p:spPr>
          <a:xfrm>
            <a:off x="10834622" y="3785903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91" name="Google Shape;791;p37"/>
          <p:cNvSpPr/>
          <p:nvPr/>
        </p:nvSpPr>
        <p:spPr>
          <a:xfrm>
            <a:off x="10834622" y="4781719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92" name="Google Shape;792;p37"/>
          <p:cNvSpPr/>
          <p:nvPr/>
        </p:nvSpPr>
        <p:spPr>
          <a:xfrm>
            <a:off x="10834622" y="5279627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93" name="Google Shape;793;p37"/>
          <p:cNvSpPr/>
          <p:nvPr/>
        </p:nvSpPr>
        <p:spPr>
          <a:xfrm>
            <a:off x="10834621" y="5777535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sp>
        <p:nvSpPr>
          <p:cNvPr id="794" name="Google Shape;794;p37"/>
          <p:cNvSpPr/>
          <p:nvPr/>
        </p:nvSpPr>
        <p:spPr>
          <a:xfrm>
            <a:off x="10834620" y="6274501"/>
            <a:ext cx="1273399" cy="4535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Coordinador Sistemas</a:t>
            </a:r>
            <a:endParaRPr/>
          </a:p>
        </p:txBody>
      </p:sp>
      <p:cxnSp>
        <p:nvCxnSpPr>
          <p:cNvPr id="795" name="Google Shape;795;p37"/>
          <p:cNvCxnSpPr>
            <a:stCxn id="772" idx="0"/>
            <a:endCxn id="796" idx="2"/>
          </p:cNvCxnSpPr>
          <p:nvPr/>
        </p:nvCxnSpPr>
        <p:spPr>
          <a:xfrm rot="-5400000">
            <a:off x="7904471" y="1917054"/>
            <a:ext cx="332400" cy="2241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7" name="Google Shape;797;p37"/>
          <p:cNvCxnSpPr/>
          <p:nvPr/>
        </p:nvCxnSpPr>
        <p:spPr>
          <a:xfrm rot="10800000">
            <a:off x="9191385" y="2902594"/>
            <a:ext cx="739200" cy="258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8" name="Google Shape;798;p37"/>
          <p:cNvCxnSpPr/>
          <p:nvPr/>
        </p:nvCxnSpPr>
        <p:spPr>
          <a:xfrm>
            <a:off x="9185327" y="2353780"/>
            <a:ext cx="6020" cy="9310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9" name="Google Shape;799;p37"/>
          <p:cNvCxnSpPr>
            <a:stCxn id="790" idx="1"/>
          </p:cNvCxnSpPr>
          <p:nvPr/>
        </p:nvCxnSpPr>
        <p:spPr>
          <a:xfrm rot="10800000">
            <a:off x="10771922" y="3614303"/>
            <a:ext cx="62700" cy="398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0" name="Google Shape;800;p37"/>
          <p:cNvCxnSpPr>
            <a:stCxn id="789" idx="1"/>
          </p:cNvCxnSpPr>
          <p:nvPr/>
        </p:nvCxnSpPr>
        <p:spPr>
          <a:xfrm rot="10800000">
            <a:off x="10771922" y="3629511"/>
            <a:ext cx="62700" cy="88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1" name="Google Shape;801;p37"/>
          <p:cNvCxnSpPr>
            <a:stCxn id="791" idx="1"/>
          </p:cNvCxnSpPr>
          <p:nvPr/>
        </p:nvCxnSpPr>
        <p:spPr>
          <a:xfrm rot="10800000">
            <a:off x="10771922" y="3637218"/>
            <a:ext cx="62700" cy="1371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2" name="Google Shape;802;p37"/>
          <p:cNvCxnSpPr>
            <a:stCxn id="792" idx="1"/>
          </p:cNvCxnSpPr>
          <p:nvPr/>
        </p:nvCxnSpPr>
        <p:spPr>
          <a:xfrm rot="10800000">
            <a:off x="10771922" y="3659027"/>
            <a:ext cx="62700" cy="1847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3" name="Google Shape;803;p37"/>
          <p:cNvCxnSpPr>
            <a:stCxn id="793" idx="1"/>
          </p:cNvCxnSpPr>
          <p:nvPr/>
        </p:nvCxnSpPr>
        <p:spPr>
          <a:xfrm rot="10800000">
            <a:off x="10765021" y="3659235"/>
            <a:ext cx="69600" cy="2345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4" name="Google Shape;804;p37"/>
          <p:cNvCxnSpPr>
            <a:stCxn id="794" idx="1"/>
          </p:cNvCxnSpPr>
          <p:nvPr/>
        </p:nvCxnSpPr>
        <p:spPr>
          <a:xfrm rot="10800000">
            <a:off x="10771920" y="3659100"/>
            <a:ext cx="62700" cy="2842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5" name="Google Shape;805;p37"/>
          <p:cNvCxnSpPr>
            <a:stCxn id="788" idx="1"/>
          </p:cNvCxnSpPr>
          <p:nvPr/>
        </p:nvCxnSpPr>
        <p:spPr>
          <a:xfrm rot="10800000">
            <a:off x="9340541" y="3653235"/>
            <a:ext cx="40500" cy="235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6" name="Google Shape;806;p37"/>
          <p:cNvCxnSpPr>
            <a:stCxn id="726" idx="0"/>
            <a:endCxn id="725" idx="2"/>
          </p:cNvCxnSpPr>
          <p:nvPr/>
        </p:nvCxnSpPr>
        <p:spPr>
          <a:xfrm rot="-5400000">
            <a:off x="4585644" y="169420"/>
            <a:ext cx="207000" cy="3252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6" name="Google Shape;796;p37"/>
          <p:cNvSpPr/>
          <p:nvPr/>
        </p:nvSpPr>
        <p:spPr>
          <a:xfrm>
            <a:off x="8450292" y="2415826"/>
            <a:ext cx="148211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Area Soporte Operaciones CDS</a:t>
            </a:r>
            <a:endParaRPr/>
          </a:p>
        </p:txBody>
      </p:sp>
      <p:sp>
        <p:nvSpPr>
          <p:cNvPr id="807" name="Google Shape;807;p37"/>
          <p:cNvSpPr/>
          <p:nvPr/>
        </p:nvSpPr>
        <p:spPr>
          <a:xfrm>
            <a:off x="8380907" y="1895040"/>
            <a:ext cx="1608840" cy="45567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Soporte Central y CAD SUM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Juan Jose Leonardo Sanchez</a:t>
            </a:r>
            <a:endParaRPr/>
          </a:p>
        </p:txBody>
      </p:sp>
      <p:sp>
        <p:nvSpPr>
          <p:cNvPr id="808" name="Google Shape;808;p37"/>
          <p:cNvSpPr/>
          <p:nvPr/>
        </p:nvSpPr>
        <p:spPr>
          <a:xfrm>
            <a:off x="9248526" y="319952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7"/>
          <p:cNvSpPr/>
          <p:nvPr/>
        </p:nvSpPr>
        <p:spPr>
          <a:xfrm>
            <a:off x="10702106" y="3199523"/>
            <a:ext cx="1391727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Sistemas Cluster</a:t>
            </a:r>
            <a:endParaRPr b="1"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0" name="Google Shape;810;p37"/>
          <p:cNvCxnSpPr>
            <a:stCxn id="807" idx="0"/>
            <a:endCxn id="725" idx="2"/>
          </p:cNvCxnSpPr>
          <p:nvPr/>
        </p:nvCxnSpPr>
        <p:spPr>
          <a:xfrm flipH="1" rot="5400000">
            <a:off x="7648877" y="358590"/>
            <a:ext cx="202800" cy="2870100"/>
          </a:xfrm>
          <a:prstGeom prst="bentConnector3">
            <a:avLst>
              <a:gd fmla="val 50025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1" name="Google Shape;811;p37"/>
          <p:cNvCxnSpPr>
            <a:stCxn id="778" idx="0"/>
            <a:endCxn id="796" idx="2"/>
          </p:cNvCxnSpPr>
          <p:nvPr/>
        </p:nvCxnSpPr>
        <p:spPr>
          <a:xfrm rot="-5400000">
            <a:off x="8665846" y="2674073"/>
            <a:ext cx="327900" cy="723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2" name="Google Shape;812;p37"/>
          <p:cNvCxnSpPr>
            <a:stCxn id="809" idx="0"/>
            <a:endCxn id="796" idx="2"/>
          </p:cNvCxnSpPr>
          <p:nvPr/>
        </p:nvCxnSpPr>
        <p:spPr>
          <a:xfrm flipH="1" rot="5400000">
            <a:off x="10130770" y="1932323"/>
            <a:ext cx="327900" cy="2206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3" name="Google Shape;813;p37"/>
          <p:cNvCxnSpPr>
            <a:stCxn id="780" idx="1"/>
          </p:cNvCxnSpPr>
          <p:nvPr/>
        </p:nvCxnSpPr>
        <p:spPr>
          <a:xfrm rot="10800000">
            <a:off x="7833461" y="3653003"/>
            <a:ext cx="57300" cy="359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4" name="Google Shape;814;p37"/>
          <p:cNvCxnSpPr>
            <a:stCxn id="774" idx="1"/>
          </p:cNvCxnSpPr>
          <p:nvPr/>
        </p:nvCxnSpPr>
        <p:spPr>
          <a:xfrm rot="10800000">
            <a:off x="6324579" y="3653020"/>
            <a:ext cx="75900" cy="374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5" name="Google Shape;815;p37"/>
          <p:cNvCxnSpPr>
            <a:stCxn id="773" idx="1"/>
          </p:cNvCxnSpPr>
          <p:nvPr/>
        </p:nvCxnSpPr>
        <p:spPr>
          <a:xfrm rot="10800000">
            <a:off x="6324579" y="3653228"/>
            <a:ext cx="75900" cy="872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6" name="Google Shape;816;p37"/>
          <p:cNvCxnSpPr>
            <a:stCxn id="775" idx="1"/>
          </p:cNvCxnSpPr>
          <p:nvPr/>
        </p:nvCxnSpPr>
        <p:spPr>
          <a:xfrm rot="10800000">
            <a:off x="6328479" y="3653136"/>
            <a:ext cx="72000" cy="1370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7" name="Google Shape;817;p37"/>
          <p:cNvCxnSpPr>
            <a:stCxn id="776" idx="1"/>
          </p:cNvCxnSpPr>
          <p:nvPr/>
        </p:nvCxnSpPr>
        <p:spPr>
          <a:xfrm rot="10800000">
            <a:off x="6328479" y="4972144"/>
            <a:ext cx="72000" cy="549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8" name="Google Shape;818;p37"/>
          <p:cNvCxnSpPr>
            <a:stCxn id="777" idx="1"/>
          </p:cNvCxnSpPr>
          <p:nvPr/>
        </p:nvCxnSpPr>
        <p:spPr>
          <a:xfrm rot="10800000">
            <a:off x="6328478" y="3680552"/>
            <a:ext cx="72000" cy="23385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9" name="Google Shape;819;p37"/>
          <p:cNvCxnSpPr>
            <a:stCxn id="779" idx="1"/>
          </p:cNvCxnSpPr>
          <p:nvPr/>
        </p:nvCxnSpPr>
        <p:spPr>
          <a:xfrm rot="10800000">
            <a:off x="7837061" y="3653211"/>
            <a:ext cx="53700" cy="857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0" name="Google Shape;820;p37"/>
          <p:cNvCxnSpPr>
            <a:stCxn id="781" idx="1"/>
          </p:cNvCxnSpPr>
          <p:nvPr/>
        </p:nvCxnSpPr>
        <p:spPr>
          <a:xfrm rot="10800000">
            <a:off x="7833461" y="3653118"/>
            <a:ext cx="57300" cy="1355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1" name="Google Shape;821;p37"/>
          <p:cNvCxnSpPr>
            <a:stCxn id="782" idx="1"/>
          </p:cNvCxnSpPr>
          <p:nvPr/>
        </p:nvCxnSpPr>
        <p:spPr>
          <a:xfrm rot="10800000">
            <a:off x="7837061" y="3653027"/>
            <a:ext cx="53700" cy="185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2" name="Google Shape;822;p37"/>
          <p:cNvCxnSpPr>
            <a:stCxn id="783" idx="1"/>
          </p:cNvCxnSpPr>
          <p:nvPr/>
        </p:nvCxnSpPr>
        <p:spPr>
          <a:xfrm rot="10800000">
            <a:off x="7837060" y="3653235"/>
            <a:ext cx="53700" cy="23511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3" name="Google Shape;823;p37"/>
          <p:cNvSpPr txBox="1"/>
          <p:nvPr/>
        </p:nvSpPr>
        <p:spPr>
          <a:xfrm>
            <a:off x="-1" y="1121805"/>
            <a:ext cx="1149791" cy="324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Be</a:t>
            </a:r>
            <a:endParaRPr/>
          </a:p>
        </p:txBody>
      </p:sp>
      <p:cxnSp>
        <p:nvCxnSpPr>
          <p:cNvPr id="824" name="Google Shape;824;p37"/>
          <p:cNvCxnSpPr>
            <a:stCxn id="785" idx="1"/>
          </p:cNvCxnSpPr>
          <p:nvPr/>
        </p:nvCxnSpPr>
        <p:spPr>
          <a:xfrm rot="10800000">
            <a:off x="9340542" y="3653003"/>
            <a:ext cx="40500" cy="359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5" name="Google Shape;825;p37"/>
          <p:cNvCxnSpPr>
            <a:stCxn id="784" idx="1"/>
          </p:cNvCxnSpPr>
          <p:nvPr/>
        </p:nvCxnSpPr>
        <p:spPr>
          <a:xfrm rot="10800000">
            <a:off x="9340542" y="3653211"/>
            <a:ext cx="40500" cy="857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6" name="Google Shape;826;p37"/>
          <p:cNvCxnSpPr>
            <a:stCxn id="786" idx="1"/>
          </p:cNvCxnSpPr>
          <p:nvPr/>
        </p:nvCxnSpPr>
        <p:spPr>
          <a:xfrm rot="10800000">
            <a:off x="9340542" y="3653118"/>
            <a:ext cx="40500" cy="1355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7" name="Google Shape;827;p37"/>
          <p:cNvCxnSpPr>
            <a:stCxn id="787" idx="1"/>
          </p:cNvCxnSpPr>
          <p:nvPr/>
        </p:nvCxnSpPr>
        <p:spPr>
          <a:xfrm rot="10800000">
            <a:off x="9340542" y="3653027"/>
            <a:ext cx="40500" cy="185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8"/>
          <p:cNvSpPr txBox="1"/>
          <p:nvPr>
            <p:ph type="ctrTitle"/>
          </p:nvPr>
        </p:nvSpPr>
        <p:spPr>
          <a:xfrm>
            <a:off x="939816" y="4283637"/>
            <a:ext cx="5448627" cy="10339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</a:pPr>
            <a:r>
              <a:t/>
            </a:r>
            <a:endParaRPr/>
          </a:p>
        </p:txBody>
      </p:sp>
      <p:sp>
        <p:nvSpPr>
          <p:cNvPr id="833" name="Google Shape;833;p38"/>
          <p:cNvSpPr txBox="1"/>
          <p:nvPr>
            <p:ph idx="1" type="subTitle"/>
          </p:nvPr>
        </p:nvSpPr>
        <p:spPr>
          <a:xfrm>
            <a:off x="939816" y="5344363"/>
            <a:ext cx="5448627" cy="561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Tema de Office">
  <a:themeElements>
    <a:clrScheme name="femsa P&amp;H">
      <a:dk1>
        <a:srgbClr val="000000"/>
      </a:dk1>
      <a:lt1>
        <a:srgbClr val="FFFFFF"/>
      </a:lt1>
      <a:dk2>
        <a:srgbClr val="EFBAA6"/>
      </a:dk2>
      <a:lt2>
        <a:srgbClr val="F1EFF1"/>
      </a:lt2>
      <a:accent1>
        <a:srgbClr val="FF5800"/>
      </a:accent1>
      <a:accent2>
        <a:srgbClr val="F2B23E"/>
      </a:accent2>
      <a:accent3>
        <a:srgbClr val="B1AFB1"/>
      </a:accent3>
      <a:accent4>
        <a:srgbClr val="E41936"/>
      </a:accent4>
      <a:accent5>
        <a:srgbClr val="FF7057"/>
      </a:accent5>
      <a:accent6>
        <a:srgbClr val="AD475B"/>
      </a:accent6>
      <a:hlink>
        <a:srgbClr val="000000"/>
      </a:hlink>
      <a:folHlink>
        <a:srgbClr val="53565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2025-10-15T17:50:58Z</dcterms:created>
  <dc:creator>Perez Sanchez Maria Fernanda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Office:8\2_Tema de Office:12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