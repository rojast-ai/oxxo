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XGaAZyjPv2l+R71jFilhGv5is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413040-41B6-4560-804F-09DCCC5C365C}">
  <a:tblStyle styleId="{F0413040-41B6-4560-804F-09DCCC5C365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3920C94E-1CE5-46BD-8314-4987C165B5D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Traducir necesidades del área de RH en requerimientos tecnológicos precisos, asegurando alineación entre el negocio y los equipos técnicos.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Mantener la estabilidad de las soluciones de RH durante procesos de cambio, garantizando cumplimiento normativo laboral en todo momento.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el producto tecnológico del dominio de Recursos Humanos, siendo el puente entre el área de RH y TI, para asegurar que las soluciones que soportan los procesos de nómina, administración de personal, talento y cumplimiento laboral respondan a las necesidades del negocio con calidad, estabilidad y mejora continua.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RH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de Soluciones BackOffice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6" name="Google Shape;96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2" name="Google Shape;122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7" name="Google Shape;137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{F0413040-41B6-4560-804F-09DCCC5C365C}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RH: priorizando en conjunto con el área usuaria y el Gerente de Soluciones BackOffice, para asegurar que el portafolio refleje las necesidades reales del negocio.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del área de RH: mediante sesiones de trabajo estructuradas y análisis de procesos, para traducirlas en requerimientos funcionales claros dirigidos a los equipos de desarrollo y proveedores.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tecnológicas de RH: desde la definición de requerimientos hasta la puesta en producción y estabilización, alineando con Desarrollo, Arquitectura TI y Operaciones TI para garantizar entregas de calidad en tiempo y forma.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la evaluación y validación de soluciones propuestas para el dominio RH: analizando compatibilidad con sistemas existentes, impacto en procesos y cumplimiento normativo laboral, para apoyar las decisiones del Gerente de Soluciones BackOffice.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 las soluciones de RH: documentando estatus operativo, incidencias y áreas de mejora, para garantizar la continuidad del servicio y la toma de decisiones oportuna.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oportunidades de automatización y mejora en los procesos de RH: colaborando con el TPO de Automatización y el área usuaria para proponer soluciones que incrementen la eficiencia operativa.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junto con proveedores de tecnología las actividades de soporte y mantenimiento evolutivo de las soluciones del dominio RH, verificando el cumplimiento de los acuerdos contractuales.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documentación técnica y funcional de las soluciones del dominio RH para asegurar la transferencia de conocimiento, la trazabilidad de cambios y la continuidad operativa.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del backlog de requerimientos de RH en función de valor para el negocio, urgencia operativa y recursos disponibles.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Aceptación o rechazo de entregables técnicos de proveedores y equipos de desarrollo, verificando que cumplan los criterios funcionales y de calidad acordados.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TPO Finanzas Ingresos, TPO FAST, TPO Automatización, TPO Fiscal Cumplimiento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{3920C94E-1CE5-46BD-8314-4987C165B5DC}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Soluciones BackOffice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Área de Recursos Humanos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Relevar necesidades y validar soluciones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TPO Automatización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Identificar oportunidades de automatización en RH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Desarrollo de Soluciones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desarrollo e integración de soluciones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RH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de Soluciones BackOffice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