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mEVRICK0d4Qr6KD81p/9so0XF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D6A4B3-2640-4DFA-AFE4-2F1663A62E20}">
  <a:tblStyle styleId="{FED6A4B3-2640-4DFA-AFE4-2F1663A62E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74F4F6D-D9FC-415C-B55C-888DEF74BFC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Garantizar la integridad y confiabilidad de los datos financieros en soluciones con alta interdependencia entre sistemas.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Traducir requerimientos financieros complejos en especificaciones tecnológicas precisas, asegurando alineación entre el área de Finanzas y los equipos técnicos.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del backlog de requerimientos financieros en función de impacto en los procesos de ingresos, urgencia operativa y recursos disponibles.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Aceptación o rechazo de entregables técnicos verificando que cumplan criterios de precisión, integridad de datos y normativa financiera aplicable.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y mantener actualizado el backlog de iniciativas y requerimientos del dominio Finanzas Ingresos: priorizando en conjunto con el área usuaria y el Gerente de Soluciones BackOffice, para asegurar que el portafolio refleje las prioridades financieras del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consolidar las necesidades tecnológicas de las áreas de Finanzas: mediante sesiones de trabajo y análisis de procesos, para traducirlas en requerimientos funcionales claros dirigidos a los equipos técnicos y proveedores.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el seguimiento del ciclo de vida de las soluciones tecnológicas de Finanzas Ingresos: desde la definición de requerimientos hasta la puesta en producción, alineando con Desarrollo, Arquitectura TI y Operaciones TI para garantizar entregas de calidad en tiempo y forma.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la evaluación y validación de soluciones propuestas para el dominio financiero: analizando compatibilidad con sistemas existentes, integridad de datos e impacto en procesos contables, para apoyar las decisiones del Gerente de Soluciones BackOffice.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Reportar periódicamente los indicadores de desempeño y SLAs de las soluciones de Finanzas Ingresos: documentando estatus operativo, incidencias y áreas de mejora, para garantizar la confiabilidad del servicio y la toma de decisiones oportuna.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oportunidades de automatización y digitalización en los procesos financieros: colaborando con el TPO de Automatización y el área usuaria para proponer soluciones que incrementen la eficiencia y reduzcan el riesgo operativo.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junto con proveedores de tecnología las actividades de soporte y mantenimiento evolutivo de las soluciones del dominio Finanzas Ingresos, verificando el cumplimiento de acuerdos contractuales y estándares de seguridad de la información.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documentación técnica y funcional de las soluciones del dominio para asegurar la transferencia de conocimiento, la trazabilidad de cambios y la continuidad operativa.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el producto tecnológico del dominio de Finanzas e Ingresos, siendo el puente entre las áreas financieras y TI, para asegurar que las soluciones que soportan los procesos de contabilidad, ingresos, cuentas por cobrar y reporteo financiero respondan a las necesidades del negocio con precisión, estabilidad y mejora continua.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Finanzas Ingresos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" name="Google Shape;97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8" name="Google Shape;98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2" name="Google Shape;1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4" name="Google Shape;124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9" name="Google Shape;139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{FED6A4B3-2640-4DFA-AFE4-2F1663A62E20}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</a:t>
            </a:r>
            <a:endParaRPr b="1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RH, TPO FAST, TPO Automatización, TPO Fiscal Cumplimiento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{974F4F6D-D9FC-415C-B55C-888DEF74BFC5}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de Soluciones BackOffice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dominio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 de Finanzas /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necesidades y validar soluciones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TPO Automatización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Identificar oportunidades de automatización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integración de soluciones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TPO Finanzas Ingresos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