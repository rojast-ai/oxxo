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BiRTfgauc8TztKnJiCmozG/A8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0D7095-319D-4CD9-B3E3-3D546399697E}">
  <a:tblStyle styleId="{F10D7095-319D-4CD9-B3E3-3D54639969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76C6C4E-4737-4126-905A-BAF3CBA7A6B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Garantizar la implementación oportuna de cambios tecnológicos derivados de modificaciones regulatorias fiscales, en plazos generalmente ajustados y sin margen de incumplimiento.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Mantener la integridad y trazabilidad de los datos fiscales en un entorno con múltiples sistemas interdependientes, minimizando el riesgo de errores ante las autoridades.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requerimientos fiscales considerando plazos regulatorios, impacto en el cumplimiento ante autoridades y capacidad de ejecución del equipo técnico.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Aceptación o rechazo de entregables técnicos del dominio fiscal, verificando que cumplan criterios de precisión normativa, integridad de datos y plazos requeridos.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el producto tecnológico del dominio fiscal, siendo el puente entre el área de Fiscal y Cumplimiento y TI, para asegurar que las soluciones que soportan los procesos de cumplimiento fiscal, facturación electrónica y reporteo regulatorio respondan con precisión a los requerimientos normativos de OXXO México, mitigando riesgos de incumplimiento.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Fiscal Cumplimiento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 Soluciones BackOffice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{F10D7095-319D-4CD9-B3E3-3D546399697E}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Fiscal Cumplimiento: priorizando con el área usuaria y el Gerente de Soluciones BackOffice los cambios derivados de actualizaciones regulatorias y necesidades operativas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del área Fiscal: mediante sesiones de trabajo y análisis de cambios normativos, para traducirlas en requerimientos funcionales claros que garanticen el cumplimiento oportuno ante las autoridades fiscales.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tecnológicas fiscales: desde la definición de requerimientos hasta la puesta en producción, alineando con Desarrollo, Arquitectura TI y Operaciones TI para asegurar entregas dentro de los plazos regulatorios requeridos.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soluciones y desarrollos fiscales: verificando la correcta interpretación de las obligaciones regulatorias, la integridad de los datos y la compatibilidad con los sistemas existentes, para apoyar las decisiones del Gerente de Soluciones BackOffice.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 las soluciones fiscales: documentando disponibilidad, incidencias y riesgos regulatorios, para garantizar la continuidad del cumplimiento fiscal de la organización.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oportunidades de automatización en los procesos de cumplimiento fiscal: colaborando con el TPO de Automatización para proponer soluciones que reduzcan el riesgo de error humano y mejoren la eficiencia de los procesos regulatorios.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junto con proveedores de tecnología fiscal las actividades de soporte, mantenimiento y actualización de soluciones ante cambios en la normativa del SAT y otras autoridades, verificando el cumplimiento de los compromisos contractuales.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documentación técnica y funcional de las soluciones del dominio fiscal para garantizar la trazabilidad de cambios, la transferencia de conocimiento y la evidencia de cumplimiento normativo.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TPO RH, TPO Finanzas Ingresos, TPO FAST, TPO Automatización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{176C6C4E-4737-4126-905A-BAF3CBA7A6B2}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Soluciones BackOffice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 Fiscal /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Relevar necesidades regulatorias y validar soluciones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TPO Automatización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Identificar automatizaciones en procesos fiscales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Desarrollo de Soluciones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desarrollo e integración de soluciones fiscales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Fiscal Cumplimiento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 Soluciones BackOffice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