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ZJ25Vr3vohAxfVYpmsimfQzqO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19C10E-BE99-4049-95EB-8062E51E3929}">
  <a:tblStyle styleId="{9219C10E-BE99-4049-95EB-8062E51E392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62A958F5-BEED-4278-AAD1-BBEF98CDC28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Gestionar la evolución de la plataforma FAST manteniendo la estabilidad operativa y minimizando el impacto en los procesos administrativos durante los cambios.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Alinear las expectativas de múltiples áreas usuarias con las capacidades reales de la plataforma y los tiempos de entrega del equipo técnico y proveedores.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requerimientos y mejoras sobre la plataforma FAST en función del impacto operativo, urgencia del negocio y recursos técnicos disponibles.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Aceptación o rechazo de entregables y configuraciones sobre FAST, verificando que no generen impactos negativos en los procesos dependientes.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 la plataforma FAST: priorizando con las áreas usuarias y el Gerente de Soluciones BackOffice, para asegurar que el portafolio de evolución responda a las necesidades operativas del negocio.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las áreas usuarias sobre FAST: mediante sesiones de trabajo y análisis de procesos, para traducirlas en requerimientos funcionales claros para los equipos técnicos y proveedores.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y mejoras sobre la plataforma FAST: desde la definición de requerimientos hasta la puesta en producción, alineando con Desarrollo, Arquitectura TI y Operaciones TI para garantizar entregas de calidad con mínimo impacto en la operación.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la evaluación y validación de desarrollos y configuraciones propuestos sobre FAST: verificando compatibilidad, integridad funcional e impacto en procesos dependientes, para apoyar las decisiones del Gerente de Soluciones BackOffice.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 la plataforma FAST: documentando disponibilidad, incidencias y áreas de mejora, para garantizar la continuidad operativa de los procesos que dependen de ella.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oportunidades de optimización y automatización sobre la plataforma FAST: colaborando con el TPO de Automatización para proponer soluciones que simplifiquen procesos administrativos y reduzcan el trabajo manual.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junto con el proveedor de FAST las actividades de soporte, mantenimiento y actualización de la plataforma ante cambios en requerimientos del negocio, verificando el cumplimiento de los acuerdos contractuales y la hoja de ruta tecnológica.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documentación técnica y funcional de la plataforma FAST para asegurar la transferencia de conocimiento, la trazabilidad de cambios y la continuidad operativa ante rotaciones del equipo.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el producto tecnológico de la plataforma FAST, siendo el puente entre las áreas usuarias y TI, para asegurar la estabilidad, evolución y correcta adopción de las soluciones administrativas y financieras que soportan los procesos de gestión interna de OXXO México, contribuyendo a la eficiencia operativa y a la toma de decisiones del negocio.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FAST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 Soluciones BackOffice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{9219C10E-BE99-4049-95EB-8062E51E3929}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TPO RH, TPO Finanzas Ingresos, TPO Automatización, TPO Fiscal Cumplimiento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{62A958F5-BEED-4278-AAD1-BBEF98CDC288}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Soluciones BackOffice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Áreas usuarias de FAST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Relevar necesidades y validar soluciones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TPO Automatización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Identificar oportunidades de automatización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Desarrollo de Soluciones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desarrollo e integración sobre FAST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FAST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 Soluciones BackOffice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