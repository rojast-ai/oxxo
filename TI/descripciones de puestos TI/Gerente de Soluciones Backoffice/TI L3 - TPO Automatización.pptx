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dzgiE2MB+TRYb3paakoqb+JB+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CD6DB0-0100-40EF-B723-685122947C8D}">
  <a:tblStyle styleId="{14CD6DB0-0100-40EF-B723-685122947C8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E16D443-1EEC-4055-9293-A5C02D7E1DD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Identificar y priorizar procesos con alto potencial de automatización en un entorno con múltiples dominios funcionales y sistemas interdependientes.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la adopción efectiva de las soluciones automatizadas por parte de las áreas usuarias, gestionando el cambio y garantizando la estabilidad post-implementación.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Selección de herramientas y metodologías de automatización más adecuadas para cada proceso backoffice, evaluando impacto, viabilidad técnica y costo de implementación.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del backlog de automatizaciones considerando potencial de eficiencia, urgencia operativa y capacidad de ejecución del equipo técnico.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documentar oportunidades de automatización en los procesos backoffice, en colaboración con los demás TPOs y las áreas usuarias, para construir y priorizar el backlog de iniciativas con mayor impacto operativo.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 soluciones de automatización de procesos (RPA, integraciones, workflows digitales) con base en los requerimientos levantados, para presentar propuestas técnicas viables al Gerente de Soluciones BackOffice y a los equipos de desarrollo.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y dar seguimiento a las soluciones de automatización en conjunto con el equipo de Desarrollo de Soluciones y los proveedores tecnológicos, para asegurar entregas de calidad, adopción por parte de los usuarios y cumplimiento de los objetivos de eficiencia definidos.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la validación de las automatizaciones desarrolladas: verificando que los flujos automatizados operen correctamente, que los datos procesados sean íntegros y que el impacto en los procesos dependientes sea el esperado.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Reportar periódicamente los indicadores de desempeño de las soluciones de automatización: documentando el impacto generado, la estabilidad operativa y las oportunidades de mejora identificadas, para mantener informado al Gerente de Soluciones BackOffice.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nuevas herramientas y tendencias de automatización e inteligencia artificial aplicables al backoffice, para proponer iniciativas que generen ventaja operativa y competitiva para la organización.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Alinear con Arquitectura TI los diseños de automatización propuestos, asegurando su consistencia con los estándares tecnológicos, la seguridad de la información y la arquitectura del ecosistema de OXXO México.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 automatización implementadas para garantizar la trazabilidad, el mantenimiento y la transferencia de conocimiento al equipo.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 automatización dentro del dominio backoffice, identificando, diseñando e implementando soluciones que incrementen la eficiencia operativa de las áreas de RH, Finanzas, Fiscal y Administración de OXXO México, reduciendo el trabajo manual y habilitando la escalabilidad de las operaciones internas.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Automatización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{14CD6DB0-0100-40EF-B723-685122947C8D}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RH, TPO Finanzas Ingresos, TPO FAST, TPO Fiscal Cumplimiento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{AE16D443-1EEC-4055-9293-A5C02D7E1DD4}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BackOffice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 iniciativas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TPOs BackOffice (RH, Finanzas, FAST, Fiscal)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y ejecutar oportunidades de automatización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diseño técnico de soluciones de automatización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implementación de automatizaciones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Automatización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