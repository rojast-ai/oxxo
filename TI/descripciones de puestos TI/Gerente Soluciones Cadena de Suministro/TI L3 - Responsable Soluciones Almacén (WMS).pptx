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jURLjz5ArxmvsnKNkS7YjmkI/G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EB0CCAE-2B7B-47ED-8999-3436D6953692}">
  <a:tblStyle styleId="{6EB0CCAE-2B7B-47ED-8999-3436D695369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994DA6A8-2DE0-45B9-990E-C77EA98E2A70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7" name="Google Shape;1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Mantener la continuidad operativa del WMS 24/7 en todos los CEDIS, gestionando simultáneamente la mejora continua del sistema y la atención de incidencias críticas.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Integrar el soporte técnico de distribución a la plataforma WMS como parte de la consolidación definida en FFP, asegurando estabilidad durante la transición.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Configuración de estrategias de guardado y flujo de trabajo dentro del CEDIS, definiendo las reglas operativas que optimizan el uso del espacio y la velocidad de surtido.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Priorización de ajustes técnicos y planes de contingencia del WMS para mantener la continuidad operativa 24/7 de los centros de distribución.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Documentar y mantener actualizado el backlog de iniciativas y requerimientos del dominio WMS: priorizando en conjunto con los Gerentes de CEDIS y el Gerente Soluciones Cadena de Suministro, para asegurar que el portafolio responda a las necesidades operativas de los centros de distribución.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Identificar y consolidar las necesidades tecnológicas de los equipos de operación de CEDIS: mediante sesiones de trabajo y análisis de procesos de almacenamiento, para traducirlas en requerimientos funcionales claros dirigidos a los equipos técnicos y proveedores.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Ejecutar el seguimiento del ciclo de vida de las soluciones WMS: desde la definición de requerimientos hasta la puesta en producción, alineando con Desarrollo de Soluciones, Arquitectura TI y Operaciones TI para garantizar entregas de calidad con mínimo impacto en la operación continua de los CEDIS.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Administrar y configurar el sistema WMS para optimizar los procesos de recibo, surtido y embarque en los CEDIS, reduciendo tiempos de ciclo y garantizando la exactitud del inventario en cada nodo logístico.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la evaluación y validación de configuraciones y desarrollos propuestos sobre el WMS: verificando compatibilidad, impacto en la operación y cumplimiento de los estándares técnicos, para apoyar las decisiones del Gerente Soluciones Cadena de Suministro.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Reportar periódicamente los indicadores de desempeño y SLAs del WMS: documentando disponibilidad, incidencias y exactitud de inventario, para garantizar la continuidad operativa de los CEDIS y activar planes de contingencia oportunamente.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Ejecutar la integración de dispositivos operativos (handhelds, voz, automatización) con el WMS, verificando la conectividad y disponibilidad de los equipos en cada CEDIS en coordinación con el equipo de infraestructura.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documentación técnica y funcional del WMS para asegurar la transferencia de conocimiento, la trazabilidad de cambios y la continuidad operativa ante rotaciones del equipo o cambios de proveedor.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Cumplir y promover la aplicación de los procesos y rituales cultura de la Compañía.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Gestionar la eficiencia tecnológica de la operación dentro de los CEDIS a través de la correcta implementación, configuración y soporte del sistema de gestión de almacenes (WMS), siendo el puente entre los equipos de operación logística y TI, para garantizar la continuidad operativa 24/7, la exactitud del inventario y la eficiencia de los procesos de recibo, surtido y embarque.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6" name="Google Shape;96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7" name="Google Shape;97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0" name="Google Shape;10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1" name="Google Shape;10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2" name="Google Shape;10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" name="Google Shape;122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3" name="Google Shape;123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" name="Google Shape;131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7" name="Google Shape;137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8" name="Google Shape;138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{6EB0CCAE-2B7B-47ED-8999-3436D6953692}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9" name="Google Shape;139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Responsable Soluciones Almacén (WMS)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Soluciones Cadena de Suministro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095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Arial"/>
              <a:buChar char="•"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095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Arial"/>
              <a:buChar char="•"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Responsable Soluciones Abasto y Planeación, Responsable Soluciones Transporte y Distribución, Responsable Visibilidad y Analítica de Red, TPO Core Administrativo, TPO Mercaderías, TPO EDI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0" name="Google Shape;150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{994DA6A8-2DE0-45B9-990E-C77EA98E2A70}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Soluciones Cadena de Suministro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prioridades y reportar avance del dominio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Gerentes CEDIS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Soporte a la operación y mejora continua de procesos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Control de Inventarios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Conciliación de existencias sistema vs. físico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Arquitectura TI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Validar estándares de integración y diseño técnico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" name="Google Shape;151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Responsable Soluciones Almacén (WMS)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Soluciones Cadena de Suministro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