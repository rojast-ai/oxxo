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S5leD9rM08O7tup+i8aWjcY+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DBF375-7EAC-4CEC-8E32-89B31C9FEE36}">
  <a:tblStyle styleId="{16DBF375-7EAC-4CEC-8E32-89B31C9FEE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48DEBC8-E501-47EE-994C-59ED6007C83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Mantener la integridad de datos en una base de SKUs masiva y en constante rotación, asegurando que los atributos logísticos estén completos y actualizados en todos los sistemas.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Acelerar el time-to-market de nuevos productos mediante la simplificación de los flujos sistémicos de alta, reduciendo rechazos en WMS y TMS por información incompleta.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estándares de datos obligatorios para la integración de nuevos proveedores y productos, asegurando la consistencia de la información en todos los sistemas logísticos.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requerimientos tecnológicos para la gestión de catálogos multiformato, considerando impacto en el time-to-market de nuevos productos y capacidad de ejecución del equipo.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Mercaderías CdS: priorizando en conjunto con las áreas de Comercial, Compras y el Gerente Soluciones Cadena de Suministro, para asegurar que el portafolio refleje las necesidades de gestión de catálogos y datos maestros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Comercial y Operaciones CEDIS: mediante sesiones de trabajo y análisis de procesos de alta y mantenimiento de productos, para traducirlas en requerimientos funcionales claros dirigidos a los equipos técnicos y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de datos maestros y mercaderías: desde la definición de requerimientos hasta la puesta en producción, alineando con Desarrollo de Soluciones, Arquitectura TI y Operaciones TI para garantizar entregas de calidad en tiempo y 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la gestión de catálogos: analizando integridad de atributos logísticos, compatibilidad con WMS y TMS e impacto en el flujo de mercancía,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calidad de datos maestros: documentando incidencias de rechazo en WMS y TMS, cobertura de atributos y tiempo de alta de nuevos productos, para garantizar la confiabilidad de la información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oportunidades de optimización en las interfaces entre los sistemas Comerciales y los operativos (WMS/TMS), para agilizar el alta y mantenimiento de artículos y reducir el time-to-market de nuevos productos.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herramientas de monitoreo y alertamiento de calidad de datos maestros: gestionando el proceso sistémico de alta de nuevos productos para reducir rechazos en WMS y TMS por información incompleta o incorrecta.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para asegurar la transferencia de conocimiento, la trazabilidad de cambios y los estándares de datos obligatorios para la integración de nuevos proveedores y productos.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 datos maestros y mercaderías de la cadena de suministro, siendo el puente entre las áreas de Comercial, Operaciones CEDIS y TI, para asegurar la eficiencia, calidad y gobernanza del flujo de información de productos a través de los sistemas logísticos, garantizando que la operación cuente con información precisa para el flujo de mercancía.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{16DBF375-7EAC-4CEC-8E32-89B31C9FEE36}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Mercaderías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Almacén (WMS), Responsable Soluciones Transporte y Distribución, Responsable Visibilidad y Analítica de Red, TPO Core Administrativo,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{048DEBC8-E501-47EE-994C-59ED6007C838}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 / Compras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catálogos, atributos y alta de nuevos productos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atributos logísticos de productos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de datos maestros e integración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Mercaderías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