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pWMSD79K+Pq/3nS3BoClFTjxL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C0460D-812C-4D1D-A237-E385D5F1144A}">
  <a:tblStyle styleId="{DBC0460D-812C-4D1D-A237-E385D5F114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F52D0A5-8B30-4918-BD41-A2FAC2E6FB9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Integrar datos de múltiples sistemas (WMS, TMS, ERP) en una sola fuente de verdad, garantizando calidad, consistencia y actualización en tiempo real de la información logística.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Traducir grandes volúmenes de datos operativos en insights accionables que habiliten decisiones rápidas y precisas por parte de los equipos de negocio logístico.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Definición de métricas estándar de desempeño logístico y selección de herramientas de BI, determinando qué indicadores son prioritarios para la toma de decisiones operativas del negocio.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integraciones de datos entre sistemas logísticos, evaluando impacto en la calidad de la información, complejidad técnica y urgencia del negocio.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Visibilidad y Analítica: priorizando en conjunto con las áreas de Planeación Estratégica Logística y el Gerente Soluciones Cadena de Suministro, para asegurar que el portafolio analítico responda a las necesidades de decisión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de visibilidad e información de las áreas logísticas: mediante sesiones de trabajo y análisis de los procesos de monitoreo operativo, para traducirlas en requerimientos funcionales claros dirigidos a los equipos de datos y desarrollo.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Diseñar y desarrollar la Torre de Control de la cadena de suministro: integrando dashboards de KPIs de logística y abasto que habiliten la toma de decisiones operativas en tiempo real por parte de las áreas de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analíticas: desde la definición de requerimientos hasta la puesta en producción, alineando con el equipo de Datos TI, Desarrollo de Soluciones y Arquitectura TI para garantizar entregas de calidad y confiabilidad de la información.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modelos analíticos de causa raíz para identificar cuellos de botella en la red logística, utilizando datos de WMS, TMS y ERP para generar recomendaciones accionables que mejoren el nivel de servicio.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de las herramientas de visibilidad: documentando adopción, calidad de datos y áreas de mejora, para garantizar la continuidad del servicio analítico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la integración de múltiples sistemas (WMS, TMS, ERP) en una sola fuente de verdad, para habilitar la visibilidad de inventario en tránsito y nodos logísticos y reducir la incertidumbre operativa.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analíticas para asegurar la transferencia de conocimiento, la trazabilidad de cambios y la gobernanza de los datos logísticos.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las capacidades analíticas y las herramientas de visibilidad de la cadena de suministro de OXXO México, siendo el puente entre los equipos de negocio logístico y TI, para proveer una Torre de Control que habilite la toma de decisiones operativas en tiempo real y permita monitorear el desempeño de extremo a extremo de la red logística.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{DBC0460D-812C-4D1D-A237-E385D5F1144A}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Visibilidad y Analítica de Red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Responsable Soluciones Abasto y Planeación, Responsable Soluciones Almacén (WMS), Responsable Soluciones Transporte y Distribución, TPO Core Administrativo, TPO Mercaderías, TPO EDI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{DF52D0A5-8B30-4918-BD41-A2FAC2E6FB9F}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Datos T</a:t>
                      </a: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Extracción, integración y calidad de datos logísticos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Planeación Estratégica Logística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Proyección de necesidades de red y análisis de desempeño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Finanzas Logística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costos y variaciones operativas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Responsable Visibilidad y Analítica de Red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