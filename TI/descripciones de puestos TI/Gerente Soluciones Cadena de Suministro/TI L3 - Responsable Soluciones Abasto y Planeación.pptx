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nOQdib6ICPK4DhsFM4e/1m2c+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D2C073-3889-4D47-95DC-710B2589731F}">
  <a:tblStyle styleId="{F8D2C073-3889-4D47-95DC-710B258973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98CD230-FBB9-4951-B7D8-F8463B45BA7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Reducir los niveles de agotados en tienda sin incrementar excesivamente el inventario en la red, calibrando con precisión los parámetros de los sistemas de planeación.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la calidad e integridad de las señales de demanda que fluyen desde el POS hacia los sistemas de abasto, en un entorno con alta volumetría de datos y múltiples fuentes.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Ajustes en los parámetros de los sistemas de resurtido para reducir agotados, evaluando el impacto en los niveles de inventario y la operación logística.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mejoras en herramientas de compra automática considerando urgencia operativa, impacto en el nivel de servicio y capacidad de ejecución del equipo técnico.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Abasto y Planeación: priorizando en conjunto con el equipo de S&amp;OP y el Gerente Soluciones Cadena de Suministro, para asegurar que el portafolio tecnológico responda a las necesidades operativas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del equipo de Abasto y Compras: mediante sesiones de trabajo y análisis de procesos de resurtido y planeación de demanda, para traducirlas en requerimientos funcionales claros dirigidos a los equipos de desarrollo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abasto y planeación: desde la definición de requerimientos hasta la puesta en producción, alineando con Desarrollo de Soluciones, Arquitectura TI y Operaciones TI para garantizar entregas de calidad en tiempo y 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ajustes en los parámetros de los sistemas de resurtido: analizando el impacto en los niveles de inventario y disponibilidad de producto,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de abasto: documentando estatus operativo, incidencias y áreas de mejora, para garantizar la continuidad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oportunidades de mejora en los algoritmos de pronóstico y compra automática: colaborando con los equipos de negocio de Abasto para traducir reglas comerciales en parámetros sistémicos que minimicen las intervenciones manuales.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gestión de la integración de señales de demanda desde el punto de venta hacia los sistemas de S&amp;OP y planeación, verificando que los parámetros de resurtido reflejen la realidad del negocio para reducir agotados sin sobreinventario.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para asegurar la transferencia de conocimiento, la trazabilidad de cambios y la continuidad operativa.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soluciones tecnológicas que optimizan el pronóstico de demanda y el resurtido automático de OXXO México, siendo el puente entre el equipo de S&amp;OP, Abasto y TI, para garantizar la disponibilidad de producto en tienda de forma eficiente, reduciendo agotados sin generar sobreinventario en la red.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{F8D2C073-3889-4D47-95DC-710B2589731F}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Soluciones Abasto y Planeación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{698CD230-FBB9-4951-B7D8-F8463B45BA71}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Abasto y Compras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reglas de negocio para resurtido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Asegurar escalabilidad de modelos de datos de inventarios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Visibilidad y Analítica de Red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señales de demanda e indicadores de abasto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Soluciones Abasto y Planeación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Almacén (WMS), Responsable Soluciones Transporte y Distribución, Responsable Visibilidad y Analítica de Red, TPO Core Administrativo, TPO Mercaderías,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