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SuT4AkIVGfoS3LBt2qMS/Idyn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50C2C1-FA1F-4A77-B0EA-4DFB280409FD}">
  <a:tblStyle styleId="{1650C2C1-FA1F-4A77-B0EA-4DFB280409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7CEB9AE2-BC57-42E7-A473-61D3CC42362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del backlog de mejoras en sistemas administrativos y financieros de la cadena, considerando impacto en el cierre mensual, cumplimiento normativo y recursos disponibles.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Definición de reglas de negocio y validación para la liquidación automática de servicios logísticos y transporte, asegurando la integridad de los datos entre la operación de campo y el corporativo.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Core Administrativo: priorizando en conjunto con las áreas de Finanzas CdS y el Gerente Soluciones Cadena de Suministro, para asegurar que el portafolio refleje las prioridades administrativas y financieras de la cadena.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Finanzas CdS y BackOffice: mediante sesiones de trabajo y análisis de procesos de conciliación, facturación y auditoría, para traducirlas en requerimientos funcionales claros dirigidos a los equipos técnicos y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administrativas de la cadena: desde la definición de requerimientos hasta la puesta en producción, alineando con Desarrollo de Soluciones, Arquitectura TI y Operaciones TI para garantizar entregas de calidad en tiempo y 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propuestas para el dominio Core Administrativo: analizando integridad de datos, impacto en los procesos de conciliación e integración con ERP y sistemas contables, para apoyar las decisiones del Gerente Soluciones Cadena de Suministro.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las soluciones administrativas: documentando estatus operativo, incidencias y áreas de mejora, para garantizar la confiabilidad del servicio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oportunidades de automatización en los procesos administrativos de la cadena, implementando interfaces y reglas de negocio en los sistemas para reducir errores en el cierre mensual y facilitar el cumplimiento normativo.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la gestión de la integración y flujo de datos operativos desde los nodos logísticos hacia los sistemas contables y ERP centrales, verificando la calidad e integridad de los datos entre sistemas de campo y corporativo.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del dominio para asegurar la transferencia de conocimiento, la trazabilidad de cambios y la evidencia de cumplimiento normativo.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producto tecnológico de los procesos administrativos, financieros y de control de la cadena de suministro, siendo el puente entre las áreas de Finanzas CdS, BackOffice y TI, para asegurar la continuidad operativa, integridad de datos y evolución de las plataformas que soportan la visibilidad del gasto y la liquidación operativa de la cadena.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{1650C2C1-FA1F-4A77-B0EA-4DFB280409FD}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Core Administrativo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Garantizar el cumplimiento normativo y fiscal en todas las transacciones sistémicas de la cadena, manteniendo la trazabilidad e integridad de los datos en un entorno con múltiples sistemas interdependientes.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Reducir el margen de error en las interfaces de datos entre la operación de campo y el corporativo, minimizando el impacto en el cierre mensual y los procesos de auditoría.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{7CEB9AE2-BC57-42E7-A473-61D3CC42362E}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Finanzas CdS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Conciliación de cuentas y auditoría administrativa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BackOffice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Sincronización con ERP y sistemas contables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estándares de integración con ERP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Core Administrativo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Responsable Soluciones Abasto y Planeación, Responsable Soluciones Almacén (WMS), Responsable Soluciones Transporte y Distribución, Responsable Visibilidad y Analítica de Red, TPO Mercaderías, TPO EDI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