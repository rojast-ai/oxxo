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0XeM2pB+6wZmh7YAtZpUJn1HB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F13009-B6F0-49BF-BDBC-BD3B4B126ACE}">
  <a:tblStyle styleId="{77F13009-B6F0-49BF-BDBC-BD3B4B126A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18A7598E-E47F-4ECE-BB16-DCCB23C15BA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Lograr la digitalización del 100% de la base de proveedores, eliminando procesos manuales de recepción de documentos en un entorno con proveedores de distintos niveles de madurez tecnológica.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Mantener la estabilidad de la comunicación ante picos de demanda masiva (temporadas altas o promociones), garantizando la integridad y puntualidad de los documentos transaccionales.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Selección de protocolos de comunicación y estándares de mensajes (EDIFact, XML, AS2) a implementar con proveedores, evaluando compatibilidad, seguridad y escalabilidad.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la resolución de incidentes críticos de transmisión que afecten el recibo de mercancía en CEDIS, balanceando urgencia operativa y capacidad técnica disponible.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 la plataforma EDI: priorizando en conjunto con las áreas de Abastecimiento y el Gerente Soluciones Cadena de Suministro, para asegurar que el portafolio responda a las necesidades de conectividad y digitalización con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Abastecimiento y Cuentas por Pagar: mediante sesiones de trabajo y análisis de los procesos transaccionales con proveedores, para traducirlas en requerimientos funcionales claros dirigidos a los equipos técnicos y proveedores VAN.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EDI: desde la definición de requerimientos hasta la puesta en producción, alineando con Desarrollo de Soluciones, Arquitectura TI y Operaciones TI para garantizar entregas de calidad dentro de los plazos operativos requeridos.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mantener los estándares técnicos de comunicación electrónica (EDIFact, XML, AS2) con proveedores nacionales e internacionales, para garantizar que el flujo de documentos transaccionales sea confiable, seguro y escalable para la operación logística.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la evaluación y validación de soluciones y configuraciones propuestas sobre la plataforma EDI: verificando cumplimiento de estándares, integridad de documentos transaccionales e impacto en los sistemas internos (WMS, SAP, Abasto), para apoyar las decisiones del Gerente Soluciones Cadena de Suministro.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 plataforma EDI: documentando disponibilidad, incidencias de transmisión y cobertura de proveedores digitalizados, para garantizar la continuidad operativa y la toma de decisiones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proceso de onboarding técnico de nuevos proveedores: validando el cumplimiento de los estándares de conectividad de la compañía, con el fin de digitalizar la base de proveedores y eliminar procesos manuales de recepción de documentos.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documentación técnica y funcional de la plataforma EDI para asegurar la transferencia de conocimiento, la trazabilidad de cambios y los estándares de integración con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 la plataforma de intercambio electrónico de datos (EDI), siendo el puente entre las áreas de Abastecimiento, Cuentas por Pagar y TI, para asegurar una comunicación fluida, estandarizada y segura de los documentos transaccionales entre OXXO y su red de proveedores, habilitando la digitalización total de los procesos de intercambio comercial.</a:t>
            </a:r>
            <a:endParaRPr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{77F13009-B6F0-49BF-BDBC-BD3B4B126ACE}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EDI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Responsable Soluciones Abasto y Planeación, Responsable Soluciones Almacén (WMS), Responsable Soluciones Transporte y Distribución, Responsable Visibilidad y Analítica de Red, TPO Core Administrativo, TPO Mercaderías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{18A7598E-E47F-4ECE-BB16-DCCB23C15BAE}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Soluciones Cadena de Suministro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Abastecimiento (Compras)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 técnica y onboarding de proveedores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Cuentas por Pagar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Resolver discrepancias en facturación electrónica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protocolos de comunicación y estándares EDI/API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EDI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Soluciones Cadena de Suministro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