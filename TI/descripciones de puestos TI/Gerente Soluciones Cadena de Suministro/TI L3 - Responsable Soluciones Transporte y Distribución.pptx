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9HAYi7itJ+1CnPaJ+Bc1lJINl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A75BDA-65E5-4B68-8E1A-D30AE326CDE3}">
  <a:tblStyle styleId="{94A75BDA-65E5-4B68-8E1A-D30AE326CD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4B64F5C-2167-4247-B758-22A1C593D1C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Lograr puntualidad en las ventanas de entrega a tienda optimizando simultáneamente el costo del flete en una red de distribución de alta complejidad y cobertura nacional.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Mantener la visibilidad en tiempo real de la flota integrando múltiples fuentes de datos de telemetría con los sistemas logísticos internos.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Selección de herramientas de visibilidad en tránsito y configuración de zonas de entrega, evaluando funcionalidad, integración con sistemas existentes y costo.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ajustes en los algoritmos de ruteo del TMS para mejorar la puntualidad de entregas y reducir el costo del flete por tienda.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Transporte y Distribución: priorizando en conjunto con el equipo de Transporte y el Gerente Soluciones Cadena de Suministro, para asegurar que el portafolio tecnológico responda a las necesidades operativas de distribución.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los equipos de Transporte y Tráfico: mediante sesiones de trabajo y análisis de procesos de ruteo y entrega, para traducirlas en requerimientos funcionales claros dirigidos a los equipos técnicos y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del TMS: desde la definición de requerimientos hasta la puesta en producción, alineando con Desarrollo de Soluciones, Arquitectura TI y Operaciones TI para garantizar entregas de calidad en tiempo y 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y dar seguimiento a las herramientas de telemetría y monitoreo en tiempo real de la flota de distribución, integrando alertas con sistemas internos para mejorar la seguridad patrimonial y el cumplimiento de ventanas de entrega a tienda.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configuraciones y desarrollos propuestos sobre el TMS: verificando impacto en la operación de ruteo, integridad de datos y compatibilidad con los sistemas logísticos existentes, para apoyar las decisiones del Gerente Soluciones Cadena de Suministro.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del TMS: documentando puntualidad de entregas, incidencias y costos de flete, para garantizar la continuidad operativa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oportunidades de optimización en los algoritmos de ruteo del TMS: analizando patrones de demanda y restricciones operativas para proponer ajustes que reduzcan el kilometraje, consumo de combustible y costo del flete por tienda.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del dominio para asegurar la transferencia de conocimiento, la trazabilidad de cambios y la continuidad operativa.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las plataformas tecnológicas que habilitan la planeación de rutas, el monitoreo de flota y la entrega de última milla a las tiendas OXXO, siendo el puente entre los equipos de Transporte, Tráfico y TI, para optimizar el costo del flete, asegurar la puntualidad en las ventanas de entrega y garantizar la visibilidad en tiempo real de la operación de distribución.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{94A75BDA-65E5-4B68-8E1A-D30AE326CDE3}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Transporte y Distribución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Responsable Soluciones Abasto y Planeación, Responsable Soluciones Almacén (WMS), Responsable Visibilidad y Analítica de Red, TPO Core Administrativo, TPO Mercaderías, TPO EDI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{94B64F5C-2167-4247-B758-22A1C593D1CD}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Cadena de Suministro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 Transporte / Tráfico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Seguimiento a la ejecución de rutas y niveles de servicio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 Patrimonial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Integrar alertas de monitoreo y GPS de flota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estándares técnicos de integración del TMS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Transporte y Distribución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