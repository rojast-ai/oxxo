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qoiSyRzjfA9XGrhno2JTlB+3w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AD5A2A-A7C1-418D-A7B3-DD24CCF2D903}">
  <a:tblStyle styleId="{FAAD5A2A-A7C1-418D-A7B3-DD24CCF2D9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56C78AC-1C38-4B34-B739-773C1FD781D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Lograr precisión de inventario en tiempo real en más de 20,000 tiendas, simplificando la experiencia del colaborador en el manejo de productos.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Asegurar la integración estable entre los sistemas de tienda y el ERP central en un entorno con alta volumetría de transacciones y múltiples nodos de la red.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estándares de integración de datos de mercancías para garantizar la consistencia de inventarios entre sistemas de tienda y plataformas centrales.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ajustes técnicos en las herramientas de resurtido e inventario para prevenir quiebres de stock críticos en la red de tiendas.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soluciones tecnológicas que habilitan los procesos de gestión de inventarios, resurtido y manejo de productos en tienda, siendo el puente entre las áreas de Comercial, Cadena de Suministro y TI, para asegurar la disponibilidad de mercancía, la precisión del inventario en tiempo real y la eficiencia operativa de la red de tiendas OXXO.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de Área Soluciones TI Mercaderías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{FAAD5A2A-A7C1-418D-A7B3-DD24CCF2D903}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Mercaderías: priorizando en conjunto con las áreas de Comercial, Compras y el Gerente de Soluciones Tienda y Comercial, para asegurar que el portafolio responda a las necesidades operativas del negocio.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Comercial y Cadena de Suministro: mediante sesiones de trabajo y análisis de procesos de inventario y resurtido, para traducirlas en requerimientos funcionales claros dirigidos a los equipos de desarrollo y proveedores.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mercaderías: desde la definición de requerimientos hasta la puesta en producción, alineando con Desarrollo de Soluciones, Arquitectura TI y Operaciones TI para garantizar entregas de calidad en tiempo y forma.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Diseñar y evolucionar las herramientas digitales de control de inventarios y recepción de proveedores: levantando requerimientos con los equipos de Comercial y CEDIS para asegurar la disponibilidad de mercancía y la precisión del inventario en tiempo real en toda la red de tiendas.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Mercaderías: analizando compatibilidad con sistemas existentes, integridad de datos e impacto en procesos de inventario, para apoyar las decisiones del Gerente de Soluciones Tienda y Comercial.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de mercaderías: documentando estatus operativo, incidencias y áreas de mejora, para garantizar la continuidad del servicio y la toma de decisiones oportuna.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Identificar oportunidades de automatización en los procesos de mermas, devoluciones e inventario: colaborando con las áreas usuarias para proponer soluciones que reduzcan la intervención manual del colaborador y mejoren la exactitud del inventario registrado.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Alinear con Arquitectura TI los estándares de integración de datos de mercancías entre los sistemas de tienda y el ERP central, para garantizar la visibilidad de existencias en todos los nodos de la red.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de Área Soluciones TI POS, Gerente de Área Soluciones TI Servicios, Responsable Soluciones Operaciones, Responsable Soluciones Precios y Promociones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{956C78AC-1C38-4B34-B739-773C1FD781DC}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Tienda y Comercial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 / Compras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catálogos, atributos y requerimientos de productos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Cadena de Suministro / Abasto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visibilidad de inventarios y resurtido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de integración y diseño técnico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de Área Soluciones TI Mercaderías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