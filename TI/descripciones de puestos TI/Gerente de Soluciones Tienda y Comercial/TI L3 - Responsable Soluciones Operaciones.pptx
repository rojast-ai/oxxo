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jplRyAeUJq+61NYd4/VZPfoq8J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67F6C4B-FE67-4839-A2BB-BD31FF36A752}">
  <a:tblStyle styleId="{467F6C4B-FE67-4839-A2BB-BD31FF36A75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EA69A112-394C-4795-959A-B16666B28454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8" name="Google Shape;14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Noto Sans Symbols"/>
              <a:buChar char="▪"/>
            </a:pPr>
            <a:r>
              <a:rPr lang="es-MX" sz="1200">
                <a:latin typeface="Calibri"/>
                <a:ea typeface="Calibri"/>
                <a:cs typeface="Calibri"/>
                <a:sym typeface="Calibri"/>
              </a:rPr>
              <a:t>Lograr la adopción efectiva de herramientas digitales en equipos operativos diversos, asegurando conectividad y usabilidad en todas las ubicaciones de la red.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Noto Sans Symbols"/>
              <a:buChar char="▪"/>
            </a:pPr>
            <a:r>
              <a:rPr lang="es-MX" sz="1200">
                <a:latin typeface="Calibri"/>
                <a:ea typeface="Calibri"/>
                <a:cs typeface="Calibri"/>
                <a:sym typeface="Calibri"/>
              </a:rPr>
              <a:t>Integrar los sistemas de gestión operativa con el ecosistema TI de tienda manteniendo la interoperabilidad con RH y POS sin afectar la estabilidad de los procesos existentes.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55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Selección de dispositivos y plataformas móviles más adecuados para las condiciones de uso operativo en tienda, evaluando funcionalidad, durabilidad y costo.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555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Priorización de simplificaciones en los flujos de las apps operativas para reducir la carga administrativa del líder de tienda, balanceando impacto y capacidad de ejecución.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Documentar y mantener actualizado el backlog de iniciativas y requerimientos del dominio Operaciones: priorizando en conjunto con Excelencia Operativa, Operaciones y el Gerente de Soluciones Tienda y Comercial, para asegurar que el portafolio de herramientas operativas responda a las necesidades reales del colaborador en tienda.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Identificar y consolidar las necesidades tecnológicas de las áreas de Operaciones y Excelencia Operativa: mediante sesiones de trabajo y análisis de procesos operativos en tienda, para traducirlas en requerimientos funcionales claros dirigidos a los equipos de desarrollo y proveedores.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Ejecutar el seguimiento del ciclo de vida de las soluciones operativas: desde la definición de requerimientos hasta la puesta en producción, alineando con Desarrollo de Soluciones, Arquitectura TI y Operaciones TI para garantizar entregas de calidad con mínimo impacto en la operación diaria de tiendas.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Desarrollar y mantener las aplicaciones móviles de gestión de tareas, auditorías y comunicación interna en tienda: levantando requerimientos con Excelencia Operativa y Operaciones para simplificar la carga administrativa del líder de tienda y liberar tiempo para la atención al cliente.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Elaborar la evaluación y validación de soluciones propuestas para el dominio Operaciones: analizando usabilidad, compatibilidad con dispositivos en tienda e impacto en los procesos operativos, para apoyar las decisiones del Gerente de Soluciones Tienda y Comercial.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Reportar periódicamente los indicadores de desempeño y SLAs de las herramientas operativas: documentando disponibilidad, incidencias y niveles de adopción, para garantizar la continuidad del servicio y la toma de decisiones oportuna.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Implementar las herramientas de reporte y seguimiento de fallas de infraestructura en tienda: integrándolas con los procesos de Mantenimiento para agilizar la atención de incidencias y reducir el tiempo de tiendas con equipos fuera de servicio.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Alinear con Arquitectura TI el diseño técnico de las aplicaciones operativas, asegurando su consistencia con los estándares de la plataforma y la interoperabilidad con los sistemas de RH y POS.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b="1" lang="es-MX" sz="900">
                <a:latin typeface="Calibri"/>
                <a:ea typeface="Calibri"/>
                <a:cs typeface="Calibri"/>
                <a:sym typeface="Calibri"/>
              </a:rPr>
              <a:t>Cumplir y promover la aplicación de los procesos y rituales cultura de la Compañía.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Gestionar las soluciones tecnológicas que mejoran la ejecución de los procesos administrativos y operativos dentro de la tienda, siendo el puente entre las áreas de Operaciones, Excelencia Operativa y TI, para liberar tiempo del personal de tienda y habilitarlo para la atención al cliente mediante herramientas digitales eficientes.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 Soluciones Operaciones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</a:t>
            </a:r>
            <a:r>
              <a:rPr b="1" i="0" lang="es-MX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Gerente de Soluciones Tienda y Comercial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" name="Google Shape;97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8" name="Google Shape;98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2" name="Google Shape;10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3" name="Google Shape;10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4" name="Google Shape;124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" name="Google Shape;138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9" name="Google Shape;139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{467F6C4B-FE67-4839-A2BB-BD31FF36A752}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8050302" y="3005125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8050317" y="3283730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"/>
          <p:cNvSpPr txBox="1"/>
          <p:nvPr/>
        </p:nvSpPr>
        <p:spPr>
          <a:xfrm>
            <a:off x="7291990" y="3283725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de Área Soluciones TI Mercaderías, Gerente de Área Soluciones TI POS, Gerente de Área Soluciones TI Servicios, Responsable Soluciones Precios y Promociones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1" name="Google Shape;151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{EA69A112-394C-4795-959A-B16666B28454}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de Soluciones Tienda y Comercial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prioridades y reportar avance del dominio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Excelencia Operativa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Digitalizar checklists, auditorías y procesos de tienda</a:t>
                      </a:r>
                      <a:endParaRPr sz="9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Operaciones Tiendas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Relevar requerimientos y validar adopción de herramientas</a:t>
                      </a:r>
                      <a:endParaRPr sz="9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Arquitectura TI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diseño técnico de apps operativas con estándares</a:t>
                      </a:r>
                      <a:endParaRPr sz="9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2" name="Google Shape;152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9998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9998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9998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9999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operativos: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9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9" lvl="0" marL="1440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9" lvl="0" marL="1440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8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9998" lvl="0" marL="1440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 Soluciones Operaciones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</a:t>
            </a:r>
            <a:r>
              <a:rPr b="1" i="0" lang="es-MX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Gerente de Soluciones Tienda y Comercial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