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sJcSA8qxegQYSO9laRWgEtdNU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58A7DB-8074-4F09-87FA-8D4924579A44}">
  <a:tblStyle styleId="{7058A7DB-8074-4F09-87FA-8D4924579A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D4A3C56-353A-4DB7-A33F-0F2558563CC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el POS operando sin caídas masivas en más de 20,000 tiendas, gestionando simultáneamente la deuda técnica del sistema legado y la incorporación de nuevas funcionalidades.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Desplegar actualizaciones y nuevas capacidades en la red de tiendas con mínimo riesgo operativo, asegurando estabilidad en cada liberación.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Aprobación de cambios técnicos en la interfaz y flujo del POS para optimizar los tiempos de atención en cajas y la experiencia de cobro del colaborador.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Determinación de la viabilidad técnica de integrar nuevos métodos de pago o servicios en el software del punto de venta, evaluando impacto en la estabilidad del sistema.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sistema POS: priorizando en conjunto con Comercial, Customer &amp; Marketing y el Gerente de Soluciones Tienda y Comercial, para asegurar que el portafolio de evolución del POS maximice la conversión y la experiencia de compra.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usuarias del POS: mediante sesiones de trabajo y análisis de procesos de cobro y operación en tienda, para traducirlas en requerimientos funcionales claros dirigidos a los equipos de desarrollo y proveedores.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aplicaciones del POS: desde el diseño hasta el pase a producción, alineando con Ingeniería de Software y Operaciones TI para asegurar la estabilidad, disponibilidad y correcta operación del sistema en la red de tiendas.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Implementar nuevas funcionalidades transaccionales en el POS: alineadas a las misiones de compra de Impulso, Reposición Diaria y Foodvenience, gestionando el backlog con Comercial y Customer &amp; Marketing para maximizar la conversión y la experiencia de compra.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desarrollos y configuraciones propuestos sobre el POS: verificando compatibilidad, integridad funcional, seguridad e impacto en procesos críticos de cobro, para apoyar las decisiones del Gerente de Soluciones Tienda y Comercial.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del sistema POS: documentando disponibilidad, incidencias y áreas de mejora, para garantizar la continuidad operativa del proceso de cobro en la red de tiendas.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el despliegue controlado de parches y actualizaciones de seguridad: coordinando con Ingeniería de Software planes de liberación por fases y pruebas de regresión, para minimizar el riesgo operativo y mantener la deuda técnica del sistema legado bajo control.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Alinear con Arquitectura TI la evolución tecnológica del POS, asegurando que los desarrollos futuros sean consistentes con los estándares de la plataforma, la seguridad de la información y la arquitectura del ecosistema de OXXO México.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 funcionalidad, estabilidad y evolución tecnológica del sistema de Punto de Venta (POS) en la red de tiendas OXXO, siendo el puente entre las áreas de Operaciones, Comercial y TI, para garantizar que el POS sea una herramienta confiable, eficiente y alineada a las misiones de compra del negocio en más de 20,000 tiendas.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Área Soluciones TI POS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{7058A7DB-8074-4F09-87FA-8D4924579A44}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{CD4A3C56-353A-4DB7-A33F-0F2558563CC5}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Tienda y Comercial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Tiendas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feedback de usabilidad y rapidez del cobro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&amp; Marketing / Digital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Habilitar funcionalidades para misiones de compra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técnicos y evolución del POS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Área Soluciones TI POS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de Área Soluciones TI Mercaderías, Gerente de Área Soluciones TI Servicios, Responsable Soluciones Operaciones, Responsable Soluciones Precios y Promociones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