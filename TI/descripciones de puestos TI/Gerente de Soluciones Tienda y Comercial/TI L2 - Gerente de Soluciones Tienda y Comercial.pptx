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j3zYpXjBwAQDdY8AfPkShFsJfi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30E6E6-C06B-4A69-A3BF-600091FE78C2}">
  <a:tblStyle styleId="{5130E6E6-C06B-4A69-A3BF-600091FE78C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B3FE5F3-A912-40FA-8B14-63D450251D41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8" name="Google Shape;14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Definir y gobernar el roadmap de soluciones tecnológicas para tienda y comercial: alineando con las áreas de negocio la priorización del backlog de iniciativas mediante criterios de valor, costo, riesgo y velocidad, para maximizar el valor entregado al cliente y la eficiencia operativa de la red de tiendas.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Gestionar el presupuesto asignado a Soluciones Tienda y Comercial: brindando seguimiento a la inversión realizada en las iniciativas y estableciendo mediciones periódicas de eficiencia y retorno, para mantener el control financiero del área y rendir cuentas ante el Director de TI.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Asegurar la gestión de producto de cada solución: estableciendo criterios de aceptación, métricas de adopción y revisiones de calidad en coordinación con los equipos técnicos y las áreas usuarias, para garantizar que los sistemas entregados cumplan con los estándares técnicos y generen el valor esperado por el negocio.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Impulsar la habilitación digital en tienda: definiendo e implementando capacidades como promociones dinámicas, señalética electrónica y herramientas operativas en coordinación con Customer &amp; Marketing y Operaciones, para simplificar la tarea del colaborador y mejorar la experiencia de compra alineada a las misiones de Impulso, Reposición Diaria y Foodvenience.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Garantizar la resolución de incidencias complejas de Nivel 3: supervisando a los equipos técnicos especializados y activando planes de contingencia ante fallas críticas, para asegurar la continuidad operativa de los sistemas de tienda y minimizar el impacto en la operación de la red.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Supervisar la evaluación y selección de soluciones y proveedores tecnológicos: liderando el análisis de costo-beneficio, compatibilidad con la arquitectura existente y cumplimiento de SLAs en coordinación con Arquitectura TI y Abastecimientos, para garantizar decisiones de inversión tecnológica sólidas y alineadas a la estrategia.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Monitorear los indicadores de desempeño de las soluciones de tienda y comercial: mediante herramientas de análisis y reportes periódicos, asegurando la disponibilidad y estabilidad de los sistemas críticos, para garantizar la continuidad operativa en las más de 20,000 tiendas.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Impulsar la innovación y mejora continua del área: identificando tendencias, nuevas herramientas y mejores prácticas de la industria en conjunto con Arquitectura TI, para incorporar capacidades tecnológicas que generen ventaja competitiva y sostenibilidad de largo plazo en las soluciones de tienda.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Garantizar la alineación de los desarrollos tecnológicos con el marco de arquitectura: contribuyendo proactivamente en las definiciones de herramientas y ecosistema del producto, priorizando escalabilidad, estabilidad, seguridad y agilidad dentro de las expectativas de time to market.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Calibri"/>
              <a:buAutoNum type="arabicPeriod"/>
            </a:pPr>
            <a:r>
              <a:rPr b="1" lang="es-MX" sz="800">
                <a:latin typeface="Calibri"/>
                <a:ea typeface="Calibri"/>
                <a:cs typeface="Calibri"/>
                <a:sym typeface="Calibri"/>
              </a:rPr>
              <a:t>Cumplir y promover la aplicación de los procesos y rituales cultura de la Compañía.</a:t>
            </a:r>
            <a:endParaRPr b="1"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000">
                <a:latin typeface="Calibri"/>
                <a:ea typeface="Calibri"/>
                <a:cs typeface="Calibri"/>
                <a:sym typeface="Calibri"/>
              </a:rPr>
              <a:t>Liderar el diseño, entrega y evolución de las soluciones tecnológicas que habilitan la operación en tienda y la estrategia comercial de OXXO México, asegurando que el ecosistema de sistemas (POS, Mercaderías, Precios, Servicios y herramientas operativas) sea confiable, escalable y responda ágilmente a las necesidades del negocio y del cliente en la red de más de 20,000 tiendas.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1"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Director TI OXXO Mx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6" name="Google Shape;96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99" name="Google Shape;9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0" name="Google Shape;10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1" name="Google Shape;101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0" name="Google Shape;130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5" name="Google Shape;135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7" name="Google Shape;137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{5130E6E6-C06B-4A69-A3BF-600091FE78C2}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8" name="Google Shape;138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8050302" y="30051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8050317" y="3283730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291990" y="3283725"/>
            <a:ext cx="506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Priorización y aprobación del portafolio de iniciativas tecnológicas de tienda y comercial, determinando qué proyectos se impulsan, pausan o cancelan con base en valor para el negocio, viabilidad técnica, costo y recursos disponibles.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indent="-1555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Noto Sans Symbols"/>
              <a:buChar char="▪"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Aprobación de la estrategia de liberación y planes de contingencia técnica, garantizando despliegues seguros de herramientas digitales sin interrumpir la operación de la red de tiendas.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Modernizar los sistemas legados del POS sin afectar la operación diaria de las más de 20,000 tiendas, gestionando la deuda técnica con velocidad y calidad.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619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Noto Sans Symbols"/>
              <a:buChar char="▪"/>
            </a:pP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Alinear los desarrollos tecnológicos con la rápida evolución de la estrategia comercial, respondiendo ágilmente a las misiones de Impulso, Reposición Diaria y Foodvenience.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" name="Google Shape;150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{3B3FE5F3-A912-40FA-8B14-63D450251D41}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Director TI OXXO Mx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roadmap y reportar avances clave del área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Comercial / Customer &amp; Marketing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promociones, lanzamientos y capacidades digitales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Operaciones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Relevar feedback de herramientas en tienda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Mensual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Arquitectura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Validar diseños técnicos y estándares de soluciones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Planeación y Proyectos TI</a:t>
                      </a:r>
                      <a:endParaRPr sz="1400" u="none" cap="none" strike="noStrike"/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backlog, gobernanza y seguimiento de proyectos</a:t>
                      </a:r>
                      <a:endParaRPr sz="9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1400" u="none" cap="none" strike="noStrike"/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9998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 </a:t>
            </a:r>
            <a:r>
              <a:rPr lang="es-MX" sz="120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reportes directos 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indent="-179999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operativos: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9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79998" lvl="0" marL="144000" marR="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de Soluciones Tienda y Comercial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Director TI OXXO Mx</a:t>
            </a:r>
            <a:b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</a:t>
            </a:r>
            <a:r>
              <a:rPr b="1" i="0" lang="es-MX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de Área Soluciones TI Mercaderías, Gerente de Área Soluciones TI POS, Gerente de Área Soluciones TI Servicios, Responsable Soluciones Operaciones, Responsable Soluciones Precios y Promociones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Gte. Soluciones Customer &amp; Digital, Gte. Soluciones Cadena de Suministro, Gte. Soluciones BackOffice, Gte. Desarrollo de Soluciones, Gte. Arquitectura TI, Gte. Operaciones TI, Gte. Planeación y Proyectos TI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