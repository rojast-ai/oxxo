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I2pFuCQ+Ff4vGXeEicExr8RdB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74A554-FCC4-4A9F-A47D-DB0488DE2DC4}">
  <a:tblStyle styleId="{CA74A554-FCC4-4A9F-A47D-DB0488DE2DC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FA8F7A12-2557-451D-8EF4-ABACB94A029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8" name="Google Shape;14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/>
          <p:nvPr/>
        </p:nvSpPr>
        <p:spPr>
          <a:xfrm>
            <a:off x="4047300" y="6642100"/>
            <a:ext cx="10747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OXXO | Uso Interno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b="1"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1" sz="10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Mantener la visibilidad centralizada del portafolio: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 proyectos de TI mediante herramientas de seguimiento y tableros de control, priorizando backlogs y gestionando el alcance de las iniciativas para equilibrar velocidad, valor y calidad en la entrega.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Identificar y resolver proactivamente dependencias: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 conflictos entre proyectos que comparten recursos, equipos o infraestructura técnica, coordinando con los líderes de iniciativa para evitar bloqueos y garantizar la continuidad de la entrega.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Consolidar y analizar los indicadores de avance: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 portafolio, generando reportes ejecutivos periódicos para la Dirección de TI y monitoreando el progreso para impulsar la rendición de cuentas y habilitar decisiones de corrección oportunas.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Validar que los entregables de los proyectos: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cumplan con los criterios de aceptación técnica y de negocio mediante revisiones formales de calidad, asegurando que antes del pase a producción se cumplan los estándares metodológicos y de arquitectura definidos.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Coordinar la alineación transversal de recursos: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 iniciativas con todas las plataformas de negocio mediante espacios de colaboración y acuerdos de priorización, para garantizar que el backlog tecnológico refleje las necesidades estratégicas vigentes.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Ejecutar los rituales de gobernanza del portafolio: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incluyendo comités de seguimiento, sesiones de priorización y revisiones de hitos, para asegurar que los proyectos se ejecuten dentro del alcance, costo y tiempo comprometidos.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Documentar el estatus y las acciones de cada proyecto: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las herramientas de gestión del portafolio, generando trazabilidad de decisiones y escalamientos, para mantener la transparencia y facilitar auditorías de avance.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Identificar y escalar riesgos críticos del portafolio: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 Gerente de Planeación y Proyectos de TI con propuestas de mitigación documentadas, para prevenir impactos en los cronogramas estratégicos y proteger la inversión tecnológica.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Coordinar con la VMO corporativa: </a:t>
            </a: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alineación de metodologías de gestión de proyectos y dependencias entre iniciativas TI y corporativas, para asegurar coherencia metodológica y visibilidad integral del portafolio.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b="1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Determinar las acciones de mitigación y rutas de escalamiento ante desviaciones críticas en los cronogramas de los proyectos estratégicos.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Validar la veracidad del avance reportado por los líderes de proyecto para decidir sobre la activación de planes de recuperación inmediatos.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Orquestar la ejecución del portafolio de proyectos de TI, asegurando la aplicación de metodologías estándar y el cumplimiento de los hitos críticos para garantizar que las iniciativas se entreguen en tiempo, costo y forma, habilitando la rendición de cuentas y la toma de decisiones oportunas.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Responsable PMO OXXO México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i="0" lang="es-MX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Gerente de Planeación y Proyectos de TI</a:t>
            </a:r>
            <a:b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Noto Sans Symbols"/>
              <a:buChar char="▪"/>
            </a:pPr>
            <a:r>
              <a:rPr b="0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Coordinar la ejecución simultánea de proyectos con diferentes niveles de complejidad y urgencia.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Noto Sans Symbols"/>
              <a:buChar char="▪"/>
            </a:pPr>
            <a:r>
              <a:rPr b="0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Influir en los equipos técnicos para que adopten la disciplina de reporte y seguimiento metodológico.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8" name="Google Shape;98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2" name="Google Shape;1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4" name="Google Shape;124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9" name="Google Shape;139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{CA74A554-FCC4-4A9F-A47D-DB0488DE2DC4}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0302" y="3005125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8050317" y="3283730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7291990" y="3283725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999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999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999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 reportes directos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9999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Portafolio completo de proyectos TI (KPIs de avance, costo y calidad)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0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Ninguno.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de Gestión de Pilotos EVA, Responsable de Procesos Solución.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8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9998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9998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8" name="Google Shape;158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{FA8F7A12-2557-451D-8EF4-ABACB94A0298}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de Planeación y Proyectos de TI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estatus del portafolio y escalar riesgos críticos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Líderes de iniciativas (todas las plataformas)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Monitorear cumplimiento de hitos y calidad de entregables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Dir. Estrategia y Transformación (VMO)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Alineación de metodologías y dependencias entre proyectos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Dir. Finanzas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 y seguimiento del gasto por proyecto (CAPEX/OPEX)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9" name="Google Shape;159;p2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Nombre Puesto: Responsable PMO OXXO México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de Planeación y Proyectos de TI</a:t>
            </a:r>
            <a:b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Theme:3</vt:lpwstr>
  </property>
  <property fmtid="{D5CDD505-2E9C-101B-9397-08002B2CF9AE}" pid="4" name="ClassificationContentMarkingFooterText">
    <vt:lpwstr>OXXO | Uso Interno</vt:lpwstr>
  </property>
</Properties>
</file>