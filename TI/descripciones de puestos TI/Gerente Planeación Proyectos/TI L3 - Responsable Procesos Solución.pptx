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Wo+w8SSRnsdVC8gVdugIkShZr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4089AB-3113-423E-A3EF-FF209F7052DE}">
  <a:tblStyle styleId="{B14089AB-3113-423E-A3EF-FF209F7052D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C76D8F0F-6654-401D-A467-1908A652CAF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Definir y documentar los procesos estándar de TI: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end-to-end desde el levantamiento de requerimientos hasta el pase a producción, mediante frameworks metodológicos (Agile, DevOps), para reducir la fricción operativa y acelerar la entrega de valor al negocio.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Identificar y diagnosticar puntos de fricción: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la operación de TI mediante análisis de flujos y retroalimentación de los equipos, para proponer y liderar rediseños de procesos que eliminen burocracia innecesaria y aumenten la velocidad de entrega.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Diseñar e implementar mecanismos de gobernanza metodológica: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incluyendo auditorías, checklists y rituales de revisión, para asegurar que todos los equipos de soluciones sigan los estándares de arquitectura y seguridad vigentes.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Implementar el plan de gestión del cambio técnico: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la adopción de Agile y DevOps, acompañando a los equipos con capacitaciones y métricas de madurez, para transformar la cultura operativa de TI hacia esquemas ágiles y orientados al valor.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Estandarizar las políticas y herramientas de gestión: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proyectos en coordinación con el Responsable PMO, para garantizar consistencia metodológica y alineación con los objetivos estratégicos del portafolio de TI.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Elaborar indicadores de madurez de procesos: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 reportes de adopción metodológica por equipo, para proveer al Gerente de Planeación y Proyectos de TI de visibilidad sobre el nivel de cumplimiento y las brechas prioritarias a cerrar.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Coordinar con los Gerentes de Soluciones TI: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implementación y auditoría de los estándares de proceso definidos, brindando acompañamiento a los equipos para asegurar su correcta aplicación en el día a día operativo.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Documentar las lecciones aprendidas y mejores prácticas: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derivadas de los proyectos ejecutados, consolidándolas en una base de conocimiento accesible para toda el área de TI, con el fin de incrementar la madurez y eficiencia organizacional de forma continua.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 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Seleccionar el marco metodológico y las herramientas de gestión más eficientes para estandarizar la operación técnica de los equipos de desarrollo.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Definir los criterios técnicos que validan la madurez de un proceso antes de su implementación formal en la organización.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Diseñar y estandarizar los procesos operativos de la función de TI, estableciendo las políticas, marcos metodológicos y herramientas que aseguren la consistencia, gobernanza y mejora continua en la entrega de soluciones digitales para toda la organización.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Responsable de Procesos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de Planeación y Proyectos de TI</a:t>
            </a:r>
            <a:b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b="0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Reducir la burocracia en los procesos técnicos sin comprometer el control y la seguridad de la información.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b="0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Lograr que equipos acostumbrados a formas de trabajo tradicionales migren hacia esquemas de agilidad.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{B14089AB-3113-423E-A3EF-FF209F7052DE}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8050302" y="30051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0317" y="3283730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291990" y="32837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 reportes directos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Nivel de adopción de estándares metodológicos (Agile/DevOps)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Ninguno.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de Gestión de Pilotos EVA, Responsable PMO OXXO México.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{C76D8F0F-6654-401D-A467-1908A652CAF6}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de Planeación y Proyectos de TI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marcos metodológicos y alineación con gobernanza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Gerentes de Soluciones TI (todos los L2)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y auditar estándares de proceso en equipos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Arquitectura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Asegurar que procesos respeten estándares de arquitectura y seguridad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Excelencia Operativa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rediseño de procesos de tienda con habilitadores digitales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2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 Puesto: Responsable de Procesos Solución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de Planeación y Proyectos de TI</a:t>
            </a:r>
            <a:b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