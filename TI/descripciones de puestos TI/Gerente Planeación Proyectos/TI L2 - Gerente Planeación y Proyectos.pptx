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IXdAni9MdFuSi2wtWpTmX87L/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522DC8-D408-4413-ABF3-53FC210DE417}">
  <a:tblStyle styleId="{EF522DC8-D408-4413-ABF3-53FC210DE41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7590A1E6-51EF-4C8E-AC43-5FE15087427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Gobernar la gestión de proyectos de TI: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estableciendo marcos metodológicos, políticas y herramientas estándar, para asegurar consistencia, control y alineación con los objetivos estratégicos, integrando los equipos de transformación al BAU.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Gestionar la planeación financiera del área: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administrando el presupuesto CAPEX/OPEX mediante monitoreo del gasto por iniciativa y optimización de recursos técnicos y financieros, para garantizar que la inversión tecnológica esté alineada a las prioridades estratégicas del negocio.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Priorizar el portafolio de proyectos e iniciativas de TI: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través del análisis de valor, riesgos y capacidades disponibles, para maximizar el retorno y la contribución a la estrategia organizacional.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Coordinar a los stakeholders de TI y negocio: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mediante rituales de gobernanza y espacios de priorización, asegurando que el backlog tecnológico refleje las necesidades estratégicas y que los recursos y talentos se asignen de forma eficiente.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Supervisar la asignación y optimización de recursos: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través de la planificación y seguimiento de cargas de trabajo, para asegurar eficiencia y cumplimiento de plazos en las iniciativas del portafolio.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Monitorear el desempeño del portafolio tecnológico: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generando reportes ejecutivos periódicos para la Dirección de TI mediante indicadores clave, para habilitar decisiones oportunas y asegurar la rendición de cuentas.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Impulsar la mejora continua en procesos de gestión de proyectos: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través de la identificación de oportunidades y adopción de mejores prácticas, para incrementar la madurez y eficiencia organizacional.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Asegurar la integración de la planeación con la estrategia tecnológica y de negocio: 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mediante colaboración con áreas clave, coordinando la gestión de pilotos EVA y el alineamiento con el VMO corporativo, para garantizar que las iniciativas contribuyan al crecimiento y transformación digital.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Autorizar la asignación y optimización del presupuesto y los recursos técnicos del portafolio de TI para garantizar el cumplimiento de los objetivos estratégicos.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los marcos de gobernanza, metodologías de ejecución y niveles de servicio de terceros para estandarizar la calidad en la entrega de proyectos tecnológicos.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Gobernar la planeación estratégica de TI, la gestión del portafolio de proyectos y el presupuesto del área, integrando los equipos de transformación al BAU y estableciendo los estándares y metodologías de ejecución que garanticen que la inversión tecnológica genere valor medible y se utilice de forma eficiente y transparente.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 TI OXXO Mx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Lograr visibilidad total y control sobre proyectos complejos que involucran múltiples áreas y proveedores externos.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Mantener la disciplina presupuestal e integrar los equipos de transformación al BAU, eliminando la gestión de iniciativas aisladas, en un contexto de demanda creciente de nuevas soluciones digitales.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{EF522DC8-D408-4413-ABF3-53FC210DE417}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de Gestión de Pilotos EVA, Responsable PMO OXXO México, Responsable de Procesos Solución.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Gte. Soluciones Tienda y Comercial, Gte. Soluciones Cadena de Suministro, Gte. Desarrollo de Soluciones, Gte. Arquitectura TI, Gte. Operaciones TI.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reportes directos (L3)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Presupuesto total de TI (CAPEX/OPEX) de OXXO México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{7590A1E6-51EF-4C8E-AC43-5FE150874271}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TI OXXO MX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 del portafolio y alineación presupuestal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VMO / Dir. Estrategia y Transformación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metodologías de gobernanza con estándares corp.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Directores de todas las plataformas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Priorización de iniciativas y alineación de recursos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Finanzas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y control del presupuesto CAPEX/OPEX de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Customer &amp; Marketing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Habilitar capacidades digitales para omnicanalidad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2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de Planeación y Proyectos de TI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TI OXXO Mx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