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hFrM2fgl2t91rM9Njkp0kk6DW/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2D71A0-6F64-4ED5-8EBF-A36F4A3545BE}">
  <a:tblStyle styleId="{382D71A0-6F64-4ED5-8EBF-A36F4A3545B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812D59C4-9393-4DEB-9661-CB8E41EBC73D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Noto Sans Symbols"/>
              <a:buChar char="▪"/>
            </a:pPr>
            <a:r>
              <a:rPr lang="es-MX" sz="1200">
                <a:latin typeface="Calibri"/>
                <a:ea typeface="Calibri"/>
                <a:cs typeface="Calibri"/>
                <a:sym typeface="Calibri"/>
              </a:rPr>
              <a:t>Lograr una latencia mínima en procesos críticos y gestionar la escalabilidad durante picos de demanda en tienda.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Noto Sans Symbols"/>
              <a:buChar char="▪"/>
            </a:pPr>
            <a:r>
              <a:rPr lang="es-MX" sz="1200">
                <a:latin typeface="Calibri"/>
                <a:ea typeface="Calibri"/>
                <a:cs typeface="Calibri"/>
                <a:sym typeface="Calibri"/>
              </a:rPr>
              <a:t>Mantener la seguridad y consistencia de la capa de datos en un entorno con múltiples integraciones y sistemas legados.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 de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Ingeniería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Software Backend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Desarrollo y Soluciones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Liderar la construcción y mantenimiento de la lógica de servidor, APIs y bases de datos que sustentan las soluciones digitales de OXXO México, garantizando un procesamiento de datos robusto, eficiente y seguro que soporte la operación y el crecimiento del negocio.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Desarrollar y supervisar microservicios y lógica de negocio del servidor: aplicando los patrones de diseño definidos por Arquitectura de Solución y realizando revisiones de código, para garantizar la robustez, eficiencia y mantenibilidad de los servicios en producción.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Optimizar bases de datos y modelos de datos: coordinando con los DBAs y aplicando estrategias de indexación, particionamiento y caché, para mejorar los tiempos de respuesta y soportar picos de demanda sin degradación del sistema.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Implementar protocolos de seguridad en la capa de servidor: aplicando cifrado en tránsito (TLS, OAuth) y coordinando revisiones con Ciberseguridad, para proteger los datos sensibles de clientes y transacciones de OXXO.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Diseñar y mantener las APIs de integración entre sistemas: definiendo contratos de interfaz, versionamiento y documentación técnica, para asegurar la interoperabilidad entre las soluciones de las diferentes plataformas de negocio.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Ejecutar revisiones de código y sesiones técnicas con el equipo: liderando los ritos de calidad técnica (code reviews, pair programming), para asegurar la adopción de estándares y el desarrollo continuo de las capacidades del equipo de ingeniería.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Coordinar la resolución de incidentes técnicos en producción: diagnosticando y atendiendo fallas críticas en los servicios backend en coordinación con DevOps y Operaciones TI, para minimizar el impacto en los usuarios y restablecer la operación en el menor tiempo posible.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Identificar y gestionar la deuda técnica del backend: documentando componentes obsoletos, dependencias críticas y oportunidades de refactorización, para reportarlas al Gerente de Desarrollo de Soluciones e incluirlas en el backlog de modernización.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Noto Sans Symbols"/>
              <a:buChar char="▪"/>
            </a:pPr>
            <a:r>
              <a:rPr lang="es-MX" sz="1300">
                <a:latin typeface="Calibri"/>
                <a:ea typeface="Calibri"/>
                <a:cs typeface="Calibri"/>
                <a:sym typeface="Calibri"/>
              </a:rPr>
              <a:t>Seleccionar las librerías, versiones de lenguajes y estructuras de datos para optimizar el rendimiento técnico del backend.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Noto Sans Symbols"/>
              <a:buChar char="▪"/>
            </a:pPr>
            <a:r>
              <a:rPr lang="es-MX" sz="1300">
                <a:latin typeface="Calibri"/>
                <a:ea typeface="Calibri"/>
                <a:cs typeface="Calibri"/>
                <a:sym typeface="Calibri"/>
              </a:rPr>
              <a:t>Determinar las estrategias de caché, particionamiento y escalamiento para soportar la demanda operativa sin degradación.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" name="Google Shape;97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8" name="Google Shape;98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2" name="Google Shape;10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3" name="Google Shape;10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4" name="Google Shape;124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" name="Google Shape;138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9" name="Google Shape;139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{382D71A0-6F64-4ED5-8EBF-A36F4A3545BE}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Arquitectura de Solución, Resp. Ingeniería Frontend/Mobile, Resp. QA &amp; Testing, Resp. DevOps y Herramientas.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7" name="Google Shape;157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{812D59C4-9393-4DEB-9661-CB8E41EBC73D}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Resp. Arquitectura de Solución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Aseguramiento de estándares de implementación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Diario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Administradores de BD (DBA)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Coordinación de esquemas y optimización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Ciberseguridad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Validación de protocolos de seguridad en APIs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Resp. DevOps y Herramientas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Coordinación de despliegues y ambientes backend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8" name="Google Shape;158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 de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Ingeniería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Software Backend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Desarrollo y Soluciones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