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xJffQmo0ftNrIOViqKEFRUanZ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A94056-40DF-42DB-B05D-CA59CCD684F6}">
  <a:tblStyle styleId="{DEA94056-40DF-42DB-B05D-CA59CCD684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D1565D9-B76B-44B7-B36B-2B518D3C53E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la homogeneidad visual en múltiples canales (App, Web, Tienda) y adaptar interfaces a cambios constantes en dispositivos móviles.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Asegurar experiencias de usuario rápidas y confiables en entornos de conectividad limitada como las tiendas OXXO.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Ingeniería de Software Frontend / Mobile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Dirigir el desarrollo de las interfaces de usuario (App y Web) para asegurar una experiencia de uso intuitiva, rápida y visualmente consistente en todos los canales digitales de OXXO México, habilitando tanto la operación en tienda como la relación con el cliente final.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diseños UI/UX en plataformas iOS, Android y Web: traduciendo los prototipos del equipo de Diseño en interfaces funcionales, accesibles y de alto rendimiento, para mejorar la experiencia del colaborador y del cliente en los canales digitales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Asegurar la compatibilidad multiplataforma de las interfaces: ejecutando pruebas de regresión en diferentes dispositivos y versiones de SO en coordinación con QA, para garantizar una experiencia consistente en el ecosistema de dispositivos utilizado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Optimizar el rendimiento del lado del cliente: implementando técnicas de lazy loading, compresión de assets y cacheo eficiente, para reducir los tiempos de carga y garantizar una experiencia fluida incluso con conectividad limitada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Mantener y evolucionar el UI Kit estándar de la organización: documentando componentes reutilizables, guías de estilo y patrones de interacción, para asegurar la homogeneidad visual en todos los canales digitales y reducir tiempos de desarrollo.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Marketing Digital la integración de herramientas de analítica: implementando tags, eventos y SDKs de medición en las interfaces, para asegurar la trazabilidad del comportamiento del usuario y proveer insumos para decisiones comerciales.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revisiones técnicas y sesiones de acompañamiento con el equipo: liderando code reviews y estándares de desarrollo frontend, para asegurar la calidad del código y el crecimiento técnico del equipo de ingeniería mobile y web.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gestionar la deuda técnica del frontend/mobile: documentando componentes desactualizados, versiones obsoletas de frameworks y oportunidades de mejora, para reportarlas al Gerente de Desarrollo y priorizarlas en el backlog.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Determinar los frameworks de interfaz y el UI Kit estándar para las aplicaciones digitales de OXXO.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Seleccionar las estrategias de optimización de rendimiento y compatibilidad para el ecosistema de dispositivos de la organización.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{DEA94056-40DF-42DB-B05D-CA59CCD684F6}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Arquitectura de Solución, Resp. Ingeniería Backend, Resp. QA &amp; Testing, Resp. DevOps y Herramientas.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{7D1565D9-B76B-44B7-B36B-2B518D3C53EE}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Arquitectura de Solución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Alineación de estándares técnicos frontend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UI/UX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 de fidelidad técnica de prototipos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QA &amp; Testing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Atención y corrección de errores de interacción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 Digital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Coordinación de despliegues y ambientes backendImplementación de analítica y tags de medición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Ingeniería de Software Frontend / Mobile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