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gx8ElCPWDKJXEB6oB6U0uxlCa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31FE13-6D57-44D0-A347-F0B63062D853}">
  <a:tblStyle styleId="{6331FE13-6D57-44D0-A347-F0B63062D8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58B4865-8099-4502-A2C0-D3F1E1F8A36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Minimizar los tiempos de despliegue y asegurar una recuperación rápida ante fallas en la infraestructura productiva.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la seguridad y el control de accesos en un entorno de nube en constante evolución y creciente complejidad.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DevOps y Herramientas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Desarrollo y Soluciones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Habilitar la infraestructura de despliegue, automatización y observabilidad que garantiza la estabilidad de los entornos productivos y agiliza el ciclo de entrega de software, asegurando que cada liberación llegue a producción de forma controlada, segura y eficiente.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 e implementar los pipelines de CI/CD: automatizando las etapas de construcción, prueba y liberación de software, para reducir el tiempo de entrega y minimizar los errores manuales en los pases a producción.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optimizar la infraestructura en nube y contenedores: coordinando con proveedores (Azure) y el equipo de Ciberseguridad para garantizar la disponibilidad, escalabilidad y eficiencia de costos de los entornos productivos.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Monitorear proactivamente la salud de los entornos productivos: implementando herramientas de observabilidad y alertas tempranas, para detectar y resolver fallas antes de que impacten a usuarios finales y minimizar los tiempos de recuperación.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Administrar los entornos de desarrollo, pruebas y producción: definiendo las configuraciones, accesos y políticas de cada ambiente, para garantizar la integridad y reproducibilidad de los despliegues a lo largo del ciclo de desarrollo.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mantener las herramientas del ecosistema de desarrollo: gestionando el catálogo de herramientas (repositorios, gestión de código, artefactos) y su integración con los pipelines, para asegurar que todos los equipos cuenten con ambientes homogéneos y productivos.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los pases a producción con Operaciones TI: ejecutando los despliegues conforme a los estándares y ventanas de mantenimiento definidos, para asegurar la continuidad operativa y minimizar el impacto en los servicios en producción.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oportunidades de mejora en la infraestructura: analizando métricas de rendimiento, costos y disponibilidad, para proveer al Gerente de Desarrollo de Soluciones con insumos que soporten decisiones de inversión tecnológica.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Definir las configuraciones de infraestructura y herramientas de monitoreo para garantizar la estabilidad operativa de los entornos.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Determinar las acciones de contingencia y rollback ante incidentes críticos en producción.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{6331FE13-6D57-44D0-A347-F0B63062D853}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Arquitectura de Solución, Resp. Ingeniería Backend, Resp. Ingeniería Frontend/Mobile, Resp. QA &amp; Testing.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{B58B4865-8099-4502-A2C0-D3F1E1F8A36C}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estabilidad de entornos y coordinación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Escaneo de vulnerabilidades y control de accesos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Coordinación de pases a producción y estabilidad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Proveedores Nube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Soporte técnico y optimización de costos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Bajo Demanda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DevOps y Herramientas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Desarrollo y Soluciones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