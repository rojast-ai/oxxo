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idhRRIy3J8Ck8/BWOiASUr84Vk1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B30A6C3-0CCF-45F6-9860-E5EBC09D9E70}">
  <a:tblStyle styleId="{DB30A6C3-0CCF-45F6-9860-E5EBC09D9E7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9EDC9EC8-70E0-422D-8212-5BAFDBAD7F31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7" name="Google Shape;1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Noto Sans Symbols"/>
              <a:buChar char="▪"/>
            </a:pPr>
            <a:r>
              <a:rPr lang="es-MX" sz="1200">
                <a:latin typeface="Calibri"/>
                <a:ea typeface="Calibri"/>
                <a:cs typeface="Calibri"/>
                <a:sym typeface="Calibri"/>
              </a:rPr>
              <a:t>Mantener la coherencia técnica en un entorno multi-tecnología y asegurar que la arquitectura soporte el crecimiento de transacciones.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Noto Sans Symbols"/>
              <a:buChar char="▪"/>
            </a:pPr>
            <a:r>
              <a:rPr lang="es-MX" sz="1200">
                <a:latin typeface="Calibri"/>
                <a:ea typeface="Calibri"/>
                <a:cs typeface="Calibri"/>
                <a:sym typeface="Calibri"/>
              </a:rPr>
              <a:t>Lograr que los equipos de desarrollo adopten y respeten los estándares arquitectónicos sin que esto represente un freno a la velocidad de entrega.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Responsable de Arquitectura de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Solución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Desarrollo y Soluciones</a:t>
            </a:r>
            <a:endParaRPr b="1"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Definir los lineamientos estructurales y técnicos de las aplicaciones para asegurar que las soluciones de software sean escalables, integrables, seguras y alineadas a los estándares de la organización, garantizando la coherencia técnica en todos los productos digitales de OXXO.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Diseñar los diagramas de arquitectura técnica y flujos de datos: definiendo componentes, integraciones y patrones de diseño que deben seguir obligatoriamente los equipos de desarrollo, para garantizar la escalabilidad y mantenibilidad de las soluciones.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Validar la viabilidad técnica e integración de nuevas soluciones: mediante revisiones de diseño y pruebas de concepto con el ecosistema de TI existente, para asegurar compatibilidad y evitar duplicidades o conflictos arquitectónicos.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Asegurar el cumplimiento de atributos de calidad técnica: aplicando patrones arquitectónicos probados (seguridad, alta disponibilidad, desempeño) y coordinando revisiones con Ciberseguridad, para que las soluciones soporten el crecimiento de transacciones sin degradación.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Elaborar y mantener el catálogo de estándares de arquitectura: documentando patrones, lineamientos y decisiones técnicas en repositorios compartidos, para que todos los equipos de desarrollo cuenten con una referencia actualizada que garantice la coherencia técnica.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Coordinar con Arquitectura Corporativa el alineamiento del roadmap: participando en foros técnicos y revisiones de estándares corporativos, para asegurar que las soluciones de OXXO estén alineadas con la dirección tecnológica de FEMSA y aprovechen sinergias.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Identificar y gestionar riesgos técnicos arquitectónicos: documentando deuda técnica, dependencias críticas y componentes obsoletos, para proveer al Gerente de Desarrollo de Soluciones de insumos para priorizar la modernización de la plataforma.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Acompañar a los equipos de Backend y Frontend en la implementación: realizando revisiones de código y sesiones de diseño técnico, para asegurar que los desarrollos respeten los lineamientos arquitectónicos y no se generen desviaciones que comprometan la calidad.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Cumplir y promover con la aplicación de los procesos y rituales cultura de la Compañía.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Noto Sans Symbols"/>
              <a:buChar char="▪"/>
            </a:pPr>
            <a:r>
              <a:rPr lang="es-MX" sz="1300">
                <a:latin typeface="Calibri"/>
                <a:ea typeface="Calibri"/>
                <a:cs typeface="Calibri"/>
                <a:sym typeface="Calibri"/>
              </a:rPr>
              <a:t>Determinar los patrones de diseño y componentes estructurales que deben seguir obligatoriamente las células de desarrollo.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Noto Sans Symbols"/>
              <a:buChar char="▪"/>
            </a:pPr>
            <a:r>
              <a:rPr lang="es-MX" sz="1300">
                <a:latin typeface="Calibri"/>
                <a:ea typeface="Calibri"/>
                <a:cs typeface="Calibri"/>
                <a:sym typeface="Calibri"/>
              </a:rPr>
              <a:t>Definir los criterios técnicos de aceptación arquitectónica que una solución debe cumplir antes de avanzar a implementación.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7" name="Google Shape;97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8" name="Google Shape;98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101" name="Google Shape;10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2" name="Google Shape;10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3" name="Google Shape;103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" name="Google Shape;123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4" name="Google Shape;124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0" name="Google Shape;130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2" name="Google Shape;132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8" name="Google Shape;138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9" name="Google Shape;139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{DB30A6C3-0CCF-45F6-9860-E5EBC09D9E70}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0" name="Google Shape;140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095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Arial"/>
              <a:buChar char="•"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095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Arial"/>
              <a:buChar char="•"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Resp. Ingeniería Backend, Resp. Ingeniería Frontend/Mobile, Resp. QA &amp; Testing, Resp. DevOps y Herramientas.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7" name="Google Shape;157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{9EDC9EC8-70E0-422D-8212-5BAFDBAD7F31}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Desarrollo de Soluciones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Validar decisiones arquitectónicas y riesgos técnicos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Resp. Backend / Frontend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Acompañamiento en implementación de estándares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Diario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Arquitectura Corporativa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Alineación de roadmap y estándares técnicos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Ciberseguridad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Revisión de diseños y protección de datos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8" name="Google Shape;158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Responsable de Arquitectura de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Solución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Desarrollo y Soluciones</a:t>
            </a:r>
            <a:endParaRPr b="1"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