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g5EXCp0mmCMDf30nstZCVF6Jq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FEBB91-B3C4-407E-ABC7-4AB2FB878FA4}">
  <a:tblStyle styleId="{BAFEBB91-B3C4-407E-ABC7-4AB2FB878F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3916808-A818-49B0-A300-5E686A69D35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/>
          </a:p>
          <a:p>
            <a:pPr indent="-1873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Equilibrar la velocidad de entrega exigida por el negocio con el rigor técnico necesario para evitar la acumulación de deuda técnica.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Atraer y retener talento técnico especializado, y asegurar la homologación del expertise entre equipos internos y socios tecnológicos externos.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Desarrollo y Soluciones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TI OXXO México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Liderar el ciclo de vida completo del desarrollo de software en OXXO México, definiendo los estándares de ingeniería, metodologías ágiles y estrategias de calidad que habiliten la entrega de soluciones digitales escalables, seguras y alineadas a las necesidades del negocio, garantizando la excelencia técnica y la continuidad operativa.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/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.Definir los estándares de ingeniería y arquitectura de referencia: estableciendo lineamientos de codificación, frameworks y prácticas de revisión técnica para garantizar que todos los productos digitales sean técnicamente coherentes, seguros y mantenibles a largo plazo.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Gobernar la entrega de soluciones bajo metodologías ágiles: orquestando los equipos de desarrollo (Scrum/Kanban) mediante la gestión de sprints, ritos y métricas de velocidad, para asegurar el cumplimiento del Time-to-Market y la entrega continua de valor al negocio.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Supervisar el portafolio de desarrollo y mantenimiento de software: monitoreando el avance de iniciativas, alineación con la propuesta de valor y operación continua de soluciones, para anticipar riesgos y facilitar la toma de decisiones con los stakeholders de negocio.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Garantizar la calidad del software mediante estrategias de QA: implementando pruebas automatizadas (unitarias, integración, E2E) y protocolos de aseguramiento como criterio de salida en cada sprint, para minimizar errores en producción y cumplir los criterios de aceptación del negocio.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Gestionar la deuda técnica y el roadmap tecnológico: evaluando y priorizando la modernización de componentes mediante un inventario formal en el backlog y revisión de tendencias de industria, para asegurar la sostenibilidad y evolución continua de la plataforma.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Optimizar el presupuesto y el control financiero del área: garantizando el uso eficiente de los recursos mediante rituales de seguimiento CAPEX/OPEX real vs. planeado, para alinear la inversión tecnológica a las prioridades del negocio.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el ecosistema de tecnología y herramientas de desarrollo: evaluando y negociando con socios tecnológicos y proveedores externos (fábricas de software) para asegurar la disponibilidad del talento y las capacidades técnicas que la organización requiere.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Impulsar la mejora continua mediante soluciones que simplifiquen procesos: diseñando iniciativas que habiliten herramientas innovadoras y reduzcan tiempos de ejecución, incrementando la eficiencia y calidad de los proyectos en coordinación con todas las plataformas de negocio.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0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/>
          </a:p>
          <a:p>
            <a:pPr indent="-1873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Determinar el stack tecnológico y la arquitectura de referencia para cada producto digital, asegurando la compatibilidad con el ecosistema de TI de OXXO.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Aprobar los pases a producción de nuevas funcionalidades basándose en el cumplimiento de los criterios de calidad, seguridad y alineación al negocio.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/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{BAFEBB91-B3C4-407E-ABC7-4AB2FB878FA4}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r>
              <a:rPr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 reportes directos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/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/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Arquitectura de Solución, Resp. Ingeniería Backend, Resp. Ingeniería Frontend/Mobile, Resp. QA &amp; Testing, Resp. DevOps y Herramientas.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Gte. Soluciones Tienda y Comercial, Gte. Soluciones Customer &amp; Digital, Gte. Soluciones Cadena de Suministro, Gte. Soluciones BackOffice, Gte. Arquitectura TI, Gte. Operaciones TI, Gte. Planeación y Proyectos TI.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/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{D3916808-A818-49B0-A300-5E686A69D35D}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OXXO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Alineación estratégica del portafolio de desarrollo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Gerentes de Soluciones (todos los L2)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Alineación de requerimientos funcionales y entrega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Planeación y Proyectos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Gobernanza de backlog y seguimiento de entregables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de estándares y stack tecnológico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Ciberseguridad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de vulnerabilidades y cumplimiento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Desarrollo y Soluciones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TI OXXO México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