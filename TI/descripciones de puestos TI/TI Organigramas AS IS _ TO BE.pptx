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gnTmMVvxJFEFUWWN3QedM+9Gz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OpenSans-bold.fntdata"/><Relationship Id="rId21" Type="http://schemas.openxmlformats.org/officeDocument/2006/relationships/slide" Target="slides/slide17.xml"/><Relationship Id="rId43" Type="http://schemas.openxmlformats.org/officeDocument/2006/relationships/font" Target="fonts/OpenSans-regular.fntdata"/><Relationship Id="rId24" Type="http://schemas.openxmlformats.org/officeDocument/2006/relationships/slide" Target="slides/slide20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9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g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0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 dibujo de una cara feliz&#10;&#10;Descripción generada automáticamente con confianza baja" id="23" name="Google Shape;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757" y="1850551"/>
            <a:ext cx="2865004" cy="14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2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  <a:defRPr b="1"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Icono&#10;&#10;Descripción generada automáticamente con confianza media" id="32" name="Google Shape;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5780" y="1658585"/>
            <a:ext cx="3262106" cy="17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3"/>
          <p:cNvSpPr txBox="1"/>
          <p:nvPr>
            <p:ph type="title"/>
          </p:nvPr>
        </p:nvSpPr>
        <p:spPr>
          <a:xfrm>
            <a:off x="1067598" y="2519363"/>
            <a:ext cx="7190035" cy="181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1" type="ftr"/>
          </p:nvPr>
        </p:nvSpPr>
        <p:spPr>
          <a:xfrm>
            <a:off x="1067598" y="6282000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Icono&#10;&#10;Descripción generada automáticamente con confianza media" id="37" name="Google Shape;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37" y="414725"/>
            <a:ext cx="1841374" cy="99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 txBox="1"/>
          <p:nvPr>
            <p:ph type="title"/>
          </p:nvPr>
        </p:nvSpPr>
        <p:spPr>
          <a:xfrm>
            <a:off x="839788" y="365125"/>
            <a:ext cx="94410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45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/>
          <p:nvPr>
            <p:ph idx="2" type="pic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Img" showMasterSp="0">
  <p:cSld name="Final Img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57" name="Google Shape;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2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60" name="Google Shape;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1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" type="body"/>
          </p:nvPr>
        </p:nvSpPr>
        <p:spPr>
          <a:xfrm>
            <a:off x="831850" y="2155371"/>
            <a:ext cx="9385170" cy="393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6" name="Google Shape;66;p49"/>
          <p:cNvSpPr txBox="1"/>
          <p:nvPr>
            <p:ph type="title"/>
          </p:nvPr>
        </p:nvSpPr>
        <p:spPr>
          <a:xfrm>
            <a:off x="831850" y="696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B532"/>
              </a:buClr>
              <a:buSzPts val="3600"/>
              <a:buFont typeface="Avenir"/>
              <a:buNone/>
              <a:defRPr b="1" sz="3600">
                <a:solidFill>
                  <a:srgbClr val="FEB5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9"/>
          <p:cNvGrpSpPr/>
          <p:nvPr/>
        </p:nvGrpSpPr>
        <p:grpSpPr>
          <a:xfrm>
            <a:off x="0" y="0"/>
            <a:ext cx="12193199" cy="6657231"/>
            <a:chOff x="0" y="0"/>
            <a:chExt cx="12193199" cy="6657231"/>
          </a:xfrm>
        </p:grpSpPr>
        <p:sp>
          <p:nvSpPr>
            <p:cNvPr id="11" name="Google Shape;11;p39"/>
            <p:cNvSpPr/>
            <p:nvPr/>
          </p:nvSpPr>
          <p:spPr>
            <a:xfrm>
              <a:off x="5951805" y="0"/>
              <a:ext cx="6241330" cy="6657231"/>
            </a:xfrm>
            <a:custGeom>
              <a:rect b="b" l="l" r="r" t="t"/>
              <a:pathLst>
                <a:path extrusionOk="0" h="6657231" w="6241330">
                  <a:moveTo>
                    <a:pt x="5360372" y="6443737"/>
                  </a:moveTo>
                  <a:cubicBezTo>
                    <a:pt x="4900968" y="6708750"/>
                    <a:pt x="4330174" y="6708750"/>
                    <a:pt x="3870769" y="6443737"/>
                  </a:cubicBezTo>
                  <a:lnTo>
                    <a:pt x="759535" y="4649175"/>
                  </a:lnTo>
                  <a:cubicBezTo>
                    <a:pt x="300131" y="4384162"/>
                    <a:pt x="14733" y="3890364"/>
                    <a:pt x="14733" y="3360339"/>
                  </a:cubicBezTo>
                  <a:lnTo>
                    <a:pt x="14733" y="0"/>
                  </a:lnTo>
                  <a:lnTo>
                    <a:pt x="0" y="0"/>
                  </a:lnTo>
                  <a:lnTo>
                    <a:pt x="0" y="3360402"/>
                  </a:lnTo>
                  <a:cubicBezTo>
                    <a:pt x="0" y="3895630"/>
                    <a:pt x="288191" y="4394377"/>
                    <a:pt x="752168" y="4661991"/>
                  </a:cubicBezTo>
                  <a:lnTo>
                    <a:pt x="3863403" y="6456553"/>
                  </a:lnTo>
                  <a:cubicBezTo>
                    <a:pt x="4095391" y="6590360"/>
                    <a:pt x="4355450" y="6657232"/>
                    <a:pt x="4615571" y="6657232"/>
                  </a:cubicBezTo>
                  <a:cubicBezTo>
                    <a:pt x="4875692" y="6657232"/>
                    <a:pt x="5135751" y="6590360"/>
                    <a:pt x="5367739" y="6456553"/>
                  </a:cubicBezTo>
                  <a:lnTo>
                    <a:pt x="6241331" y="5952667"/>
                  </a:lnTo>
                  <a:lnTo>
                    <a:pt x="6241331" y="5935600"/>
                  </a:lnTo>
                  <a:lnTo>
                    <a:pt x="5360309" y="6443737"/>
                  </a:ln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39"/>
            <p:cNvSpPr/>
            <p:nvPr/>
          </p:nvSpPr>
          <p:spPr>
            <a:xfrm>
              <a:off x="0" y="0"/>
              <a:ext cx="4781385" cy="3597371"/>
            </a:xfrm>
            <a:custGeom>
              <a:rect b="b" l="l" r="r" t="t"/>
              <a:pathLst>
                <a:path extrusionOk="0" h="3597371" w="4781385">
                  <a:moveTo>
                    <a:pt x="2131397" y="3597372"/>
                  </a:moveTo>
                  <a:cubicBezTo>
                    <a:pt x="2281145" y="3597372"/>
                    <a:pt x="2430892" y="3558860"/>
                    <a:pt x="2564446" y="3481837"/>
                  </a:cubicBezTo>
                  <a:lnTo>
                    <a:pt x="4348337" y="2452875"/>
                  </a:lnTo>
                  <a:cubicBezTo>
                    <a:pt x="4615444" y="2298828"/>
                    <a:pt x="4781386" y="2011673"/>
                    <a:pt x="4781386" y="1703517"/>
                  </a:cubicBezTo>
                  <a:lnTo>
                    <a:pt x="4781386" y="0"/>
                  </a:lnTo>
                  <a:lnTo>
                    <a:pt x="4765827" y="0"/>
                  </a:lnTo>
                  <a:lnTo>
                    <a:pt x="4765827" y="1703517"/>
                  </a:lnTo>
                  <a:cubicBezTo>
                    <a:pt x="4765827" y="2006153"/>
                    <a:pt x="4602870" y="2288106"/>
                    <a:pt x="4340525" y="2439424"/>
                  </a:cubicBezTo>
                  <a:lnTo>
                    <a:pt x="2556635" y="3468387"/>
                  </a:lnTo>
                  <a:cubicBezTo>
                    <a:pt x="2294354" y="3619705"/>
                    <a:pt x="1968440" y="3619705"/>
                    <a:pt x="1706095" y="3468387"/>
                  </a:cubicBezTo>
                  <a:lnTo>
                    <a:pt x="0" y="2484280"/>
                  </a:lnTo>
                  <a:lnTo>
                    <a:pt x="0" y="2502172"/>
                  </a:lnTo>
                  <a:lnTo>
                    <a:pt x="1698348" y="3481774"/>
                  </a:lnTo>
                  <a:cubicBezTo>
                    <a:pt x="1831901" y="3558797"/>
                    <a:pt x="1981649" y="3597308"/>
                    <a:pt x="2131397" y="3597308"/>
                  </a:cubicBez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39"/>
            <p:cNvSpPr/>
            <p:nvPr/>
          </p:nvSpPr>
          <p:spPr>
            <a:xfrm>
              <a:off x="10140360" y="0"/>
              <a:ext cx="2052839" cy="1624083"/>
            </a:xfrm>
            <a:custGeom>
              <a:rect b="b" l="l" r="r" t="t"/>
              <a:pathLst>
                <a:path extrusionOk="0" h="1624083" w="2052839">
                  <a:moveTo>
                    <a:pt x="1485221" y="1555499"/>
                  </a:moveTo>
                  <a:cubicBezTo>
                    <a:pt x="1359732" y="1627890"/>
                    <a:pt x="1203761" y="1627890"/>
                    <a:pt x="1078273" y="1555499"/>
                  </a:cubicBezTo>
                  <a:lnTo>
                    <a:pt x="217700" y="1059099"/>
                  </a:lnTo>
                  <a:cubicBezTo>
                    <a:pt x="92211" y="986708"/>
                    <a:pt x="14225" y="851759"/>
                    <a:pt x="14225" y="706976"/>
                  </a:cubicBezTo>
                  <a:lnTo>
                    <a:pt x="14225" y="0"/>
                  </a:lnTo>
                  <a:lnTo>
                    <a:pt x="0" y="0"/>
                  </a:lnTo>
                  <a:lnTo>
                    <a:pt x="0" y="707039"/>
                  </a:lnTo>
                  <a:cubicBezTo>
                    <a:pt x="0" y="856898"/>
                    <a:pt x="80716" y="996542"/>
                    <a:pt x="210587" y="1071471"/>
                  </a:cubicBezTo>
                  <a:lnTo>
                    <a:pt x="1071160" y="1567870"/>
                  </a:lnTo>
                  <a:cubicBezTo>
                    <a:pt x="1136127" y="1605367"/>
                    <a:pt x="1208905" y="1624083"/>
                    <a:pt x="1281746" y="1624083"/>
                  </a:cubicBezTo>
                  <a:cubicBezTo>
                    <a:pt x="1354589" y="1624083"/>
                    <a:pt x="1427367" y="1605367"/>
                    <a:pt x="1492333" y="1567870"/>
                  </a:cubicBezTo>
                  <a:lnTo>
                    <a:pt x="2052840" y="1244551"/>
                  </a:lnTo>
                  <a:lnTo>
                    <a:pt x="2052840" y="1228119"/>
                  </a:lnTo>
                  <a:lnTo>
                    <a:pt x="1485221" y="1555499"/>
                  </a:lnTo>
                  <a:close/>
                </a:path>
              </a:pathLst>
            </a:custGeom>
            <a:solidFill>
              <a:srgbClr val="FF5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" name="Google Shape;14;p39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3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6828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" name="Google Shape;17;p39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pic>
        <p:nvPicPr>
          <p:cNvPr descr="Un dibujo de una cara feliz&#10;&#10;Descripción generada automáticamente con confianza baja" id="18" name="Google Shape;18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46478" y="274317"/>
            <a:ext cx="1215041" cy="6058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s-MX" sz="3200"/>
              <a:t>TI</a:t>
            </a:r>
            <a:endParaRPr sz="3200"/>
          </a:p>
        </p:txBody>
      </p:sp>
      <p:sp>
        <p:nvSpPr>
          <p:cNvPr id="72" name="Google Shape;72;p1"/>
          <p:cNvSpPr txBox="1"/>
          <p:nvPr>
            <p:ph idx="1" type="subTitle"/>
          </p:nvPr>
        </p:nvSpPr>
        <p:spPr>
          <a:xfrm>
            <a:off x="939816" y="5344363"/>
            <a:ext cx="5723874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s-MX" sz="2400"/>
              <a:t>Estructuras Organizacionales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444843" y="193282"/>
            <a:ext cx="693396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161775" y="1423149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1026529" y="235917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Nuevos Negocios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2703359" y="235917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380189" y="235661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057019" y="235661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Área Arquitectura</a:t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9410679" y="235661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cxnSp>
        <p:nvCxnSpPr>
          <p:cNvPr id="85" name="Google Shape;85;p2"/>
          <p:cNvCxnSpPr>
            <a:stCxn id="80" idx="0"/>
            <a:endCxn id="79" idx="2"/>
          </p:cNvCxnSpPr>
          <p:nvPr/>
        </p:nvCxnSpPr>
        <p:spPr>
          <a:xfrm rot="-5400000">
            <a:off x="3684649" y="23076"/>
            <a:ext cx="482400" cy="418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" name="Google Shape;86;p2"/>
          <p:cNvCxnSpPr>
            <a:stCxn id="81" idx="0"/>
            <a:endCxn id="79" idx="2"/>
          </p:cNvCxnSpPr>
          <p:nvPr/>
        </p:nvCxnSpPr>
        <p:spPr>
          <a:xfrm rot="-5400000">
            <a:off x="4523129" y="861426"/>
            <a:ext cx="482400" cy="2513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" name="Google Shape;87;p2"/>
          <p:cNvCxnSpPr>
            <a:stCxn id="84" idx="0"/>
            <a:endCxn id="79" idx="2"/>
          </p:cNvCxnSpPr>
          <p:nvPr/>
        </p:nvCxnSpPr>
        <p:spPr>
          <a:xfrm flipH="1" rot="5400000">
            <a:off x="7877949" y="19466"/>
            <a:ext cx="480000" cy="419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2"/>
          <p:cNvCxnSpPr>
            <a:stCxn id="82" idx="0"/>
            <a:endCxn id="79" idx="2"/>
          </p:cNvCxnSpPr>
          <p:nvPr/>
        </p:nvCxnSpPr>
        <p:spPr>
          <a:xfrm rot="-5400000">
            <a:off x="5362809" y="1698416"/>
            <a:ext cx="480000" cy="83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2"/>
          <p:cNvCxnSpPr>
            <a:stCxn id="83" idx="0"/>
            <a:endCxn id="79" idx="2"/>
          </p:cNvCxnSpPr>
          <p:nvPr/>
        </p:nvCxnSpPr>
        <p:spPr>
          <a:xfrm flipH="1" rot="5400000">
            <a:off x="6201139" y="1696316"/>
            <a:ext cx="480000" cy="84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2"/>
          <p:cNvSpPr/>
          <p:nvPr/>
        </p:nvSpPr>
        <p:spPr>
          <a:xfrm>
            <a:off x="7733848" y="235661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TI Distribución</a:t>
            </a:r>
            <a:endParaRPr/>
          </a:p>
        </p:txBody>
      </p:sp>
      <p:cxnSp>
        <p:nvCxnSpPr>
          <p:cNvPr id="91" name="Google Shape;91;p2"/>
          <p:cNvCxnSpPr>
            <a:stCxn id="90" idx="0"/>
            <a:endCxn id="79" idx="2"/>
          </p:cNvCxnSpPr>
          <p:nvPr/>
        </p:nvCxnSpPr>
        <p:spPr>
          <a:xfrm flipH="1" rot="5400000">
            <a:off x="7039618" y="857966"/>
            <a:ext cx="480000" cy="251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-2" y="113126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444843" y="193282"/>
            <a:ext cx="693396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173344" y="1612408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99285" y="263016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Customer y Digital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876040" y="263016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Tienda y Comercial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552870" y="263015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CDS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22970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Arquitectura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583360" y="263015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0260165" y="263015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Área Planeación y Proyectos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906530" y="2630150"/>
            <a:ext cx="16089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Soluciones Back Office</a:t>
            </a:r>
            <a:endParaRPr/>
          </a:p>
        </p:txBody>
      </p:sp>
      <p:cxnSp>
        <p:nvCxnSpPr>
          <p:cNvPr id="108" name="Google Shape;108;p3"/>
          <p:cNvCxnSpPr>
            <a:stCxn id="101" idx="0"/>
            <a:endCxn id="100" idx="2"/>
          </p:cNvCxnSpPr>
          <p:nvPr/>
        </p:nvCxnSpPr>
        <p:spPr>
          <a:xfrm rot="-5400000">
            <a:off x="3235885" y="-166290"/>
            <a:ext cx="564300" cy="5028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3"/>
          <p:cNvCxnSpPr>
            <a:stCxn id="102" idx="0"/>
            <a:endCxn id="100" idx="2"/>
          </p:cNvCxnSpPr>
          <p:nvPr/>
        </p:nvCxnSpPr>
        <p:spPr>
          <a:xfrm rot="-5400000">
            <a:off x="4074290" y="672060"/>
            <a:ext cx="564300" cy="33519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3"/>
          <p:cNvCxnSpPr>
            <a:stCxn id="106" idx="0"/>
            <a:endCxn id="100" idx="2"/>
          </p:cNvCxnSpPr>
          <p:nvPr/>
        </p:nvCxnSpPr>
        <p:spPr>
          <a:xfrm flipH="1" rot="5400000">
            <a:off x="8266515" y="-167950"/>
            <a:ext cx="564000" cy="5032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>
            <a:stCxn id="105" idx="0"/>
            <a:endCxn id="100" idx="2"/>
          </p:cNvCxnSpPr>
          <p:nvPr/>
        </p:nvCxnSpPr>
        <p:spPr>
          <a:xfrm flipH="1" rot="5400000">
            <a:off x="7428060" y="670400"/>
            <a:ext cx="564000" cy="33555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>
            <a:stCxn id="103" idx="0"/>
            <a:endCxn id="100" idx="2"/>
          </p:cNvCxnSpPr>
          <p:nvPr/>
        </p:nvCxnSpPr>
        <p:spPr>
          <a:xfrm rot="-5400000">
            <a:off x="4912920" y="1510550"/>
            <a:ext cx="564000" cy="1675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>
            <a:stCxn id="107" idx="0"/>
            <a:endCxn id="100" idx="2"/>
          </p:cNvCxnSpPr>
          <p:nvPr/>
        </p:nvCxnSpPr>
        <p:spPr>
          <a:xfrm flipH="1" rot="5400000">
            <a:off x="6589730" y="1508900"/>
            <a:ext cx="564000" cy="16785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3"/>
          <p:cNvCxnSpPr>
            <a:stCxn id="104" idx="0"/>
            <a:endCxn id="100" idx="2"/>
          </p:cNvCxnSpPr>
          <p:nvPr/>
        </p:nvCxnSpPr>
        <p:spPr>
          <a:xfrm flipH="1" rot="5400000">
            <a:off x="5793220" y="2304975"/>
            <a:ext cx="480000" cy="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Nuevos Negocios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183809" y="2305912"/>
            <a:ext cx="1608840" cy="47338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 Nuevos Negocios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Gustavo Neri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572357" y="3037495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Andres Hernandez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85267" y="303748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 RMN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Gabriela Aspe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819439" y="3037495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442979" y="3037495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Transformación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Miguel Garcia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098415" y="303748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TI OXXO SMART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Claudia Guzman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4"/>
          <p:cNvCxnSpPr>
            <a:endCxn id="120" idx="0"/>
          </p:cNvCxnSpPr>
          <p:nvPr/>
        </p:nvCxnSpPr>
        <p:spPr>
          <a:xfrm>
            <a:off x="5988229" y="2175412"/>
            <a:ext cx="0" cy="13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4"/>
          <p:cNvSpPr/>
          <p:nvPr/>
        </p:nvSpPr>
        <p:spPr>
          <a:xfrm>
            <a:off x="4372877" y="3592253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 RMN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Margarita Rosales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>
            <a:endCxn id="127" idx="1"/>
          </p:cNvCxnSpPr>
          <p:nvPr/>
        </p:nvCxnSpPr>
        <p:spPr>
          <a:xfrm flipH="1" rot="-5400000">
            <a:off x="4161827" y="3608004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/>
          <p:nvPr/>
        </p:nvSpPr>
        <p:spPr>
          <a:xfrm>
            <a:off x="5945860" y="3584073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Raul Rueda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945860" y="4101150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945860" y="4607594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4"/>
          <p:cNvCxnSpPr>
            <a:endCxn id="129" idx="1"/>
          </p:cNvCxnSpPr>
          <p:nvPr/>
        </p:nvCxnSpPr>
        <p:spPr>
          <a:xfrm flipH="1" rot="-5400000">
            <a:off x="5734810" y="3599824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4"/>
          <p:cNvCxnSpPr>
            <a:endCxn id="130" idx="1"/>
          </p:cNvCxnSpPr>
          <p:nvPr/>
        </p:nvCxnSpPr>
        <p:spPr>
          <a:xfrm flipH="1" rot="-5400000">
            <a:off x="5497510" y="3879601"/>
            <a:ext cx="794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4"/>
          <p:cNvCxnSpPr>
            <a:endCxn id="131" idx="1"/>
          </p:cNvCxnSpPr>
          <p:nvPr/>
        </p:nvCxnSpPr>
        <p:spPr>
          <a:xfrm flipH="1" rot="-5400000">
            <a:off x="5260210" y="4148745"/>
            <a:ext cx="12690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9291513" y="3592253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Adolfo Coronado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291513" y="4109330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Herrera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>
            <a:endCxn id="135" idx="1"/>
          </p:cNvCxnSpPr>
          <p:nvPr/>
        </p:nvCxnSpPr>
        <p:spPr>
          <a:xfrm flipH="1" rot="-5400000">
            <a:off x="9080463" y="3608004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>
            <a:endCxn id="136" idx="1"/>
          </p:cNvCxnSpPr>
          <p:nvPr/>
        </p:nvCxnSpPr>
        <p:spPr>
          <a:xfrm flipH="1" rot="-5400000">
            <a:off x="8843163" y="3887781"/>
            <a:ext cx="794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/>
          <p:nvPr/>
        </p:nvSpPr>
        <p:spPr>
          <a:xfrm>
            <a:off x="9500476" y="4604143"/>
            <a:ext cx="123653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Jaime Fabela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500476" y="5097394"/>
            <a:ext cx="123653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Eduardo Sandoval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500475" y="5601278"/>
            <a:ext cx="1236535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Chavez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>
            <a:endCxn id="139" idx="1"/>
          </p:cNvCxnSpPr>
          <p:nvPr/>
        </p:nvCxnSpPr>
        <p:spPr>
          <a:xfrm flipH="1" rot="-5400000">
            <a:off x="9308926" y="4639394"/>
            <a:ext cx="256200" cy="12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>
            <a:endCxn id="140" idx="1"/>
          </p:cNvCxnSpPr>
          <p:nvPr/>
        </p:nvCxnSpPr>
        <p:spPr>
          <a:xfrm flipH="1" rot="-5400000">
            <a:off x="9094126" y="4917845"/>
            <a:ext cx="685800" cy="12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>
            <a:endCxn id="141" idx="1"/>
          </p:cNvCxnSpPr>
          <p:nvPr/>
        </p:nvCxnSpPr>
        <p:spPr>
          <a:xfrm flipH="1" rot="-5400000">
            <a:off x="9008325" y="5335929"/>
            <a:ext cx="856200" cy="12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4"/>
          <p:cNvSpPr/>
          <p:nvPr/>
        </p:nvSpPr>
        <p:spPr>
          <a:xfrm>
            <a:off x="927554" y="303748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Product Owner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Hector Peña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129139" y="1730225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147" name="Google Shape;147;p4"/>
          <p:cNvCxnSpPr>
            <a:stCxn id="145" idx="0"/>
            <a:endCxn id="120" idx="2"/>
          </p:cNvCxnSpPr>
          <p:nvPr/>
        </p:nvCxnSpPr>
        <p:spPr>
          <a:xfrm rot="-5400000">
            <a:off x="3699309" y="748488"/>
            <a:ext cx="258300" cy="431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>
            <a:stCxn id="121" idx="0"/>
            <a:endCxn id="120" idx="2"/>
          </p:cNvCxnSpPr>
          <p:nvPr/>
        </p:nvCxnSpPr>
        <p:spPr>
          <a:xfrm rot="-5400000">
            <a:off x="4521662" y="1570945"/>
            <a:ext cx="258300" cy="2674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4"/>
          <p:cNvCxnSpPr>
            <a:stCxn id="122" idx="0"/>
            <a:endCxn id="120" idx="2"/>
          </p:cNvCxnSpPr>
          <p:nvPr/>
        </p:nvCxnSpPr>
        <p:spPr>
          <a:xfrm rot="-5400000">
            <a:off x="5328172" y="2377338"/>
            <a:ext cx="258300" cy="106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4"/>
          <p:cNvCxnSpPr>
            <a:stCxn id="123" idx="0"/>
            <a:endCxn id="120" idx="2"/>
          </p:cNvCxnSpPr>
          <p:nvPr/>
        </p:nvCxnSpPr>
        <p:spPr>
          <a:xfrm flipH="1" rot="5400000">
            <a:off x="6145144" y="2622145"/>
            <a:ext cx="258300" cy="57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4"/>
          <p:cNvCxnSpPr>
            <a:stCxn id="124" idx="0"/>
            <a:endCxn id="120" idx="2"/>
          </p:cNvCxnSpPr>
          <p:nvPr/>
        </p:nvCxnSpPr>
        <p:spPr>
          <a:xfrm flipH="1" rot="5400000">
            <a:off x="6957034" y="1810495"/>
            <a:ext cx="258300" cy="2195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4"/>
          <p:cNvCxnSpPr>
            <a:stCxn id="125" idx="0"/>
            <a:endCxn id="120" idx="2"/>
          </p:cNvCxnSpPr>
          <p:nvPr/>
        </p:nvCxnSpPr>
        <p:spPr>
          <a:xfrm flipH="1" rot="5400000">
            <a:off x="7784770" y="982788"/>
            <a:ext cx="258300" cy="385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4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Customer y Digital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36807" y="2366783"/>
            <a:ext cx="1608840" cy="4733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Customer y Digital</a:t>
            </a:r>
            <a:endParaRPr/>
          </a:p>
        </p:txBody>
      </p:sp>
      <p:cxnSp>
        <p:nvCxnSpPr>
          <p:cNvPr id="160" name="Google Shape;160;p5"/>
          <p:cNvCxnSpPr>
            <a:endCxn id="159" idx="0"/>
          </p:cNvCxnSpPr>
          <p:nvPr/>
        </p:nvCxnSpPr>
        <p:spPr>
          <a:xfrm>
            <a:off x="5941227" y="2236283"/>
            <a:ext cx="0" cy="13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5082137" y="1791096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064220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Estrategia Consumidor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696459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Expansion Infraestructura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00297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Digital Spin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349717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Soluciones Ecosistemas 2.0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1330304" y="4936102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330304" y="3845250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330304" y="4401889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954092" y="3845250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954091" y="4362327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2954090" y="4919417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72" name="Google Shape;172;p5"/>
          <p:cNvCxnSpPr>
            <a:stCxn id="162" idx="0"/>
            <a:endCxn id="159" idx="2"/>
          </p:cNvCxnSpPr>
          <p:nvPr/>
        </p:nvCxnSpPr>
        <p:spPr>
          <a:xfrm rot="-5400000">
            <a:off x="3667525" y="977996"/>
            <a:ext cx="411600" cy="4136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5"/>
          <p:cNvCxnSpPr>
            <a:stCxn id="163" idx="0"/>
            <a:endCxn id="159" idx="2"/>
          </p:cNvCxnSpPr>
          <p:nvPr/>
        </p:nvCxnSpPr>
        <p:spPr>
          <a:xfrm rot="-5400000">
            <a:off x="4483614" y="1794146"/>
            <a:ext cx="411600" cy="250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5"/>
          <p:cNvCxnSpPr>
            <a:stCxn id="165" idx="0"/>
            <a:endCxn id="159" idx="2"/>
          </p:cNvCxnSpPr>
          <p:nvPr/>
        </p:nvCxnSpPr>
        <p:spPr>
          <a:xfrm rot="-5400000">
            <a:off x="5310222" y="2620796"/>
            <a:ext cx="411600" cy="85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5"/>
          <p:cNvCxnSpPr>
            <a:stCxn id="164" idx="0"/>
            <a:endCxn id="159" idx="2"/>
          </p:cNvCxnSpPr>
          <p:nvPr/>
        </p:nvCxnSpPr>
        <p:spPr>
          <a:xfrm flipH="1" rot="5400000">
            <a:off x="6136830" y="2644646"/>
            <a:ext cx="411600" cy="80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5"/>
          <p:cNvCxnSpPr>
            <a:endCxn id="167" idx="1"/>
          </p:cNvCxnSpPr>
          <p:nvPr/>
        </p:nvCxnSpPr>
        <p:spPr>
          <a:xfrm flipH="1" rot="-5400000">
            <a:off x="1074554" y="3816301"/>
            <a:ext cx="354600" cy="15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5"/>
          <p:cNvCxnSpPr>
            <a:endCxn id="168" idx="1"/>
          </p:cNvCxnSpPr>
          <p:nvPr/>
        </p:nvCxnSpPr>
        <p:spPr>
          <a:xfrm flipH="1" rot="-5400000">
            <a:off x="796304" y="4094690"/>
            <a:ext cx="911100" cy="15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5"/>
          <p:cNvCxnSpPr>
            <a:endCxn id="169" idx="1"/>
          </p:cNvCxnSpPr>
          <p:nvPr/>
        </p:nvCxnSpPr>
        <p:spPr>
          <a:xfrm flipH="1" rot="-5400000">
            <a:off x="2699242" y="3817201"/>
            <a:ext cx="354600" cy="15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>
            <a:endCxn id="170" idx="1"/>
          </p:cNvCxnSpPr>
          <p:nvPr/>
        </p:nvCxnSpPr>
        <p:spPr>
          <a:xfrm flipH="1" rot="-5400000">
            <a:off x="2437641" y="4072678"/>
            <a:ext cx="871500" cy="16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5"/>
          <p:cNvCxnSpPr>
            <a:endCxn id="171" idx="1"/>
          </p:cNvCxnSpPr>
          <p:nvPr/>
        </p:nvCxnSpPr>
        <p:spPr>
          <a:xfrm flipH="1" rot="-5400000">
            <a:off x="2593940" y="4786068"/>
            <a:ext cx="557100" cy="163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5"/>
          <p:cNvSpPr/>
          <p:nvPr/>
        </p:nvSpPr>
        <p:spPr>
          <a:xfrm>
            <a:off x="756824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Product Owner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5"/>
          <p:cNvCxnSpPr>
            <a:stCxn id="181" idx="0"/>
            <a:endCxn id="159" idx="2"/>
          </p:cNvCxnSpPr>
          <p:nvPr/>
        </p:nvCxnSpPr>
        <p:spPr>
          <a:xfrm flipH="1" rot="5400000">
            <a:off x="6919400" y="1861946"/>
            <a:ext cx="411600" cy="236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p5"/>
          <p:cNvCxnSpPr>
            <a:stCxn id="166" idx="1"/>
          </p:cNvCxnSpPr>
          <p:nvPr/>
        </p:nvCxnSpPr>
        <p:spPr>
          <a:xfrm rot="10800000">
            <a:off x="1173404" y="3717503"/>
            <a:ext cx="156900" cy="144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5"/>
          <p:cNvSpPr/>
          <p:nvPr/>
        </p:nvSpPr>
        <p:spPr>
          <a:xfrm>
            <a:off x="913351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RMN</a:t>
            </a:r>
            <a:endParaRPr/>
          </a:p>
        </p:txBody>
      </p:sp>
      <p:cxnSp>
        <p:nvCxnSpPr>
          <p:cNvPr id="185" name="Google Shape;185;p5"/>
          <p:cNvCxnSpPr>
            <a:stCxn id="184" idx="0"/>
            <a:endCxn id="159" idx="2"/>
          </p:cNvCxnSpPr>
          <p:nvPr/>
        </p:nvCxnSpPr>
        <p:spPr>
          <a:xfrm flipH="1" rot="5400000">
            <a:off x="7702120" y="1079396"/>
            <a:ext cx="411600" cy="393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5197139" y="2127199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Bernal 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209518" y="2996050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Alberto Martinez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262570" y="2974714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Fanny Acuña 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276260" y="2996050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Gonzalez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856836" y="356234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Líder De Transformación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 Amarillo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847367" y="408736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Azucena Lopez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856834" y="461393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Reyna Luna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872120" y="514438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Irene Guajardo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6"/>
          <p:cNvCxnSpPr>
            <a:endCxn id="196" idx="1"/>
          </p:cNvCxnSpPr>
          <p:nvPr/>
        </p:nvCxnSpPr>
        <p:spPr>
          <a:xfrm flipH="1" rot="-5400000">
            <a:off x="5625236" y="3557543"/>
            <a:ext cx="360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>
            <a:endCxn id="197" idx="1"/>
          </p:cNvCxnSpPr>
          <p:nvPr/>
        </p:nvCxnSpPr>
        <p:spPr>
          <a:xfrm flipH="1" rot="-5400000">
            <a:off x="5411917" y="3878719"/>
            <a:ext cx="76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>
            <a:endCxn id="198" idx="1"/>
          </p:cNvCxnSpPr>
          <p:nvPr/>
        </p:nvCxnSpPr>
        <p:spPr>
          <a:xfrm flipH="1" rot="-5400000">
            <a:off x="5229234" y="4213133"/>
            <a:ext cx="115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>
            <a:endCxn id="199" idx="1"/>
          </p:cNvCxnSpPr>
          <p:nvPr/>
        </p:nvCxnSpPr>
        <p:spPr>
          <a:xfrm flipH="1" rot="-5400000">
            <a:off x="4837120" y="4336184"/>
            <a:ext cx="1942800" cy="127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6"/>
          <p:cNvSpPr/>
          <p:nvPr/>
        </p:nvSpPr>
        <p:spPr>
          <a:xfrm>
            <a:off x="5856834" y="5658598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Gloria Rodriguez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>
            <a:endCxn id="204" idx="1"/>
          </p:cNvCxnSpPr>
          <p:nvPr/>
        </p:nvCxnSpPr>
        <p:spPr>
          <a:xfrm flipH="1" rot="-5400000">
            <a:off x="4577184" y="4605748"/>
            <a:ext cx="24570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6"/>
          <p:cNvSpPr/>
          <p:nvPr/>
        </p:nvSpPr>
        <p:spPr>
          <a:xfrm>
            <a:off x="3803439" y="3612377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Rosario Gaucin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803440" y="4115956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Transformacion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Diana Ramirez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803438" y="5155688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Karla Martinez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6"/>
          <p:cNvCxnSpPr>
            <a:endCxn id="206" idx="1"/>
          </p:cNvCxnSpPr>
          <p:nvPr/>
        </p:nvCxnSpPr>
        <p:spPr>
          <a:xfrm flipH="1" rot="-5400000">
            <a:off x="3562989" y="3598727"/>
            <a:ext cx="37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>
            <a:endCxn id="207" idx="1"/>
          </p:cNvCxnSpPr>
          <p:nvPr/>
        </p:nvCxnSpPr>
        <p:spPr>
          <a:xfrm flipH="1" rot="-5400000">
            <a:off x="3359440" y="3898756"/>
            <a:ext cx="7857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6"/>
          <p:cNvCxnSpPr>
            <a:endCxn id="208" idx="1"/>
          </p:cNvCxnSpPr>
          <p:nvPr/>
        </p:nvCxnSpPr>
        <p:spPr>
          <a:xfrm flipH="1" rot="-5400000">
            <a:off x="2945588" y="4524638"/>
            <a:ext cx="1613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6"/>
          <p:cNvSpPr/>
          <p:nvPr/>
        </p:nvSpPr>
        <p:spPr>
          <a:xfrm>
            <a:off x="3803438" y="566990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Omar Bonifacio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03438" y="464147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Moises Medina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6"/>
          <p:cNvCxnSpPr>
            <a:endCxn id="213" idx="1"/>
          </p:cNvCxnSpPr>
          <p:nvPr/>
        </p:nvCxnSpPr>
        <p:spPr>
          <a:xfrm flipH="1" rot="-5400000">
            <a:off x="3225338" y="4290174"/>
            <a:ext cx="1053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6"/>
          <p:cNvCxnSpPr>
            <a:endCxn id="212" idx="1"/>
          </p:cNvCxnSpPr>
          <p:nvPr/>
        </p:nvCxnSpPr>
        <p:spPr>
          <a:xfrm flipH="1" rot="-5400000">
            <a:off x="2733938" y="4827202"/>
            <a:ext cx="20367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6"/>
          <p:cNvSpPr/>
          <p:nvPr/>
        </p:nvSpPr>
        <p:spPr>
          <a:xfrm>
            <a:off x="7870524" y="3612377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Líder Transformación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Martinez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870525" y="4115956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Sanchez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870525" y="463017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Rafael Lopez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870524" y="514438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Cortes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870523" y="5658598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Iván Fernández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6"/>
          <p:cNvCxnSpPr>
            <a:endCxn id="216" idx="1"/>
          </p:cNvCxnSpPr>
          <p:nvPr/>
        </p:nvCxnSpPr>
        <p:spPr>
          <a:xfrm flipH="1" rot="-5400000">
            <a:off x="7630074" y="3598727"/>
            <a:ext cx="37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6"/>
          <p:cNvCxnSpPr>
            <a:endCxn id="217" idx="1"/>
          </p:cNvCxnSpPr>
          <p:nvPr/>
        </p:nvCxnSpPr>
        <p:spPr>
          <a:xfrm flipH="1" rot="-5400000">
            <a:off x="7426525" y="3898756"/>
            <a:ext cx="7857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>
            <a:endCxn id="218" idx="1"/>
          </p:cNvCxnSpPr>
          <p:nvPr/>
        </p:nvCxnSpPr>
        <p:spPr>
          <a:xfrm flipH="1" rot="-5400000">
            <a:off x="7222675" y="4209120"/>
            <a:ext cx="1193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6"/>
          <p:cNvCxnSpPr>
            <a:endCxn id="219" idx="1"/>
          </p:cNvCxnSpPr>
          <p:nvPr/>
        </p:nvCxnSpPr>
        <p:spPr>
          <a:xfrm flipH="1" rot="-5400000">
            <a:off x="7018674" y="4519334"/>
            <a:ext cx="1601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6"/>
          <p:cNvCxnSpPr>
            <a:endCxn id="220" idx="1"/>
          </p:cNvCxnSpPr>
          <p:nvPr/>
        </p:nvCxnSpPr>
        <p:spPr>
          <a:xfrm flipH="1" rot="-5400000">
            <a:off x="6814673" y="4829548"/>
            <a:ext cx="2009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6"/>
          <p:cNvSpPr/>
          <p:nvPr/>
        </p:nvSpPr>
        <p:spPr>
          <a:xfrm>
            <a:off x="7870523" y="61621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Ariel Pons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>
            <a:endCxn id="226" idx="1"/>
          </p:cNvCxnSpPr>
          <p:nvPr/>
        </p:nvCxnSpPr>
        <p:spPr>
          <a:xfrm flipH="1" rot="-5400000">
            <a:off x="6606173" y="5124629"/>
            <a:ext cx="2426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-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Comercial | Operaciones | Expansión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9" name="Google Shape;229;p6"/>
          <p:cNvCxnSpPr>
            <a:stCxn id="193" idx="0"/>
            <a:endCxn id="192" idx="2"/>
          </p:cNvCxnSpPr>
          <p:nvPr/>
        </p:nvCxnSpPr>
        <p:spPr>
          <a:xfrm rot="-5400000">
            <a:off x="4768524" y="1762900"/>
            <a:ext cx="415200" cy="205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0" name="Google Shape;230;p6"/>
          <p:cNvCxnSpPr>
            <a:stCxn id="194" idx="0"/>
            <a:endCxn id="192" idx="2"/>
          </p:cNvCxnSpPr>
          <p:nvPr/>
        </p:nvCxnSpPr>
        <p:spPr>
          <a:xfrm flipH="1" rot="5400000">
            <a:off x="5805626" y="2776714"/>
            <a:ext cx="393900" cy="2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" name="Google Shape;231;p6"/>
          <p:cNvCxnSpPr>
            <a:stCxn id="195" idx="0"/>
            <a:endCxn id="192" idx="2"/>
          </p:cNvCxnSpPr>
          <p:nvPr/>
        </p:nvCxnSpPr>
        <p:spPr>
          <a:xfrm flipH="1" rot="5400000">
            <a:off x="6801866" y="1780600"/>
            <a:ext cx="415200" cy="2015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6"/>
          <p:cNvSpPr/>
          <p:nvPr/>
        </p:nvSpPr>
        <p:spPr>
          <a:xfrm>
            <a:off x="5139888" y="1536833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233" name="Google Shape;233;p6"/>
          <p:cNvCxnSpPr>
            <a:stCxn id="232" idx="2"/>
            <a:endCxn id="192" idx="0"/>
          </p:cNvCxnSpPr>
          <p:nvPr/>
        </p:nvCxnSpPr>
        <p:spPr>
          <a:xfrm>
            <a:off x="5998977" y="1990433"/>
            <a:ext cx="2700" cy="13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6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4933669" y="1649055"/>
            <a:ext cx="160884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Bernal 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997034" y="2285529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Alberto Martinez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270694" y="2952675"/>
            <a:ext cx="1391728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Transformacion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Diana Ramirez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818281" y="2952675"/>
            <a:ext cx="1391728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Moises Medina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485866" y="2952675"/>
            <a:ext cx="1391728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Karla Martinez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185353" y="2952675"/>
            <a:ext cx="1391728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Omar Bonifacio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7"/>
          <p:cNvCxnSpPr>
            <a:stCxn id="239" idx="2"/>
            <a:endCxn id="240" idx="0"/>
          </p:cNvCxnSpPr>
          <p:nvPr/>
        </p:nvCxnSpPr>
        <p:spPr>
          <a:xfrm>
            <a:off x="5738089" y="2102656"/>
            <a:ext cx="0" cy="18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7"/>
          <p:cNvCxnSpPr>
            <a:stCxn id="240" idx="2"/>
            <a:endCxn id="241" idx="0"/>
          </p:cNvCxnSpPr>
          <p:nvPr/>
        </p:nvCxnSpPr>
        <p:spPr>
          <a:xfrm rot="5400000">
            <a:off x="4745539" y="1960180"/>
            <a:ext cx="213600" cy="177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7"/>
          <p:cNvCxnSpPr>
            <a:stCxn id="240" idx="2"/>
            <a:endCxn id="242" idx="0"/>
          </p:cNvCxnSpPr>
          <p:nvPr/>
        </p:nvCxnSpPr>
        <p:spPr>
          <a:xfrm flipH="1" rot="-5400000">
            <a:off x="6519289" y="1957930"/>
            <a:ext cx="213600" cy="177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7"/>
          <p:cNvCxnSpPr>
            <a:stCxn id="240" idx="2"/>
            <a:endCxn id="243" idx="0"/>
          </p:cNvCxnSpPr>
          <p:nvPr/>
        </p:nvCxnSpPr>
        <p:spPr>
          <a:xfrm flipH="1" rot="-5400000">
            <a:off x="7353139" y="1124080"/>
            <a:ext cx="213600" cy="344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" name="Google Shape;249;p7"/>
          <p:cNvCxnSpPr>
            <a:stCxn id="240" idx="2"/>
            <a:endCxn id="244" idx="0"/>
          </p:cNvCxnSpPr>
          <p:nvPr/>
        </p:nvCxnSpPr>
        <p:spPr>
          <a:xfrm flipH="1" rot="-5400000">
            <a:off x="8202889" y="274330"/>
            <a:ext cx="213600" cy="514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7"/>
          <p:cNvSpPr/>
          <p:nvPr/>
        </p:nvSpPr>
        <p:spPr>
          <a:xfrm>
            <a:off x="122278" y="2952675"/>
            <a:ext cx="1391728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Rosario Gaucin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763058" y="3560221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Mendez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333042" y="3547671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Beatriz Cariaga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932002" y="3546707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Ubaldo Garcia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7"/>
          <p:cNvCxnSpPr>
            <a:stCxn id="240" idx="2"/>
            <a:endCxn id="250" idx="0"/>
          </p:cNvCxnSpPr>
          <p:nvPr/>
        </p:nvCxnSpPr>
        <p:spPr>
          <a:xfrm rot="5400000">
            <a:off x="3171289" y="385930"/>
            <a:ext cx="213600" cy="49200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5" name="Google Shape;255;p7"/>
          <p:cNvSpPr/>
          <p:nvPr/>
        </p:nvSpPr>
        <p:spPr>
          <a:xfrm>
            <a:off x="7319749" y="3495183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Fernando Mosqueda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319749" y="4022893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Alan Bernal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7"/>
          <p:cNvCxnSpPr>
            <a:endCxn id="255" idx="1"/>
          </p:cNvCxnSpPr>
          <p:nvPr/>
        </p:nvCxnSpPr>
        <p:spPr>
          <a:xfrm flipH="1" rot="-5400000">
            <a:off x="7110199" y="3515377"/>
            <a:ext cx="316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" name="Google Shape;258;p7"/>
          <p:cNvCxnSpPr>
            <a:endCxn id="256" idx="1"/>
          </p:cNvCxnSpPr>
          <p:nvPr/>
        </p:nvCxnSpPr>
        <p:spPr>
          <a:xfrm flipH="1" rot="-5400000">
            <a:off x="6872899" y="3805787"/>
            <a:ext cx="791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7"/>
          <p:cNvSpPr/>
          <p:nvPr/>
        </p:nvSpPr>
        <p:spPr>
          <a:xfrm>
            <a:off x="8995884" y="3486711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NOW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Julio Guzman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7"/>
          <p:cNvCxnSpPr>
            <a:endCxn id="259" idx="1"/>
          </p:cNvCxnSpPr>
          <p:nvPr/>
        </p:nvCxnSpPr>
        <p:spPr>
          <a:xfrm flipH="1" rot="-5400000">
            <a:off x="8786334" y="3506905"/>
            <a:ext cx="316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7"/>
          <p:cNvSpPr/>
          <p:nvPr/>
        </p:nvSpPr>
        <p:spPr>
          <a:xfrm>
            <a:off x="10686818" y="3506906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Rangel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686818" y="4034616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Sonia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0686818" y="4562326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Marcelo Caballero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7"/>
          <p:cNvCxnSpPr>
            <a:endCxn id="261" idx="1"/>
          </p:cNvCxnSpPr>
          <p:nvPr/>
        </p:nvCxnSpPr>
        <p:spPr>
          <a:xfrm flipH="1" rot="-5400000">
            <a:off x="10477268" y="3527100"/>
            <a:ext cx="316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7"/>
          <p:cNvCxnSpPr>
            <a:endCxn id="262" idx="1"/>
          </p:cNvCxnSpPr>
          <p:nvPr/>
        </p:nvCxnSpPr>
        <p:spPr>
          <a:xfrm flipH="1" rot="-5400000">
            <a:off x="10239968" y="3817510"/>
            <a:ext cx="791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" name="Google Shape;266;p7"/>
          <p:cNvCxnSpPr>
            <a:endCxn id="263" idx="1"/>
          </p:cNvCxnSpPr>
          <p:nvPr/>
        </p:nvCxnSpPr>
        <p:spPr>
          <a:xfrm flipH="1" rot="-5400000">
            <a:off x="10002668" y="4107920"/>
            <a:ext cx="12660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7"/>
          <p:cNvSpPr/>
          <p:nvPr/>
        </p:nvSpPr>
        <p:spPr>
          <a:xfrm>
            <a:off x="185699" y="3485747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Rossemery Brañes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435337" y="4056680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Fabiola Contreras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435337" y="4573757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Eduardo Castro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7"/>
          <p:cNvCxnSpPr>
            <a:endCxn id="268" idx="1"/>
          </p:cNvCxnSpPr>
          <p:nvPr/>
        </p:nvCxnSpPr>
        <p:spPr>
          <a:xfrm flipH="1" rot="-5400000">
            <a:off x="3225787" y="4076874"/>
            <a:ext cx="316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7"/>
          <p:cNvCxnSpPr>
            <a:endCxn id="269" idx="1"/>
          </p:cNvCxnSpPr>
          <p:nvPr/>
        </p:nvCxnSpPr>
        <p:spPr>
          <a:xfrm flipH="1" rot="-5400000">
            <a:off x="2988487" y="4356651"/>
            <a:ext cx="791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7"/>
          <p:cNvSpPr/>
          <p:nvPr/>
        </p:nvSpPr>
        <p:spPr>
          <a:xfrm>
            <a:off x="5034297" y="4067424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Ramiro Arizpe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034297" y="4566000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Hugo Treviño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034297" y="5064576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Rebeca Muñoz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862365" y="4067313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 Martinez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862365" y="4587157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Victor Acosta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862365" y="5117633"/>
            <a:ext cx="1267440" cy="4594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Ramon Palacios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79" name="Google Shape;279;p7"/>
          <p:cNvCxnSpPr>
            <a:stCxn id="275" idx="1"/>
          </p:cNvCxnSpPr>
          <p:nvPr/>
        </p:nvCxnSpPr>
        <p:spPr>
          <a:xfrm rot="10800000">
            <a:off x="1806265" y="4007257"/>
            <a:ext cx="56100" cy="28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7"/>
          <p:cNvCxnSpPr>
            <a:stCxn id="276" idx="1"/>
          </p:cNvCxnSpPr>
          <p:nvPr/>
        </p:nvCxnSpPr>
        <p:spPr>
          <a:xfrm rot="10800000">
            <a:off x="1806265" y="4147001"/>
            <a:ext cx="56100" cy="6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7"/>
          <p:cNvCxnSpPr>
            <a:stCxn id="277" idx="1"/>
          </p:cNvCxnSpPr>
          <p:nvPr/>
        </p:nvCxnSpPr>
        <p:spPr>
          <a:xfrm rot="10800000">
            <a:off x="1806265" y="4400577"/>
            <a:ext cx="56100" cy="94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7"/>
          <p:cNvCxnSpPr>
            <a:stCxn id="272" idx="1"/>
          </p:cNvCxnSpPr>
          <p:nvPr/>
        </p:nvCxnSpPr>
        <p:spPr>
          <a:xfrm rot="10800000">
            <a:off x="4971297" y="4006168"/>
            <a:ext cx="63000" cy="29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" name="Google Shape;283;p7"/>
          <p:cNvCxnSpPr>
            <a:stCxn id="273" idx="1"/>
          </p:cNvCxnSpPr>
          <p:nvPr/>
        </p:nvCxnSpPr>
        <p:spPr>
          <a:xfrm rot="10800000">
            <a:off x="4971297" y="4163344"/>
            <a:ext cx="63000" cy="63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7"/>
          <p:cNvCxnSpPr>
            <a:stCxn id="274" idx="1"/>
          </p:cNvCxnSpPr>
          <p:nvPr/>
        </p:nvCxnSpPr>
        <p:spPr>
          <a:xfrm rot="10800000">
            <a:off x="4971297" y="4526920"/>
            <a:ext cx="63000" cy="76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p7"/>
          <p:cNvCxnSpPr>
            <a:stCxn id="251" idx="0"/>
            <a:endCxn id="241" idx="2"/>
          </p:cNvCxnSpPr>
          <p:nvPr/>
        </p:nvCxnSpPr>
        <p:spPr>
          <a:xfrm rot="-5400000">
            <a:off x="3107628" y="2701171"/>
            <a:ext cx="148200" cy="1569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" name="Google Shape;286;p7"/>
          <p:cNvCxnSpPr>
            <a:stCxn id="253" idx="0"/>
            <a:endCxn id="241" idx="2"/>
          </p:cNvCxnSpPr>
          <p:nvPr/>
        </p:nvCxnSpPr>
        <p:spPr>
          <a:xfrm flipH="1" rot="5400000">
            <a:off x="4698872" y="2679857"/>
            <a:ext cx="134400" cy="159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7" name="Google Shape;287;p7"/>
          <p:cNvCxnSpPr>
            <a:stCxn id="252" idx="0"/>
            <a:endCxn id="241" idx="2"/>
          </p:cNvCxnSpPr>
          <p:nvPr/>
        </p:nvCxnSpPr>
        <p:spPr>
          <a:xfrm rot="-5400000">
            <a:off x="3899262" y="3479571"/>
            <a:ext cx="1356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" name="Google Shape;288;p7"/>
          <p:cNvCxnSpPr>
            <a:stCxn id="250" idx="2"/>
            <a:endCxn id="267" idx="0"/>
          </p:cNvCxnSpPr>
          <p:nvPr/>
        </p:nvCxnSpPr>
        <p:spPr>
          <a:xfrm>
            <a:off x="818142" y="3412162"/>
            <a:ext cx="1200" cy="7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"/>
          <p:cNvSpPr/>
          <p:nvPr/>
        </p:nvSpPr>
        <p:spPr>
          <a:xfrm>
            <a:off x="5325217" y="1903822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Bernal </a:t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384707" y="2503741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Fanny Acuña 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068356" y="3160582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De Transformacion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 Amarillo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348729" y="316058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Azucena Lopez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072861" y="316058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Reyna Luna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807622" y="316058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Irene Guajardo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8"/>
          <p:cNvCxnSpPr>
            <a:stCxn id="294" idx="2"/>
            <a:endCxn id="295" idx="0"/>
          </p:cNvCxnSpPr>
          <p:nvPr/>
        </p:nvCxnSpPr>
        <p:spPr>
          <a:xfrm flipH="1">
            <a:off x="6125737" y="2357422"/>
            <a:ext cx="3900" cy="14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>
            <a:stCxn id="295" idx="2"/>
            <a:endCxn id="296" idx="0"/>
          </p:cNvCxnSpPr>
          <p:nvPr/>
        </p:nvCxnSpPr>
        <p:spPr>
          <a:xfrm rot="5400000">
            <a:off x="4345862" y="1380560"/>
            <a:ext cx="198300" cy="336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>
            <a:stCxn id="295" idx="2"/>
            <a:endCxn id="297" idx="0"/>
          </p:cNvCxnSpPr>
          <p:nvPr/>
        </p:nvCxnSpPr>
        <p:spPr>
          <a:xfrm rot="5400000">
            <a:off x="5486012" y="2520710"/>
            <a:ext cx="198300" cy="108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8"/>
          <p:cNvCxnSpPr>
            <a:stCxn id="295" idx="2"/>
            <a:endCxn id="298" idx="0"/>
          </p:cNvCxnSpPr>
          <p:nvPr/>
        </p:nvCxnSpPr>
        <p:spPr>
          <a:xfrm flipH="1" rot="-5400000">
            <a:off x="6348062" y="2739860"/>
            <a:ext cx="198300" cy="64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8"/>
          <p:cNvCxnSpPr>
            <a:stCxn id="295" idx="2"/>
            <a:endCxn id="299" idx="0"/>
          </p:cNvCxnSpPr>
          <p:nvPr/>
        </p:nvCxnSpPr>
        <p:spPr>
          <a:xfrm flipH="1" rot="-5400000">
            <a:off x="7215511" y="1872410"/>
            <a:ext cx="198300" cy="237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8"/>
          <p:cNvSpPr/>
          <p:nvPr/>
        </p:nvSpPr>
        <p:spPr>
          <a:xfrm>
            <a:off x="2941909" y="3813846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Garza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377632" y="381260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Hilario Garcia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584913" y="316058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Gloria Rodriguez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8"/>
          <p:cNvCxnSpPr>
            <a:stCxn id="295" idx="2"/>
            <a:endCxn id="307" idx="0"/>
          </p:cNvCxnSpPr>
          <p:nvPr/>
        </p:nvCxnSpPr>
        <p:spPr>
          <a:xfrm flipH="1" rot="-5400000">
            <a:off x="8104111" y="983810"/>
            <a:ext cx="198300" cy="4155000"/>
          </a:xfrm>
          <a:prstGeom prst="bentConnector3">
            <a:avLst>
              <a:gd fmla="val 5003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8"/>
          <p:cNvSpPr/>
          <p:nvPr/>
        </p:nvSpPr>
        <p:spPr>
          <a:xfrm>
            <a:off x="4597428" y="381260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Castillo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8"/>
          <p:cNvCxnSpPr/>
          <p:nvPr/>
        </p:nvCxnSpPr>
        <p:spPr>
          <a:xfrm flipH="1" rot="-5400000">
            <a:off x="4348537" y="3779337"/>
            <a:ext cx="417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8"/>
          <p:cNvSpPr/>
          <p:nvPr/>
        </p:nvSpPr>
        <p:spPr>
          <a:xfrm>
            <a:off x="6321560" y="381260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Yonathan Lara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321560" y="434031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Jimenez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8"/>
          <p:cNvCxnSpPr>
            <a:endCxn id="311" idx="1"/>
          </p:cNvCxnSpPr>
          <p:nvPr/>
        </p:nvCxnSpPr>
        <p:spPr>
          <a:xfrm flipH="1" rot="-5400000">
            <a:off x="6061610" y="3779457"/>
            <a:ext cx="417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8"/>
          <p:cNvCxnSpPr>
            <a:endCxn id="312" idx="1"/>
          </p:cNvCxnSpPr>
          <p:nvPr/>
        </p:nvCxnSpPr>
        <p:spPr>
          <a:xfrm flipH="1" rot="-5400000">
            <a:off x="5824310" y="4069867"/>
            <a:ext cx="892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8"/>
          <p:cNvSpPr/>
          <p:nvPr/>
        </p:nvSpPr>
        <p:spPr>
          <a:xfrm>
            <a:off x="8056321" y="381260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 Rodríguez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056321" y="434031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Alma Salazar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8"/>
          <p:cNvCxnSpPr>
            <a:endCxn id="315" idx="1"/>
          </p:cNvCxnSpPr>
          <p:nvPr/>
        </p:nvCxnSpPr>
        <p:spPr>
          <a:xfrm flipH="1" rot="-5400000">
            <a:off x="7796371" y="3779457"/>
            <a:ext cx="417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" name="Google Shape;318;p8"/>
          <p:cNvCxnSpPr>
            <a:endCxn id="316" idx="1"/>
          </p:cNvCxnSpPr>
          <p:nvPr/>
        </p:nvCxnSpPr>
        <p:spPr>
          <a:xfrm flipH="1" rot="-5400000">
            <a:off x="7559071" y="4069867"/>
            <a:ext cx="892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8"/>
          <p:cNvSpPr/>
          <p:nvPr/>
        </p:nvSpPr>
        <p:spPr>
          <a:xfrm>
            <a:off x="9838200" y="3812607"/>
            <a:ext cx="126744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Galaviz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8"/>
          <p:cNvCxnSpPr>
            <a:endCxn id="319" idx="1"/>
          </p:cNvCxnSpPr>
          <p:nvPr/>
        </p:nvCxnSpPr>
        <p:spPr>
          <a:xfrm flipH="1" rot="-5400000">
            <a:off x="9578250" y="3779457"/>
            <a:ext cx="417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8"/>
          <p:cNvSpPr/>
          <p:nvPr/>
        </p:nvSpPr>
        <p:spPr>
          <a:xfrm>
            <a:off x="2941909" y="4456419"/>
            <a:ext cx="1267441" cy="4361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Selene Olvera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1377631" y="4463310"/>
            <a:ext cx="1267441" cy="4361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Aaron Villegas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4" name="Google Shape;324;p8"/>
          <p:cNvCxnSpPr>
            <a:stCxn id="306" idx="0"/>
            <a:endCxn id="296" idx="2"/>
          </p:cNvCxnSpPr>
          <p:nvPr/>
        </p:nvCxnSpPr>
        <p:spPr>
          <a:xfrm rot="-5400000">
            <a:off x="2288703" y="3336957"/>
            <a:ext cx="198300" cy="75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5" name="Google Shape;325;p8"/>
          <p:cNvCxnSpPr>
            <a:stCxn id="305" idx="0"/>
            <a:endCxn id="296" idx="2"/>
          </p:cNvCxnSpPr>
          <p:nvPr/>
        </p:nvCxnSpPr>
        <p:spPr>
          <a:xfrm flipH="1" rot="5400000">
            <a:off x="3069980" y="3308196"/>
            <a:ext cx="199800" cy="81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" name="Google Shape;326;p8"/>
          <p:cNvCxnSpPr>
            <a:stCxn id="306" idx="2"/>
            <a:endCxn id="322" idx="0"/>
          </p:cNvCxnSpPr>
          <p:nvPr/>
        </p:nvCxnSpPr>
        <p:spPr>
          <a:xfrm>
            <a:off x="2011353" y="4266207"/>
            <a:ext cx="0" cy="1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8"/>
          <p:cNvCxnSpPr>
            <a:stCxn id="305" idx="2"/>
            <a:endCxn id="321" idx="0"/>
          </p:cNvCxnSpPr>
          <p:nvPr/>
        </p:nvCxnSpPr>
        <p:spPr>
          <a:xfrm>
            <a:off x="3575630" y="4267446"/>
            <a:ext cx="0" cy="18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p8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/>
          <p:nvPr/>
        </p:nvSpPr>
        <p:spPr>
          <a:xfrm>
            <a:off x="5300143" y="1413745"/>
            <a:ext cx="16196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Bernal </a:t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365401" y="2006344"/>
            <a:ext cx="148915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Gonzalez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1280187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Transformacion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Martinez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948686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Sanchez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492057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Rafael Lopez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322513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Cortes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8238027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Iván Fernández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9"/>
          <p:cNvCxnSpPr>
            <a:stCxn id="333" idx="2"/>
            <a:endCxn id="334" idx="0"/>
          </p:cNvCxnSpPr>
          <p:nvPr/>
        </p:nvCxnSpPr>
        <p:spPr>
          <a:xfrm>
            <a:off x="6109980" y="1867345"/>
            <a:ext cx="0" cy="13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1" name="Google Shape;341;p9"/>
          <p:cNvCxnSpPr>
            <a:stCxn id="334" idx="2"/>
            <a:endCxn id="335" idx="0"/>
          </p:cNvCxnSpPr>
          <p:nvPr/>
        </p:nvCxnSpPr>
        <p:spPr>
          <a:xfrm rot="5400000">
            <a:off x="3951630" y="486995"/>
            <a:ext cx="185400" cy="413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9"/>
          <p:cNvCxnSpPr>
            <a:stCxn id="334" idx="2"/>
            <a:endCxn id="336" idx="0"/>
          </p:cNvCxnSpPr>
          <p:nvPr/>
        </p:nvCxnSpPr>
        <p:spPr>
          <a:xfrm rot="5400000">
            <a:off x="4785930" y="1321295"/>
            <a:ext cx="185400" cy="246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9"/>
          <p:cNvCxnSpPr>
            <a:stCxn id="334" idx="2"/>
            <a:endCxn id="337" idx="0"/>
          </p:cNvCxnSpPr>
          <p:nvPr/>
        </p:nvCxnSpPr>
        <p:spPr>
          <a:xfrm rot="5400000">
            <a:off x="5557530" y="2092895"/>
            <a:ext cx="185400" cy="91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9"/>
          <p:cNvCxnSpPr>
            <a:stCxn id="334" idx="2"/>
            <a:endCxn id="338" idx="0"/>
          </p:cNvCxnSpPr>
          <p:nvPr/>
        </p:nvCxnSpPr>
        <p:spPr>
          <a:xfrm flipH="1" rot="-5400000">
            <a:off x="6472830" y="2097095"/>
            <a:ext cx="185400" cy="91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9"/>
          <p:cNvCxnSpPr>
            <a:stCxn id="334" idx="2"/>
            <a:endCxn id="339" idx="0"/>
          </p:cNvCxnSpPr>
          <p:nvPr/>
        </p:nvCxnSpPr>
        <p:spPr>
          <a:xfrm flipH="1" rot="-5400000">
            <a:off x="7430580" y="1139345"/>
            <a:ext cx="185400" cy="282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9"/>
          <p:cNvSpPr/>
          <p:nvPr/>
        </p:nvSpPr>
        <p:spPr>
          <a:xfrm>
            <a:off x="9823929" y="2645493"/>
            <a:ext cx="139698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Ariel Pons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9"/>
          <p:cNvCxnSpPr>
            <a:stCxn id="334" idx="2"/>
            <a:endCxn id="346" idx="0"/>
          </p:cNvCxnSpPr>
          <p:nvPr/>
        </p:nvCxnSpPr>
        <p:spPr>
          <a:xfrm flipH="1" rot="-5400000">
            <a:off x="8223480" y="346445"/>
            <a:ext cx="185400" cy="4412400"/>
          </a:xfrm>
          <a:prstGeom prst="bentConnector3">
            <a:avLst>
              <a:gd fmla="val 5004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" name="Google Shape;348;p9"/>
          <p:cNvSpPr/>
          <p:nvPr/>
        </p:nvSpPr>
        <p:spPr>
          <a:xfrm>
            <a:off x="2216714" y="3295983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Azucena Ballesteros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73742" y="3295983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Zaira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35080" y="3813464"/>
            <a:ext cx="1253094" cy="4538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Promociones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Ramiro Montes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35080" y="4312671"/>
            <a:ext cx="1253094" cy="4538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Cabrera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9"/>
          <p:cNvCxnSpPr>
            <a:endCxn id="350" idx="1"/>
          </p:cNvCxnSpPr>
          <p:nvPr/>
        </p:nvCxnSpPr>
        <p:spPr>
          <a:xfrm flipH="1" rot="-5400000">
            <a:off x="426280" y="3831593"/>
            <a:ext cx="290700" cy="12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9"/>
          <p:cNvCxnSpPr>
            <a:endCxn id="351" idx="1"/>
          </p:cNvCxnSpPr>
          <p:nvPr/>
        </p:nvCxnSpPr>
        <p:spPr>
          <a:xfrm flipH="1" rot="-5400000">
            <a:off x="228880" y="4133400"/>
            <a:ext cx="685500" cy="12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4" name="Google Shape;354;p9"/>
          <p:cNvSpPr/>
          <p:nvPr/>
        </p:nvSpPr>
        <p:spPr>
          <a:xfrm>
            <a:off x="5001190" y="3199578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Hernández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001190" y="3756184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Meza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9"/>
          <p:cNvCxnSpPr>
            <a:endCxn id="354" idx="1"/>
          </p:cNvCxnSpPr>
          <p:nvPr/>
        </p:nvCxnSpPr>
        <p:spPr>
          <a:xfrm flipH="1" rot="-5400000">
            <a:off x="4790140" y="3215329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9"/>
          <p:cNvCxnSpPr>
            <a:endCxn id="355" idx="1"/>
          </p:cNvCxnSpPr>
          <p:nvPr/>
        </p:nvCxnSpPr>
        <p:spPr>
          <a:xfrm flipH="1" rot="-5400000">
            <a:off x="4552840" y="3534635"/>
            <a:ext cx="794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9"/>
          <p:cNvSpPr/>
          <p:nvPr/>
        </p:nvSpPr>
        <p:spPr>
          <a:xfrm>
            <a:off x="6831646" y="3192074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Gamez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831646" y="3701788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Karen Lua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831646" y="4209322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Diana Hernandez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9"/>
          <p:cNvCxnSpPr>
            <a:endCxn id="358" idx="1"/>
          </p:cNvCxnSpPr>
          <p:nvPr/>
        </p:nvCxnSpPr>
        <p:spPr>
          <a:xfrm flipH="1" rot="-5400000">
            <a:off x="6620596" y="3207825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9"/>
          <p:cNvCxnSpPr>
            <a:endCxn id="359" idx="1"/>
          </p:cNvCxnSpPr>
          <p:nvPr/>
        </p:nvCxnSpPr>
        <p:spPr>
          <a:xfrm flipH="1" rot="-5400000">
            <a:off x="6383296" y="3480238"/>
            <a:ext cx="794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9"/>
          <p:cNvCxnSpPr>
            <a:endCxn id="360" idx="1"/>
          </p:cNvCxnSpPr>
          <p:nvPr/>
        </p:nvCxnSpPr>
        <p:spPr>
          <a:xfrm flipH="1" rot="-5400000">
            <a:off x="6145996" y="3750473"/>
            <a:ext cx="12690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9"/>
          <p:cNvSpPr/>
          <p:nvPr/>
        </p:nvSpPr>
        <p:spPr>
          <a:xfrm>
            <a:off x="10333062" y="3190670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Omar Hernandez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10333062" y="3665215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Erik Villegas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10333062" y="4139760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Mariana Villarreal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9"/>
          <p:cNvCxnSpPr>
            <a:endCxn id="364" idx="1"/>
          </p:cNvCxnSpPr>
          <p:nvPr/>
        </p:nvCxnSpPr>
        <p:spPr>
          <a:xfrm flipH="1" rot="-5400000">
            <a:off x="10122012" y="3206421"/>
            <a:ext cx="319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8" name="Google Shape;368;p9"/>
          <p:cNvCxnSpPr>
            <a:endCxn id="365" idx="1"/>
          </p:cNvCxnSpPr>
          <p:nvPr/>
        </p:nvCxnSpPr>
        <p:spPr>
          <a:xfrm flipH="1" rot="-5400000">
            <a:off x="9884712" y="3443666"/>
            <a:ext cx="794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9"/>
          <p:cNvCxnSpPr>
            <a:endCxn id="366" idx="1"/>
          </p:cNvCxnSpPr>
          <p:nvPr/>
        </p:nvCxnSpPr>
        <p:spPr>
          <a:xfrm flipH="1" rot="-5400000">
            <a:off x="9647412" y="3680910"/>
            <a:ext cx="12690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9"/>
          <p:cNvSpPr/>
          <p:nvPr/>
        </p:nvSpPr>
        <p:spPr>
          <a:xfrm>
            <a:off x="10333062" y="4614305"/>
            <a:ext cx="12674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Arriaga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9"/>
          <p:cNvCxnSpPr>
            <a:endCxn id="370" idx="1"/>
          </p:cNvCxnSpPr>
          <p:nvPr/>
        </p:nvCxnSpPr>
        <p:spPr>
          <a:xfrm flipH="1" rot="-5400000">
            <a:off x="9650712" y="4158756"/>
            <a:ext cx="12624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9"/>
          <p:cNvSpPr/>
          <p:nvPr/>
        </p:nvSpPr>
        <p:spPr>
          <a:xfrm>
            <a:off x="2372800" y="3808500"/>
            <a:ext cx="1253094" cy="4538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Diana Castro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2372800" y="4312383"/>
            <a:ext cx="1253094" cy="4538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Gabriela Guerrero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5" name="Google Shape;375;p9"/>
          <p:cNvCxnSpPr>
            <a:stCxn id="372" idx="1"/>
          </p:cNvCxnSpPr>
          <p:nvPr/>
        </p:nvCxnSpPr>
        <p:spPr>
          <a:xfrm rot="10800000">
            <a:off x="2314600" y="3748329"/>
            <a:ext cx="58200" cy="2871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" name="Google Shape;376;p9"/>
          <p:cNvCxnSpPr>
            <a:stCxn id="373" idx="1"/>
          </p:cNvCxnSpPr>
          <p:nvPr/>
        </p:nvCxnSpPr>
        <p:spPr>
          <a:xfrm rot="10800000">
            <a:off x="2314600" y="3885912"/>
            <a:ext cx="58200" cy="6534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9"/>
          <p:cNvCxnSpPr>
            <a:stCxn id="349" idx="0"/>
            <a:endCxn id="335" idx="2"/>
          </p:cNvCxnSpPr>
          <p:nvPr/>
        </p:nvCxnSpPr>
        <p:spPr>
          <a:xfrm rot="-5400000">
            <a:off x="1444663" y="2761983"/>
            <a:ext cx="196800" cy="87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9"/>
          <p:cNvCxnSpPr>
            <a:stCxn id="348" idx="0"/>
            <a:endCxn id="335" idx="2"/>
          </p:cNvCxnSpPr>
          <p:nvPr/>
        </p:nvCxnSpPr>
        <p:spPr>
          <a:xfrm flipH="1" rot="5400000">
            <a:off x="2316135" y="2761683"/>
            <a:ext cx="196800" cy="87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9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/>
          <p:nvPr/>
        </p:nvSpPr>
        <p:spPr>
          <a:xfrm>
            <a:off x="5425323" y="1658498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Tienda y Comercial</a:t>
            </a:r>
            <a:endParaRPr/>
          </a:p>
        </p:txBody>
      </p:sp>
      <p:sp>
        <p:nvSpPr>
          <p:cNvPr id="386" name="Google Shape;386;p1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Tienda y Comercial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370654" y="1121805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388" name="Google Shape;388;p10"/>
          <p:cNvCxnSpPr>
            <a:stCxn id="387" idx="2"/>
            <a:endCxn id="385" idx="0"/>
          </p:cNvCxnSpPr>
          <p:nvPr/>
        </p:nvCxnSpPr>
        <p:spPr>
          <a:xfrm>
            <a:off x="6229743" y="1575405"/>
            <a:ext cx="0" cy="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p10"/>
          <p:cNvSpPr/>
          <p:nvPr/>
        </p:nvSpPr>
        <p:spPr>
          <a:xfrm>
            <a:off x="250096" y="2361251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Mercaderias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422166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Planogramas FS</a:t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484646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392" name="Google Shape;392;p10"/>
          <p:cNvCxnSpPr>
            <a:stCxn id="391" idx="0"/>
            <a:endCxn id="390" idx="2"/>
          </p:cNvCxnSpPr>
          <p:nvPr/>
        </p:nvCxnSpPr>
        <p:spPr>
          <a:xfrm rot="10800000">
            <a:off x="1102913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10"/>
          <p:cNvSpPr/>
          <p:nvPr/>
        </p:nvSpPr>
        <p:spPr>
          <a:xfrm>
            <a:off x="484646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442921" y="305702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Servicios Electronicos </a:t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8505401" y="356503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396" name="Google Shape;396;p10"/>
          <p:cNvCxnSpPr>
            <a:stCxn id="395" idx="0"/>
            <a:endCxn id="394" idx="2"/>
          </p:cNvCxnSpPr>
          <p:nvPr/>
        </p:nvCxnSpPr>
        <p:spPr>
          <a:xfrm rot="10800000">
            <a:off x="9123668" y="3510735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7" name="Google Shape;397;p10"/>
          <p:cNvSpPr/>
          <p:nvPr/>
        </p:nvSpPr>
        <p:spPr>
          <a:xfrm>
            <a:off x="422166" y="574891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422166" y="624544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2685340" y="2361250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POS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1916912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Operaciones</a:t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1979392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02" name="Google Shape;402;p10"/>
          <p:cNvCxnSpPr>
            <a:stCxn id="401" idx="0"/>
            <a:endCxn id="400" idx="2"/>
          </p:cNvCxnSpPr>
          <p:nvPr/>
        </p:nvCxnSpPr>
        <p:spPr>
          <a:xfrm rot="10800000">
            <a:off x="2597659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10"/>
          <p:cNvSpPr/>
          <p:nvPr/>
        </p:nvSpPr>
        <p:spPr>
          <a:xfrm>
            <a:off x="1979392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916912" y="468060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Digitalizacion </a:t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979392" y="5188614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06" name="Google Shape;406;p10"/>
          <p:cNvCxnSpPr>
            <a:stCxn id="405" idx="0"/>
            <a:endCxn id="404" idx="2"/>
          </p:cNvCxnSpPr>
          <p:nvPr/>
        </p:nvCxnSpPr>
        <p:spPr>
          <a:xfrm rot="10800000">
            <a:off x="2597659" y="5134314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7" name="Google Shape;407;p10"/>
          <p:cNvSpPr/>
          <p:nvPr/>
        </p:nvSpPr>
        <p:spPr>
          <a:xfrm>
            <a:off x="1916912" y="580006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Evolución POS </a:t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1979392" y="630807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09" name="Google Shape;409;p10"/>
          <p:cNvCxnSpPr>
            <a:stCxn id="408" idx="0"/>
            <a:endCxn id="407" idx="2"/>
          </p:cNvCxnSpPr>
          <p:nvPr/>
        </p:nvCxnSpPr>
        <p:spPr>
          <a:xfrm rot="10800000">
            <a:off x="2597659" y="6253775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10"/>
          <p:cNvSpPr/>
          <p:nvPr/>
        </p:nvSpPr>
        <p:spPr>
          <a:xfrm>
            <a:off x="3590172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Oxxo Smsart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3652652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412" name="Google Shape;412;p10"/>
          <p:cNvCxnSpPr>
            <a:stCxn id="411" idx="0"/>
            <a:endCxn id="410" idx="2"/>
          </p:cNvCxnSpPr>
          <p:nvPr/>
        </p:nvCxnSpPr>
        <p:spPr>
          <a:xfrm rot="10800000">
            <a:off x="4270919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3" name="Google Shape;413;p10"/>
          <p:cNvSpPr/>
          <p:nvPr/>
        </p:nvSpPr>
        <p:spPr>
          <a:xfrm>
            <a:off x="3652652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3652652" y="45656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415" name="Google Shape;415;p10"/>
          <p:cNvCxnSpPr>
            <a:stCxn id="400" idx="3"/>
            <a:endCxn id="399" idx="2"/>
          </p:cNvCxnSpPr>
          <p:nvPr/>
        </p:nvCxnSpPr>
        <p:spPr>
          <a:xfrm flipH="1" rot="10800000">
            <a:off x="3278405" y="2814852"/>
            <a:ext cx="147900" cy="45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" name="Google Shape;416;p10"/>
          <p:cNvCxnSpPr>
            <a:stCxn id="410" idx="1"/>
            <a:endCxn id="399" idx="2"/>
          </p:cNvCxnSpPr>
          <p:nvPr/>
        </p:nvCxnSpPr>
        <p:spPr>
          <a:xfrm rot="10800000">
            <a:off x="3426372" y="2814852"/>
            <a:ext cx="163800" cy="45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7" name="Google Shape;417;p10"/>
          <p:cNvCxnSpPr>
            <a:stCxn id="404" idx="3"/>
            <a:endCxn id="399" idx="2"/>
          </p:cNvCxnSpPr>
          <p:nvPr/>
        </p:nvCxnSpPr>
        <p:spPr>
          <a:xfrm flipH="1" rot="10800000">
            <a:off x="3278405" y="2814904"/>
            <a:ext cx="147900" cy="209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p10"/>
          <p:cNvCxnSpPr>
            <a:stCxn id="407" idx="3"/>
            <a:endCxn id="399" idx="2"/>
          </p:cNvCxnSpPr>
          <p:nvPr/>
        </p:nvCxnSpPr>
        <p:spPr>
          <a:xfrm flipH="1" rot="10800000">
            <a:off x="3278405" y="2814765"/>
            <a:ext cx="147900" cy="321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" name="Google Shape;419;p10"/>
          <p:cNvSpPr/>
          <p:nvPr/>
        </p:nvSpPr>
        <p:spPr>
          <a:xfrm>
            <a:off x="4979142" y="2361249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Soluciones Precios Promo</a:t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5086480" y="4134076"/>
            <a:ext cx="1267441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Convenios Comerciales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5086481" y="3041652"/>
            <a:ext cx="1267441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Promociones Ofertas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5134822" y="4661905"/>
            <a:ext cx="1174577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5117340" y="3563217"/>
            <a:ext cx="12072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0"/>
          <p:cNvCxnSpPr>
            <a:stCxn id="421" idx="2"/>
            <a:endCxn id="423" idx="0"/>
          </p:cNvCxnSpPr>
          <p:nvPr/>
        </p:nvCxnSpPr>
        <p:spPr>
          <a:xfrm>
            <a:off x="5720202" y="3495252"/>
            <a:ext cx="900" cy="6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10"/>
          <p:cNvSpPr/>
          <p:nvPr/>
        </p:nvSpPr>
        <p:spPr>
          <a:xfrm>
            <a:off x="5086479" y="5210412"/>
            <a:ext cx="1267441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086478" y="5697959"/>
            <a:ext cx="1267441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0"/>
          <p:cNvCxnSpPr>
            <a:stCxn id="419" idx="2"/>
            <a:endCxn id="421" idx="0"/>
          </p:cNvCxnSpPr>
          <p:nvPr/>
        </p:nvCxnSpPr>
        <p:spPr>
          <a:xfrm>
            <a:off x="5720198" y="2814850"/>
            <a:ext cx="0" cy="22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8" name="Google Shape;428;p10"/>
          <p:cNvSpPr/>
          <p:nvPr/>
        </p:nvSpPr>
        <p:spPr>
          <a:xfrm>
            <a:off x="6631097" y="2358978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Soluciones Operaciones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6694342" y="3054869"/>
            <a:ext cx="1374776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Herramientas Operativas</a:t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6752642" y="3564778"/>
            <a:ext cx="1253094" cy="4538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cxnSp>
        <p:nvCxnSpPr>
          <p:cNvPr id="431" name="Google Shape;431;p10"/>
          <p:cNvCxnSpPr>
            <a:stCxn id="429" idx="2"/>
            <a:endCxn id="430" idx="0"/>
          </p:cNvCxnSpPr>
          <p:nvPr/>
        </p:nvCxnSpPr>
        <p:spPr>
          <a:xfrm flipH="1">
            <a:off x="7379330" y="3508470"/>
            <a:ext cx="2400" cy="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10"/>
          <p:cNvCxnSpPr>
            <a:stCxn id="428" idx="2"/>
            <a:endCxn id="429" idx="0"/>
          </p:cNvCxnSpPr>
          <p:nvPr/>
        </p:nvCxnSpPr>
        <p:spPr>
          <a:xfrm>
            <a:off x="7372153" y="2812579"/>
            <a:ext cx="9600" cy="24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3" name="Google Shape;433;p10"/>
          <p:cNvSpPr/>
          <p:nvPr/>
        </p:nvSpPr>
        <p:spPr>
          <a:xfrm>
            <a:off x="8442921" y="463103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Servicios Financieros </a:t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8505401" y="5139049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35" name="Google Shape;435;p10"/>
          <p:cNvCxnSpPr>
            <a:stCxn id="434" idx="0"/>
            <a:endCxn id="433" idx="2"/>
          </p:cNvCxnSpPr>
          <p:nvPr/>
        </p:nvCxnSpPr>
        <p:spPr>
          <a:xfrm rot="10800000">
            <a:off x="9123668" y="5084749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6" name="Google Shape;436;p10"/>
          <p:cNvSpPr/>
          <p:nvPr/>
        </p:nvSpPr>
        <p:spPr>
          <a:xfrm>
            <a:off x="8518506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8505401" y="5628666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10327934" y="305689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Dispersion P2P </a:t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10390414" y="356490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40" name="Google Shape;440;p10"/>
          <p:cNvCxnSpPr>
            <a:stCxn id="439" idx="0"/>
            <a:endCxn id="438" idx="2"/>
          </p:cNvCxnSpPr>
          <p:nvPr/>
        </p:nvCxnSpPr>
        <p:spPr>
          <a:xfrm rot="10800000">
            <a:off x="11008681" y="351060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p10"/>
          <p:cNvSpPr/>
          <p:nvPr/>
        </p:nvSpPr>
        <p:spPr>
          <a:xfrm>
            <a:off x="10327934" y="42844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Efectivo Backoffice </a:t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10390414" y="47924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43" name="Google Shape;443;p10"/>
          <p:cNvCxnSpPr>
            <a:stCxn id="442" idx="0"/>
            <a:endCxn id="441" idx="2"/>
          </p:cNvCxnSpPr>
          <p:nvPr/>
        </p:nvCxnSpPr>
        <p:spPr>
          <a:xfrm rot="10800000">
            <a:off x="11008681" y="47381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10"/>
          <p:cNvSpPr/>
          <p:nvPr/>
        </p:nvSpPr>
        <p:spPr>
          <a:xfrm>
            <a:off x="8393547" y="621601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Fulfillment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9339967" y="2358978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Servicios</a:t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10327934" y="54810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Nuevas Avenidas </a:t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10390414" y="59890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48" name="Google Shape;448;p10"/>
          <p:cNvCxnSpPr>
            <a:stCxn id="447" idx="0"/>
            <a:endCxn id="446" idx="2"/>
          </p:cNvCxnSpPr>
          <p:nvPr/>
        </p:nvCxnSpPr>
        <p:spPr>
          <a:xfrm rot="10800000">
            <a:off x="11008681" y="59347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10"/>
          <p:cNvCxnSpPr>
            <a:stCxn id="420" idx="2"/>
            <a:endCxn id="422" idx="0"/>
          </p:cNvCxnSpPr>
          <p:nvPr/>
        </p:nvCxnSpPr>
        <p:spPr>
          <a:xfrm>
            <a:off x="5720201" y="4587676"/>
            <a:ext cx="18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10"/>
          <p:cNvCxnSpPr>
            <a:stCxn id="394" idx="3"/>
            <a:endCxn id="445" idx="2"/>
          </p:cNvCxnSpPr>
          <p:nvPr/>
        </p:nvCxnSpPr>
        <p:spPr>
          <a:xfrm flipH="1" rot="10800000">
            <a:off x="9804414" y="2812525"/>
            <a:ext cx="276600" cy="47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10"/>
          <p:cNvCxnSpPr>
            <a:stCxn id="433" idx="3"/>
            <a:endCxn id="445" idx="2"/>
          </p:cNvCxnSpPr>
          <p:nvPr/>
        </p:nvCxnSpPr>
        <p:spPr>
          <a:xfrm flipH="1" rot="10800000">
            <a:off x="9804414" y="2812439"/>
            <a:ext cx="276600" cy="204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10"/>
          <p:cNvCxnSpPr>
            <a:stCxn id="438" idx="1"/>
            <a:endCxn id="445" idx="2"/>
          </p:cNvCxnSpPr>
          <p:nvPr/>
        </p:nvCxnSpPr>
        <p:spPr>
          <a:xfrm rot="10800000">
            <a:off x="10081034" y="2812692"/>
            <a:ext cx="246900" cy="4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10"/>
          <p:cNvCxnSpPr>
            <a:stCxn id="444" idx="3"/>
            <a:endCxn id="445" idx="2"/>
          </p:cNvCxnSpPr>
          <p:nvPr/>
        </p:nvCxnSpPr>
        <p:spPr>
          <a:xfrm flipH="1" rot="10800000">
            <a:off x="9755040" y="2812510"/>
            <a:ext cx="326100" cy="363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10"/>
          <p:cNvCxnSpPr>
            <a:stCxn id="441" idx="1"/>
            <a:endCxn id="445" idx="2"/>
          </p:cNvCxnSpPr>
          <p:nvPr/>
        </p:nvCxnSpPr>
        <p:spPr>
          <a:xfrm rot="10800000">
            <a:off x="10081034" y="2812672"/>
            <a:ext cx="246900" cy="169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10"/>
          <p:cNvCxnSpPr>
            <a:stCxn id="446" idx="1"/>
            <a:endCxn id="445" idx="2"/>
          </p:cNvCxnSpPr>
          <p:nvPr/>
        </p:nvCxnSpPr>
        <p:spPr>
          <a:xfrm rot="10800000">
            <a:off x="10081034" y="2812572"/>
            <a:ext cx="246900" cy="2895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10"/>
          <p:cNvSpPr/>
          <p:nvPr/>
        </p:nvSpPr>
        <p:spPr>
          <a:xfrm>
            <a:off x="6742658" y="4057672"/>
            <a:ext cx="1253094" cy="4538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6694097" y="4606375"/>
            <a:ext cx="137459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Cometa</a:t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6742439" y="5134204"/>
            <a:ext cx="1273875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10"/>
          <p:cNvCxnSpPr>
            <a:stCxn id="457" idx="2"/>
            <a:endCxn id="458" idx="0"/>
          </p:cNvCxnSpPr>
          <p:nvPr/>
        </p:nvCxnSpPr>
        <p:spPr>
          <a:xfrm flipH="1">
            <a:off x="7379292" y="5059975"/>
            <a:ext cx="21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0" name="Google Shape;460;p10"/>
          <p:cNvSpPr/>
          <p:nvPr/>
        </p:nvSpPr>
        <p:spPr>
          <a:xfrm>
            <a:off x="6694342" y="5707872"/>
            <a:ext cx="13454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6694342" y="6193022"/>
            <a:ext cx="13454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424378" y="467466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Variedad</a:t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486858" y="518267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464" name="Google Shape;464;p10"/>
          <p:cNvCxnSpPr>
            <a:stCxn id="463" idx="0"/>
            <a:endCxn id="462" idx="2"/>
          </p:cNvCxnSpPr>
          <p:nvPr/>
        </p:nvCxnSpPr>
        <p:spPr>
          <a:xfrm rot="10800000">
            <a:off x="1105125" y="512837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5" name="Google Shape;465;p10"/>
          <p:cNvCxnSpPr>
            <a:stCxn id="389" idx="0"/>
            <a:endCxn id="385" idx="2"/>
          </p:cNvCxnSpPr>
          <p:nvPr/>
        </p:nvCxnSpPr>
        <p:spPr>
          <a:xfrm rot="-5400000">
            <a:off x="3485802" y="-382699"/>
            <a:ext cx="249300" cy="5238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10"/>
          <p:cNvCxnSpPr>
            <a:stCxn id="399" idx="0"/>
            <a:endCxn id="385" idx="2"/>
          </p:cNvCxnSpPr>
          <p:nvPr/>
        </p:nvCxnSpPr>
        <p:spPr>
          <a:xfrm rot="-5400000">
            <a:off x="4703346" y="835000"/>
            <a:ext cx="249300" cy="280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p10"/>
          <p:cNvCxnSpPr>
            <a:stCxn id="419" idx="0"/>
            <a:endCxn id="385" idx="2"/>
          </p:cNvCxnSpPr>
          <p:nvPr/>
        </p:nvCxnSpPr>
        <p:spPr>
          <a:xfrm rot="-5400000">
            <a:off x="5850248" y="1981899"/>
            <a:ext cx="249300" cy="50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10"/>
          <p:cNvCxnSpPr>
            <a:stCxn id="428" idx="0"/>
            <a:endCxn id="385" idx="2"/>
          </p:cNvCxnSpPr>
          <p:nvPr/>
        </p:nvCxnSpPr>
        <p:spPr>
          <a:xfrm flipH="1" rot="5400000">
            <a:off x="6677503" y="1664328"/>
            <a:ext cx="246900" cy="114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10"/>
          <p:cNvCxnSpPr>
            <a:stCxn id="445" idx="0"/>
            <a:endCxn id="385" idx="2"/>
          </p:cNvCxnSpPr>
          <p:nvPr/>
        </p:nvCxnSpPr>
        <p:spPr>
          <a:xfrm flipH="1" rot="5400000">
            <a:off x="8031873" y="309828"/>
            <a:ext cx="246900" cy="385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0" name="Google Shape;470;p10"/>
          <p:cNvCxnSpPr>
            <a:stCxn id="390" idx="1"/>
          </p:cNvCxnSpPr>
          <p:nvPr/>
        </p:nvCxnSpPr>
        <p:spPr>
          <a:xfrm rot="10800000">
            <a:off x="345366" y="2812452"/>
            <a:ext cx="76800" cy="45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1" name="Google Shape;471;p10"/>
          <p:cNvCxnSpPr>
            <a:stCxn id="462" idx="1"/>
          </p:cNvCxnSpPr>
          <p:nvPr/>
        </p:nvCxnSpPr>
        <p:spPr>
          <a:xfrm rot="10800000">
            <a:off x="349978" y="2928367"/>
            <a:ext cx="74400" cy="197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10"/>
          <p:cNvCxnSpPr>
            <a:stCxn id="397" idx="1"/>
          </p:cNvCxnSpPr>
          <p:nvPr/>
        </p:nvCxnSpPr>
        <p:spPr>
          <a:xfrm rot="10800000">
            <a:off x="348666" y="4475416"/>
            <a:ext cx="73500" cy="150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10"/>
          <p:cNvCxnSpPr>
            <a:stCxn id="398" idx="1"/>
          </p:cNvCxnSpPr>
          <p:nvPr/>
        </p:nvCxnSpPr>
        <p:spPr>
          <a:xfrm rot="10800000">
            <a:off x="349266" y="5855445"/>
            <a:ext cx="72900" cy="61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4" name="Google Shape;474;p1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"/>
          <p:cNvSpPr/>
          <p:nvPr/>
        </p:nvSpPr>
        <p:spPr>
          <a:xfrm>
            <a:off x="5322455" y="2827632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TI Distribución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Beatriz Herrejon</a:t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1558418" y="3732510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Specialist Dist Backoffice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Amarirani Carrizales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1776561" y="4319359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Solución Backoffice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Pablo Tamez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 Distribución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263910" y="2223579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1776561" y="4901388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Solución Abasto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Osiris Cazares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3471287" y="3732512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TI Transporte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Abel Santos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385315" y="3732512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TI Desarrollo Distribución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Salvador Jacinto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5430505" y="4319358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Desarrollo Integraciones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Andres Rojas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7330141" y="3732510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Líder TI Operaciones e Infraestructura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Tanya Granados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9233283" y="3734309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 Distribución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Olguin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9278473" y="4319357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Soporte OTM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Julieta Leal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11"/>
          <p:cNvCxnSpPr>
            <a:stCxn id="480" idx="0"/>
            <a:endCxn id="479" idx="2"/>
          </p:cNvCxnSpPr>
          <p:nvPr/>
        </p:nvCxnSpPr>
        <p:spPr>
          <a:xfrm rot="-5400000">
            <a:off x="3987573" y="1593210"/>
            <a:ext cx="451200" cy="382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11"/>
          <p:cNvCxnSpPr>
            <a:stCxn id="485" idx="0"/>
            <a:endCxn id="479" idx="2"/>
          </p:cNvCxnSpPr>
          <p:nvPr/>
        </p:nvCxnSpPr>
        <p:spPr>
          <a:xfrm rot="-5400000">
            <a:off x="4944042" y="2549612"/>
            <a:ext cx="451200" cy="1914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11"/>
          <p:cNvCxnSpPr>
            <a:stCxn id="486" idx="0"/>
            <a:endCxn id="479" idx="2"/>
          </p:cNvCxnSpPr>
          <p:nvPr/>
        </p:nvCxnSpPr>
        <p:spPr>
          <a:xfrm rot="-5400000">
            <a:off x="5901070" y="3506612"/>
            <a:ext cx="4512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11"/>
          <p:cNvCxnSpPr>
            <a:stCxn id="488" idx="0"/>
            <a:endCxn id="479" idx="2"/>
          </p:cNvCxnSpPr>
          <p:nvPr/>
        </p:nvCxnSpPr>
        <p:spPr>
          <a:xfrm flipH="1" rot="5400000">
            <a:off x="6873446" y="2534760"/>
            <a:ext cx="451200" cy="194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11"/>
          <p:cNvCxnSpPr>
            <a:stCxn id="489" idx="0"/>
            <a:endCxn id="479" idx="2"/>
          </p:cNvCxnSpPr>
          <p:nvPr/>
        </p:nvCxnSpPr>
        <p:spPr>
          <a:xfrm flipH="1" rot="5400000">
            <a:off x="7824088" y="1584059"/>
            <a:ext cx="453000" cy="384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11"/>
          <p:cNvCxnSpPr>
            <a:stCxn id="483" idx="2"/>
            <a:endCxn id="479" idx="0"/>
          </p:cNvCxnSpPr>
          <p:nvPr/>
        </p:nvCxnSpPr>
        <p:spPr>
          <a:xfrm>
            <a:off x="6122999" y="2677179"/>
            <a:ext cx="3900" cy="1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11"/>
          <p:cNvCxnSpPr>
            <a:stCxn id="486" idx="2"/>
            <a:endCxn id="487" idx="0"/>
          </p:cNvCxnSpPr>
          <p:nvPr/>
        </p:nvCxnSpPr>
        <p:spPr>
          <a:xfrm>
            <a:off x="6126370" y="4190931"/>
            <a:ext cx="0" cy="12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11"/>
          <p:cNvCxnSpPr>
            <a:stCxn id="489" idx="2"/>
            <a:endCxn id="490" idx="0"/>
          </p:cNvCxnSpPr>
          <p:nvPr/>
        </p:nvCxnSpPr>
        <p:spPr>
          <a:xfrm>
            <a:off x="9974338" y="4192728"/>
            <a:ext cx="0" cy="12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11"/>
          <p:cNvCxnSpPr>
            <a:endCxn id="481" idx="1"/>
          </p:cNvCxnSpPr>
          <p:nvPr/>
        </p:nvCxnSpPr>
        <p:spPr>
          <a:xfrm flipH="1" rot="-5400000">
            <a:off x="1540761" y="4310360"/>
            <a:ext cx="358800" cy="11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11"/>
          <p:cNvCxnSpPr>
            <a:endCxn id="484" idx="1"/>
          </p:cNvCxnSpPr>
          <p:nvPr/>
        </p:nvCxnSpPr>
        <p:spPr>
          <a:xfrm flipH="1" rot="-5400000">
            <a:off x="1249761" y="4601389"/>
            <a:ext cx="940800" cy="11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p11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2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 Distribución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12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5658501" y="3015181"/>
            <a:ext cx="1613162" cy="4570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 Garza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5605994" y="2369291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2436253" y="389338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Berenice Reyes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4080686" y="389111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Tania Flores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5725119" y="389111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Gloria Campos 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7369552" y="3891117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Angel Martinez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9013985" y="389111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Oficina Proyecto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Monica Hernandez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2"/>
          <p:cNvCxnSpPr>
            <a:stCxn id="510" idx="0"/>
            <a:endCxn id="508" idx="2"/>
          </p:cNvCxnSpPr>
          <p:nvPr/>
        </p:nvCxnSpPr>
        <p:spPr>
          <a:xfrm rot="-5400000">
            <a:off x="4610558" y="2038930"/>
            <a:ext cx="421200" cy="3287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12"/>
          <p:cNvCxnSpPr>
            <a:stCxn id="511" idx="0"/>
            <a:endCxn id="508" idx="2"/>
          </p:cNvCxnSpPr>
          <p:nvPr/>
        </p:nvCxnSpPr>
        <p:spPr>
          <a:xfrm rot="-5400000">
            <a:off x="5434041" y="2860018"/>
            <a:ext cx="418800" cy="1643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12"/>
          <p:cNvCxnSpPr>
            <a:stCxn id="512" idx="0"/>
            <a:endCxn id="508" idx="2"/>
          </p:cNvCxnSpPr>
          <p:nvPr/>
        </p:nvCxnSpPr>
        <p:spPr>
          <a:xfrm flipH="1" rot="5400000">
            <a:off x="6256174" y="3681118"/>
            <a:ext cx="418800" cy="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12"/>
          <p:cNvCxnSpPr>
            <a:stCxn id="514" idx="0"/>
            <a:endCxn id="508" idx="2"/>
          </p:cNvCxnSpPr>
          <p:nvPr/>
        </p:nvCxnSpPr>
        <p:spPr>
          <a:xfrm flipH="1" rot="5400000">
            <a:off x="7900590" y="2036666"/>
            <a:ext cx="418800" cy="329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12"/>
          <p:cNvCxnSpPr>
            <a:stCxn id="513" idx="0"/>
            <a:endCxn id="508" idx="2"/>
          </p:cNvCxnSpPr>
          <p:nvPr/>
        </p:nvCxnSpPr>
        <p:spPr>
          <a:xfrm flipH="1" rot="5400000">
            <a:off x="7078457" y="2858967"/>
            <a:ext cx="418800" cy="164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12"/>
          <p:cNvCxnSpPr>
            <a:stCxn id="509" idx="2"/>
            <a:endCxn id="508" idx="0"/>
          </p:cNvCxnSpPr>
          <p:nvPr/>
        </p:nvCxnSpPr>
        <p:spPr>
          <a:xfrm>
            <a:off x="6465083" y="2822891"/>
            <a:ext cx="0" cy="19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/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5843604" y="2740101"/>
            <a:ext cx="1613162" cy="457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CDS</a:t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5791097" y="2094211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2623891" y="3618300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CEDIS</a:t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4268324" y="361603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Abasto</a:t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5912757" y="361603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Distribucion</a:t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7557190" y="3616037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Mercaderias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9201623" y="3616036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EDI </a:t>
            </a:r>
            <a:endParaRPr/>
          </a:p>
        </p:txBody>
      </p:sp>
      <p:cxnSp>
        <p:nvCxnSpPr>
          <p:cNvPr id="533" name="Google Shape;533;p13"/>
          <p:cNvCxnSpPr>
            <a:stCxn id="528" idx="0"/>
            <a:endCxn id="526" idx="2"/>
          </p:cNvCxnSpPr>
          <p:nvPr/>
        </p:nvCxnSpPr>
        <p:spPr>
          <a:xfrm rot="-5400000">
            <a:off x="4796996" y="1765050"/>
            <a:ext cx="421200" cy="328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13"/>
          <p:cNvCxnSpPr>
            <a:stCxn id="529" idx="0"/>
            <a:endCxn id="526" idx="2"/>
          </p:cNvCxnSpPr>
          <p:nvPr/>
        </p:nvCxnSpPr>
        <p:spPr>
          <a:xfrm rot="-5400000">
            <a:off x="5620329" y="2586288"/>
            <a:ext cx="418800" cy="1640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13"/>
          <p:cNvCxnSpPr>
            <a:stCxn id="530" idx="0"/>
            <a:endCxn id="526" idx="2"/>
          </p:cNvCxnSpPr>
          <p:nvPr/>
        </p:nvCxnSpPr>
        <p:spPr>
          <a:xfrm flipH="1" rot="5400000">
            <a:off x="6442612" y="3404838"/>
            <a:ext cx="418800" cy="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13"/>
          <p:cNvCxnSpPr>
            <a:stCxn id="532" idx="0"/>
            <a:endCxn id="526" idx="2"/>
          </p:cNvCxnSpPr>
          <p:nvPr/>
        </p:nvCxnSpPr>
        <p:spPr>
          <a:xfrm flipH="1" rot="5400000">
            <a:off x="8087028" y="1760386"/>
            <a:ext cx="418800" cy="329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13"/>
          <p:cNvCxnSpPr>
            <a:stCxn id="531" idx="0"/>
            <a:endCxn id="526" idx="2"/>
          </p:cNvCxnSpPr>
          <p:nvPr/>
        </p:nvCxnSpPr>
        <p:spPr>
          <a:xfrm flipH="1" rot="5400000">
            <a:off x="7264745" y="2582537"/>
            <a:ext cx="418800" cy="164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13"/>
          <p:cNvCxnSpPr>
            <a:stCxn id="527" idx="2"/>
            <a:endCxn id="526" idx="0"/>
          </p:cNvCxnSpPr>
          <p:nvPr/>
        </p:nvCxnSpPr>
        <p:spPr>
          <a:xfrm>
            <a:off x="6650186" y="2547811"/>
            <a:ext cx="0" cy="19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9" name="Google Shape;539;p13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– CDS | Finanzas | RH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5377510" y="1723872"/>
            <a:ext cx="1613162" cy="457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 Garza</a:t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5325003" y="1180620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1368442" y="2543821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Berenice Reyes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4383754" y="2526683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Tania Flores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6375335" y="2543823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 Soluciones TI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Gloria Campos 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8980313" y="2543822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Angel Martinez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14"/>
          <p:cNvCxnSpPr>
            <a:stCxn id="546" idx="2"/>
            <a:endCxn id="545" idx="0"/>
          </p:cNvCxnSpPr>
          <p:nvPr/>
        </p:nvCxnSpPr>
        <p:spPr>
          <a:xfrm>
            <a:off x="6184092" y="1634220"/>
            <a:ext cx="0" cy="8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2" name="Google Shape;552;p14"/>
          <p:cNvSpPr/>
          <p:nvPr/>
        </p:nvSpPr>
        <p:spPr>
          <a:xfrm>
            <a:off x="9040621" y="306068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Maria Torres</a:t>
            </a:r>
            <a:endParaRPr/>
          </a:p>
        </p:txBody>
      </p:sp>
      <p:cxnSp>
        <p:nvCxnSpPr>
          <p:cNvPr id="553" name="Google Shape;553;p14"/>
          <p:cNvCxnSpPr>
            <a:stCxn id="552" idx="0"/>
            <a:endCxn id="550" idx="2"/>
          </p:cNvCxnSpPr>
          <p:nvPr/>
        </p:nvCxnSpPr>
        <p:spPr>
          <a:xfrm rot="10800000">
            <a:off x="9721368" y="2997384"/>
            <a:ext cx="0" cy="6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4" name="Google Shape;554;p14"/>
          <p:cNvSpPr/>
          <p:nvPr/>
        </p:nvSpPr>
        <p:spPr>
          <a:xfrm>
            <a:off x="3880841" y="417530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Patricia Monsivais</a:t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672988" y="318953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Victor Lazcano</a:t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672986" y="371177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Gabriela Martinez</a:t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2179403" y="318953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Escalante</a:t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2216727" y="441790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 CDS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Vanessa Huerta</a:t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3880874" y="310548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FLEXO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Carlys Gascon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3901260" y="520474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Luis Zarate</a:t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735466" y="421978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Jesus Zamora</a:t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2241882" y="374957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Adriana Cantu</a:t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2346657" y="497794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Andreina Infantini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2343820" y="552810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Pablo Najera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14"/>
          <p:cNvCxnSpPr>
            <a:stCxn id="555" idx="3"/>
            <a:endCxn id="547" idx="2"/>
          </p:cNvCxnSpPr>
          <p:nvPr/>
        </p:nvCxnSpPr>
        <p:spPr>
          <a:xfrm flipH="1" rot="10800000">
            <a:off x="2034481" y="2997534"/>
            <a:ext cx="75000" cy="41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14"/>
          <p:cNvCxnSpPr>
            <a:stCxn id="556" idx="3"/>
            <a:endCxn id="547" idx="2"/>
          </p:cNvCxnSpPr>
          <p:nvPr/>
        </p:nvCxnSpPr>
        <p:spPr>
          <a:xfrm flipH="1" rot="10800000">
            <a:off x="2034479" y="2997478"/>
            <a:ext cx="75000" cy="94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14"/>
          <p:cNvCxnSpPr>
            <a:stCxn id="557" idx="1"/>
            <a:endCxn id="547" idx="2"/>
          </p:cNvCxnSpPr>
          <p:nvPr/>
        </p:nvCxnSpPr>
        <p:spPr>
          <a:xfrm rot="10800000">
            <a:off x="2109503" y="2997534"/>
            <a:ext cx="69900" cy="41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14"/>
          <p:cNvCxnSpPr>
            <a:stCxn id="561" idx="0"/>
            <a:endCxn id="556" idx="2"/>
          </p:cNvCxnSpPr>
          <p:nvPr/>
        </p:nvCxnSpPr>
        <p:spPr>
          <a:xfrm rot="10800000">
            <a:off x="1353733" y="4165488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14"/>
          <p:cNvCxnSpPr>
            <a:stCxn id="557" idx="2"/>
            <a:endCxn id="562" idx="0"/>
          </p:cNvCxnSpPr>
          <p:nvPr/>
        </p:nvCxnSpPr>
        <p:spPr>
          <a:xfrm>
            <a:off x="2860150" y="3643134"/>
            <a:ext cx="0" cy="1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14"/>
          <p:cNvCxnSpPr>
            <a:endCxn id="563" idx="1"/>
          </p:cNvCxnSpPr>
          <p:nvPr/>
        </p:nvCxnSpPr>
        <p:spPr>
          <a:xfrm flipH="1" rot="-5400000">
            <a:off x="2127657" y="4985745"/>
            <a:ext cx="333300" cy="104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14"/>
          <p:cNvCxnSpPr>
            <a:endCxn id="564" idx="1"/>
          </p:cNvCxnSpPr>
          <p:nvPr/>
        </p:nvCxnSpPr>
        <p:spPr>
          <a:xfrm flipH="1" rot="-5400000">
            <a:off x="1856020" y="5267105"/>
            <a:ext cx="8736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14"/>
          <p:cNvSpPr/>
          <p:nvPr/>
        </p:nvSpPr>
        <p:spPr>
          <a:xfrm>
            <a:off x="3943353" y="3618939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FLEXO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Marcela Tovar</a:t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3943353" y="467003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Ignacio Treviño</a:t>
            </a: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4122365" y="569946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Angelica Garza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4129387" y="6201219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Gonzalez</a:t>
            </a:r>
            <a:endParaRPr/>
          </a:p>
        </p:txBody>
      </p:sp>
      <p:cxnSp>
        <p:nvCxnSpPr>
          <p:cNvPr id="576" name="Google Shape;576;p14"/>
          <p:cNvCxnSpPr>
            <a:stCxn id="559" idx="3"/>
          </p:cNvCxnSpPr>
          <p:nvPr/>
        </p:nvCxnSpPr>
        <p:spPr>
          <a:xfrm flipH="1" rot="10800000">
            <a:off x="5242367" y="2896381"/>
            <a:ext cx="106500" cy="43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14"/>
          <p:cNvCxnSpPr>
            <a:stCxn id="554" idx="3"/>
          </p:cNvCxnSpPr>
          <p:nvPr/>
        </p:nvCxnSpPr>
        <p:spPr>
          <a:xfrm flipH="1" rot="10800000">
            <a:off x="5242334" y="2997509"/>
            <a:ext cx="106500" cy="140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14"/>
          <p:cNvCxnSpPr>
            <a:stCxn id="559" idx="2"/>
            <a:endCxn id="572" idx="0"/>
          </p:cNvCxnSpPr>
          <p:nvPr/>
        </p:nvCxnSpPr>
        <p:spPr>
          <a:xfrm>
            <a:off x="4561621" y="3559081"/>
            <a:ext cx="0" cy="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14"/>
          <p:cNvCxnSpPr>
            <a:stCxn id="554" idx="2"/>
            <a:endCxn id="573" idx="0"/>
          </p:cNvCxnSpPr>
          <p:nvPr/>
        </p:nvCxnSpPr>
        <p:spPr>
          <a:xfrm>
            <a:off x="4561588" y="4628909"/>
            <a:ext cx="0" cy="4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0" name="Google Shape;580;p14"/>
          <p:cNvSpPr/>
          <p:nvPr/>
        </p:nvSpPr>
        <p:spPr>
          <a:xfrm>
            <a:off x="5674709" y="317906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Transformación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Grigerlis Rios</a:t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7220121" y="318095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Edgar Romo</a:t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5737188" y="373223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Daniel Villarreal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7279016" y="3729074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Flores</a:t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5710596" y="434256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Maria Ibarra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7220121" y="434256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Ricardo Rivera</a:t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5913472" y="487150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Laura Suarez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5913472" y="53790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Raul Segovia</a:t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5913472" y="588655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Yudith Rosado</a:t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7468905" y="487150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 de Osio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7468905" y="53790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Valeria Rivera</a:t>
            </a:r>
            <a:endParaRPr/>
          </a:p>
        </p:txBody>
      </p:sp>
      <p:cxnSp>
        <p:nvCxnSpPr>
          <p:cNvPr id="591" name="Google Shape;591;p14"/>
          <p:cNvCxnSpPr>
            <a:stCxn id="580" idx="3"/>
            <a:endCxn id="549" idx="2"/>
          </p:cNvCxnSpPr>
          <p:nvPr/>
        </p:nvCxnSpPr>
        <p:spPr>
          <a:xfrm flipH="1" rot="10800000">
            <a:off x="7036202" y="2997567"/>
            <a:ext cx="80100" cy="408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14"/>
          <p:cNvCxnSpPr>
            <a:stCxn id="584" idx="3"/>
            <a:endCxn id="549" idx="2"/>
          </p:cNvCxnSpPr>
          <p:nvPr/>
        </p:nvCxnSpPr>
        <p:spPr>
          <a:xfrm flipH="1" rot="10800000">
            <a:off x="7072089" y="2997368"/>
            <a:ext cx="44400" cy="157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14"/>
          <p:cNvCxnSpPr>
            <a:stCxn id="581" idx="1"/>
            <a:endCxn id="549" idx="2"/>
          </p:cNvCxnSpPr>
          <p:nvPr/>
        </p:nvCxnSpPr>
        <p:spPr>
          <a:xfrm rot="10800000">
            <a:off x="7116321" y="2997359"/>
            <a:ext cx="103800" cy="410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14"/>
          <p:cNvCxnSpPr>
            <a:stCxn id="585" idx="1"/>
            <a:endCxn id="549" idx="2"/>
          </p:cNvCxnSpPr>
          <p:nvPr/>
        </p:nvCxnSpPr>
        <p:spPr>
          <a:xfrm rot="10800000">
            <a:off x="7116321" y="2997368"/>
            <a:ext cx="103800" cy="157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14"/>
          <p:cNvCxnSpPr>
            <a:stCxn id="582" idx="0"/>
            <a:endCxn id="580" idx="2"/>
          </p:cNvCxnSpPr>
          <p:nvPr/>
        </p:nvCxnSpPr>
        <p:spPr>
          <a:xfrm rot="10800000">
            <a:off x="6355455" y="3632638"/>
            <a:ext cx="0" cy="9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6" name="Google Shape;596;p14"/>
          <p:cNvCxnSpPr>
            <a:stCxn id="583" idx="0"/>
            <a:endCxn id="581" idx="2"/>
          </p:cNvCxnSpPr>
          <p:nvPr/>
        </p:nvCxnSpPr>
        <p:spPr>
          <a:xfrm flipH="1" rot="10800000">
            <a:off x="7897283" y="3634574"/>
            <a:ext cx="3600" cy="9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14"/>
          <p:cNvCxnSpPr>
            <a:endCxn id="586" idx="1"/>
          </p:cNvCxnSpPr>
          <p:nvPr/>
        </p:nvCxnSpPr>
        <p:spPr>
          <a:xfrm flipH="1" rot="-5400000">
            <a:off x="5712322" y="4897157"/>
            <a:ext cx="302100" cy="100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" name="Google Shape;598;p14"/>
          <p:cNvCxnSpPr>
            <a:endCxn id="587" idx="1"/>
          </p:cNvCxnSpPr>
          <p:nvPr/>
        </p:nvCxnSpPr>
        <p:spPr>
          <a:xfrm flipH="1" rot="-5400000">
            <a:off x="5458522" y="5150881"/>
            <a:ext cx="809700" cy="100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14"/>
          <p:cNvCxnSpPr>
            <a:endCxn id="588" idx="1"/>
          </p:cNvCxnSpPr>
          <p:nvPr/>
        </p:nvCxnSpPr>
        <p:spPr>
          <a:xfrm flipH="1" rot="-5400000">
            <a:off x="5210122" y="5410005"/>
            <a:ext cx="1306500" cy="100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0" name="Google Shape;600;p14"/>
          <p:cNvCxnSpPr>
            <a:endCxn id="589" idx="1"/>
          </p:cNvCxnSpPr>
          <p:nvPr/>
        </p:nvCxnSpPr>
        <p:spPr>
          <a:xfrm flipH="1" rot="-5400000">
            <a:off x="7270605" y="4900007"/>
            <a:ext cx="302100" cy="9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14"/>
          <p:cNvCxnSpPr/>
          <p:nvPr/>
        </p:nvCxnSpPr>
        <p:spPr>
          <a:xfrm flipH="1" rot="-5400000">
            <a:off x="7024407" y="5206297"/>
            <a:ext cx="809700" cy="10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2" name="Google Shape;602;p14"/>
          <p:cNvCxnSpPr>
            <a:stCxn id="560" idx="3"/>
          </p:cNvCxnSpPr>
          <p:nvPr/>
        </p:nvCxnSpPr>
        <p:spPr>
          <a:xfrm flipH="1" rot="10800000">
            <a:off x="5262753" y="2980245"/>
            <a:ext cx="86100" cy="245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3" name="Google Shape;603;p14"/>
          <p:cNvCxnSpPr>
            <a:endCxn id="574" idx="1"/>
          </p:cNvCxnSpPr>
          <p:nvPr/>
        </p:nvCxnSpPr>
        <p:spPr>
          <a:xfrm flipH="1" rot="-5400000">
            <a:off x="3938015" y="5741918"/>
            <a:ext cx="267900" cy="100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4" name="Google Shape;604;p14"/>
          <p:cNvCxnSpPr>
            <a:endCxn id="575" idx="1"/>
          </p:cNvCxnSpPr>
          <p:nvPr/>
        </p:nvCxnSpPr>
        <p:spPr>
          <a:xfrm flipH="1" rot="-5400000">
            <a:off x="3687337" y="5985969"/>
            <a:ext cx="776700" cy="10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14"/>
          <p:cNvCxnSpPr>
            <a:stCxn id="558" idx="1"/>
            <a:endCxn id="547" idx="2"/>
          </p:cNvCxnSpPr>
          <p:nvPr/>
        </p:nvCxnSpPr>
        <p:spPr>
          <a:xfrm rot="10800000">
            <a:off x="2109627" y="2997408"/>
            <a:ext cx="107100" cy="164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6" name="Google Shape;606;p14"/>
          <p:cNvCxnSpPr>
            <a:stCxn id="547" idx="0"/>
            <a:endCxn id="545" idx="2"/>
          </p:cNvCxnSpPr>
          <p:nvPr/>
        </p:nvCxnSpPr>
        <p:spPr>
          <a:xfrm rot="-5400000">
            <a:off x="3965297" y="325021"/>
            <a:ext cx="363000" cy="4074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14"/>
          <p:cNvCxnSpPr>
            <a:stCxn id="548" idx="0"/>
            <a:endCxn id="545" idx="2"/>
          </p:cNvCxnSpPr>
          <p:nvPr/>
        </p:nvCxnSpPr>
        <p:spPr>
          <a:xfrm rot="-5400000">
            <a:off x="5481509" y="1824083"/>
            <a:ext cx="345900" cy="105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14"/>
          <p:cNvCxnSpPr>
            <a:stCxn id="549" idx="0"/>
            <a:endCxn id="545" idx="2"/>
          </p:cNvCxnSpPr>
          <p:nvPr/>
        </p:nvCxnSpPr>
        <p:spPr>
          <a:xfrm flipH="1" rot="5400000">
            <a:off x="6468690" y="1896123"/>
            <a:ext cx="363000" cy="93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14"/>
          <p:cNvCxnSpPr>
            <a:stCxn id="550" idx="0"/>
            <a:endCxn id="545" idx="2"/>
          </p:cNvCxnSpPr>
          <p:nvPr/>
        </p:nvCxnSpPr>
        <p:spPr>
          <a:xfrm flipH="1" rot="5400000">
            <a:off x="7771218" y="593672"/>
            <a:ext cx="363000" cy="353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p14"/>
          <p:cNvSpPr/>
          <p:nvPr/>
        </p:nvSpPr>
        <p:spPr>
          <a:xfrm>
            <a:off x="10611279" y="2531696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Oficina Proyecto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Monica Hernandez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14"/>
          <p:cNvCxnSpPr>
            <a:stCxn id="610" idx="0"/>
            <a:endCxn id="545" idx="2"/>
          </p:cNvCxnSpPr>
          <p:nvPr/>
        </p:nvCxnSpPr>
        <p:spPr>
          <a:xfrm flipH="1" rot="5400000">
            <a:off x="8592934" y="-227704"/>
            <a:ext cx="350700" cy="5168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2" name="Google Shape;612;p14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/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6126375" y="1390123"/>
            <a:ext cx="1613162" cy="457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CDS</a:t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6073868" y="846871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620" name="Google Shape;620;p15"/>
          <p:cNvCxnSpPr>
            <a:stCxn id="619" idx="2"/>
            <a:endCxn id="618" idx="0"/>
          </p:cNvCxnSpPr>
          <p:nvPr/>
        </p:nvCxnSpPr>
        <p:spPr>
          <a:xfrm>
            <a:off x="6932957" y="1300471"/>
            <a:ext cx="0" cy="8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1" name="Google Shape;621;p15"/>
          <p:cNvSpPr/>
          <p:nvPr/>
        </p:nvSpPr>
        <p:spPr>
          <a:xfrm>
            <a:off x="1142157" y="220298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Abasto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2799908" y="405362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</a:t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2862388" y="45616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24" name="Google Shape;624;p15"/>
          <p:cNvCxnSpPr>
            <a:stCxn id="623" idx="0"/>
            <a:endCxn id="622" idx="2"/>
          </p:cNvCxnSpPr>
          <p:nvPr/>
        </p:nvCxnSpPr>
        <p:spPr>
          <a:xfrm rot="10800000">
            <a:off x="3480655" y="4507331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5" name="Google Shape;625;p15"/>
          <p:cNvSpPr/>
          <p:nvPr/>
        </p:nvSpPr>
        <p:spPr>
          <a:xfrm>
            <a:off x="1202469" y="28597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202469" y="33514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1202469" y="38431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202468" y="43348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1202468" y="48265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1202466" y="63016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1202467" y="58099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1202468" y="53182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3616510" y="220298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CEDIS</a:t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2799908" y="286834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2862388" y="337635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36" name="Google Shape;636;p15"/>
          <p:cNvCxnSpPr>
            <a:stCxn id="635" idx="0"/>
            <a:endCxn id="634" idx="2"/>
          </p:cNvCxnSpPr>
          <p:nvPr/>
        </p:nvCxnSpPr>
        <p:spPr>
          <a:xfrm rot="10800000">
            <a:off x="3480655" y="332205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7" name="Google Shape;637;p15"/>
          <p:cNvSpPr/>
          <p:nvPr/>
        </p:nvSpPr>
        <p:spPr>
          <a:xfrm>
            <a:off x="2799908" y="526382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2862388" y="57718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39" name="Google Shape;639;p15"/>
          <p:cNvCxnSpPr>
            <a:stCxn id="638" idx="0"/>
            <a:endCxn id="637" idx="2"/>
          </p:cNvCxnSpPr>
          <p:nvPr/>
        </p:nvCxnSpPr>
        <p:spPr>
          <a:xfrm rot="10800000">
            <a:off x="3480655" y="5717531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0" name="Google Shape;640;p15"/>
          <p:cNvSpPr/>
          <p:nvPr/>
        </p:nvSpPr>
        <p:spPr>
          <a:xfrm>
            <a:off x="4540435" y="286834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4602915" y="337635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42" name="Google Shape;642;p15"/>
          <p:cNvCxnSpPr>
            <a:stCxn id="641" idx="0"/>
            <a:endCxn id="640" idx="2"/>
          </p:cNvCxnSpPr>
          <p:nvPr/>
        </p:nvCxnSpPr>
        <p:spPr>
          <a:xfrm rot="10800000">
            <a:off x="5221182" y="332205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p15"/>
          <p:cNvSpPr/>
          <p:nvPr/>
        </p:nvSpPr>
        <p:spPr>
          <a:xfrm>
            <a:off x="4602915" y="388436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4537651" y="45997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4537650" y="510774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cxnSp>
        <p:nvCxnSpPr>
          <p:cNvPr id="646" name="Google Shape;646;p15"/>
          <p:cNvCxnSpPr>
            <a:stCxn id="621" idx="2"/>
            <a:endCxn id="625" idx="0"/>
          </p:cNvCxnSpPr>
          <p:nvPr/>
        </p:nvCxnSpPr>
        <p:spPr>
          <a:xfrm>
            <a:off x="1883212" y="2656589"/>
            <a:ext cx="0" cy="20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7" name="Google Shape;647;p15"/>
          <p:cNvCxnSpPr>
            <a:stCxn id="634" idx="3"/>
            <a:endCxn id="633" idx="2"/>
          </p:cNvCxnSpPr>
          <p:nvPr/>
        </p:nvCxnSpPr>
        <p:spPr>
          <a:xfrm flipH="1" rot="10800000">
            <a:off x="4161401" y="2656547"/>
            <a:ext cx="196200" cy="43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8" name="Google Shape;648;p15"/>
          <p:cNvCxnSpPr>
            <a:stCxn id="622" idx="3"/>
            <a:endCxn id="633" idx="2"/>
          </p:cNvCxnSpPr>
          <p:nvPr/>
        </p:nvCxnSpPr>
        <p:spPr>
          <a:xfrm flipH="1" rot="10800000">
            <a:off x="4161401" y="2656521"/>
            <a:ext cx="196200" cy="162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" name="Google Shape;649;p15"/>
          <p:cNvCxnSpPr>
            <a:stCxn id="640" idx="1"/>
            <a:endCxn id="633" idx="2"/>
          </p:cNvCxnSpPr>
          <p:nvPr/>
        </p:nvCxnSpPr>
        <p:spPr>
          <a:xfrm rot="10800000">
            <a:off x="4357435" y="2656547"/>
            <a:ext cx="183000" cy="43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0" name="Google Shape;650;p15"/>
          <p:cNvCxnSpPr>
            <a:stCxn id="644" idx="1"/>
            <a:endCxn id="633" idx="2"/>
          </p:cNvCxnSpPr>
          <p:nvPr/>
        </p:nvCxnSpPr>
        <p:spPr>
          <a:xfrm rot="10800000">
            <a:off x="4357651" y="2656631"/>
            <a:ext cx="180000" cy="21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15"/>
          <p:cNvCxnSpPr>
            <a:stCxn id="637" idx="3"/>
            <a:endCxn id="633" idx="2"/>
          </p:cNvCxnSpPr>
          <p:nvPr/>
        </p:nvCxnSpPr>
        <p:spPr>
          <a:xfrm flipH="1" rot="10800000">
            <a:off x="4161401" y="2656521"/>
            <a:ext cx="196200" cy="283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2" name="Google Shape;652;p15"/>
          <p:cNvCxnSpPr>
            <a:stCxn id="645" idx="1"/>
            <a:endCxn id="633" idx="2"/>
          </p:cNvCxnSpPr>
          <p:nvPr/>
        </p:nvCxnSpPr>
        <p:spPr>
          <a:xfrm rot="10800000">
            <a:off x="4357650" y="2656441"/>
            <a:ext cx="180000" cy="267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3" name="Google Shape;653;p15"/>
          <p:cNvSpPr/>
          <p:nvPr/>
        </p:nvSpPr>
        <p:spPr>
          <a:xfrm>
            <a:off x="6197963" y="220298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Distribucion</a:t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6258272" y="28567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6320752" y="33647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656" name="Google Shape;656;p15"/>
          <p:cNvCxnSpPr>
            <a:stCxn id="655" idx="0"/>
            <a:endCxn id="654" idx="2"/>
          </p:cNvCxnSpPr>
          <p:nvPr/>
        </p:nvCxnSpPr>
        <p:spPr>
          <a:xfrm rot="10800000">
            <a:off x="6939019" y="33104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7" name="Google Shape;657;p15"/>
          <p:cNvSpPr/>
          <p:nvPr/>
        </p:nvSpPr>
        <p:spPr>
          <a:xfrm>
            <a:off x="6258273" y="38929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6258273" y="43846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6258273" y="48763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/>
          <p:nvPr/>
        </p:nvSpPr>
        <p:spPr>
          <a:xfrm>
            <a:off x="6258272" y="53680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6258272" y="58597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6258272" y="63514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cxnSp>
        <p:nvCxnSpPr>
          <p:cNvPr id="663" name="Google Shape;663;p15"/>
          <p:cNvCxnSpPr>
            <a:stCxn id="653" idx="2"/>
            <a:endCxn id="654" idx="0"/>
          </p:cNvCxnSpPr>
          <p:nvPr/>
        </p:nvCxnSpPr>
        <p:spPr>
          <a:xfrm>
            <a:off x="6939018" y="2656589"/>
            <a:ext cx="0" cy="20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4" name="Google Shape;664;p15"/>
          <p:cNvSpPr/>
          <p:nvPr/>
        </p:nvSpPr>
        <p:spPr>
          <a:xfrm>
            <a:off x="8161149" y="220528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Mercaderias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8223629" y="271329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66" name="Google Shape;666;p15"/>
          <p:cNvCxnSpPr>
            <a:stCxn id="665" idx="0"/>
            <a:endCxn id="664" idx="2"/>
          </p:cNvCxnSpPr>
          <p:nvPr/>
        </p:nvCxnSpPr>
        <p:spPr>
          <a:xfrm rot="10800000">
            <a:off x="8841896" y="265899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7" name="Google Shape;667;p15"/>
          <p:cNvSpPr/>
          <p:nvPr/>
        </p:nvSpPr>
        <p:spPr>
          <a:xfrm>
            <a:off x="9769385" y="220399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EDI </a:t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9831865" y="271200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669" name="Google Shape;669;p15"/>
          <p:cNvCxnSpPr>
            <a:stCxn id="668" idx="0"/>
            <a:endCxn id="667" idx="2"/>
          </p:cNvCxnSpPr>
          <p:nvPr/>
        </p:nvCxnSpPr>
        <p:spPr>
          <a:xfrm rot="10800000">
            <a:off x="10450132" y="2657708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0" name="Google Shape;670;p15"/>
          <p:cNvCxnSpPr>
            <a:stCxn id="621" idx="0"/>
            <a:endCxn id="618" idx="2"/>
          </p:cNvCxnSpPr>
          <p:nvPr/>
        </p:nvCxnSpPr>
        <p:spPr>
          <a:xfrm rot="-5400000">
            <a:off x="4230112" y="-499712"/>
            <a:ext cx="355800" cy="5049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1" name="Google Shape;671;p15"/>
          <p:cNvCxnSpPr>
            <a:stCxn id="633" idx="0"/>
            <a:endCxn id="618" idx="2"/>
          </p:cNvCxnSpPr>
          <p:nvPr/>
        </p:nvCxnSpPr>
        <p:spPr>
          <a:xfrm rot="-5400000">
            <a:off x="5467415" y="737338"/>
            <a:ext cx="355800" cy="257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2" name="Google Shape;672;p15"/>
          <p:cNvCxnSpPr>
            <a:stCxn id="653" idx="0"/>
            <a:endCxn id="618" idx="2"/>
          </p:cNvCxnSpPr>
          <p:nvPr/>
        </p:nvCxnSpPr>
        <p:spPr>
          <a:xfrm flipH="1" rot="5400000">
            <a:off x="6758118" y="2022088"/>
            <a:ext cx="355800" cy="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3" name="Google Shape;673;p15"/>
          <p:cNvCxnSpPr>
            <a:stCxn id="664" idx="0"/>
            <a:endCxn id="618" idx="2"/>
          </p:cNvCxnSpPr>
          <p:nvPr/>
        </p:nvCxnSpPr>
        <p:spPr>
          <a:xfrm flipH="1" rot="5400000">
            <a:off x="7708346" y="1071737"/>
            <a:ext cx="358200" cy="190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4" name="Google Shape;674;p15"/>
          <p:cNvCxnSpPr>
            <a:stCxn id="667" idx="0"/>
            <a:endCxn id="618" idx="2"/>
          </p:cNvCxnSpPr>
          <p:nvPr/>
        </p:nvCxnSpPr>
        <p:spPr>
          <a:xfrm flipH="1" rot="5400000">
            <a:off x="8513182" y="267048"/>
            <a:ext cx="356700" cy="351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5" name="Google Shape;675;p1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6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BackOffice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p16"/>
          <p:cNvSpPr/>
          <p:nvPr/>
        </p:nvSpPr>
        <p:spPr>
          <a:xfrm>
            <a:off x="5043557" y="1704350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682" name="Google Shape;682;p16"/>
          <p:cNvSpPr/>
          <p:nvPr/>
        </p:nvSpPr>
        <p:spPr>
          <a:xfrm>
            <a:off x="5098226" y="2298768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Soluciones Back Office</a:t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5482453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5889594" y="38169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5889594" y="431859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5889594" y="48202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5889594" y="532189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3508119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FAST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7541840" y="3080416"/>
            <a:ext cx="147923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Finanzas Ingresos</a:t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7833876" y="3604694"/>
            <a:ext cx="1402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9510845" y="3080415"/>
            <a:ext cx="147923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Fiscal Cumplimiento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3783344" y="38169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3786731" y="4325011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1488459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Automatizacion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1711627" y="4176557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1711627" y="3668812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9838200" y="4122415"/>
            <a:ext cx="13742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9820700" y="3604694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3802003" y="4830247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16"/>
          <p:cNvCxnSpPr>
            <a:stCxn id="681" idx="2"/>
            <a:endCxn id="682" idx="0"/>
          </p:cNvCxnSpPr>
          <p:nvPr/>
        </p:nvCxnSpPr>
        <p:spPr>
          <a:xfrm>
            <a:off x="5902646" y="2157950"/>
            <a:ext cx="0" cy="14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16"/>
          <p:cNvCxnSpPr>
            <a:stCxn id="694" idx="0"/>
            <a:endCxn id="682" idx="2"/>
          </p:cNvCxnSpPr>
          <p:nvPr/>
        </p:nvCxnSpPr>
        <p:spPr>
          <a:xfrm rot="-5400000">
            <a:off x="3901564" y="1080435"/>
            <a:ext cx="329100" cy="367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2" name="Google Shape;702;p16"/>
          <p:cNvCxnSpPr>
            <a:stCxn id="688" idx="0"/>
            <a:endCxn id="682" idx="2"/>
          </p:cNvCxnSpPr>
          <p:nvPr/>
        </p:nvCxnSpPr>
        <p:spPr>
          <a:xfrm rot="-5400000">
            <a:off x="4911424" y="2090235"/>
            <a:ext cx="329100" cy="165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3" name="Google Shape;703;p16"/>
          <p:cNvCxnSpPr>
            <a:stCxn id="683" idx="0"/>
            <a:endCxn id="682" idx="2"/>
          </p:cNvCxnSpPr>
          <p:nvPr/>
        </p:nvCxnSpPr>
        <p:spPr>
          <a:xfrm flipH="1" rot="5400000">
            <a:off x="5898458" y="2756535"/>
            <a:ext cx="329100" cy="32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16"/>
          <p:cNvCxnSpPr>
            <a:stCxn id="692" idx="1"/>
          </p:cNvCxnSpPr>
          <p:nvPr/>
        </p:nvCxnSpPr>
        <p:spPr>
          <a:xfrm rot="10800000">
            <a:off x="3577244" y="3535243"/>
            <a:ext cx="206100" cy="50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5" name="Google Shape;705;p16"/>
          <p:cNvCxnSpPr>
            <a:endCxn id="684" idx="1"/>
          </p:cNvCxnSpPr>
          <p:nvPr/>
        </p:nvCxnSpPr>
        <p:spPr>
          <a:xfrm flipH="1" rot="-5400000">
            <a:off x="5508894" y="3663043"/>
            <a:ext cx="508500" cy="252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p16"/>
          <p:cNvCxnSpPr>
            <a:stCxn id="685" idx="1"/>
          </p:cNvCxnSpPr>
          <p:nvPr/>
        </p:nvCxnSpPr>
        <p:spPr>
          <a:xfrm rot="10800000">
            <a:off x="5636694" y="3653493"/>
            <a:ext cx="252900" cy="89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7" name="Google Shape;707;p16"/>
          <p:cNvCxnSpPr>
            <a:stCxn id="686" idx="1"/>
          </p:cNvCxnSpPr>
          <p:nvPr/>
        </p:nvCxnSpPr>
        <p:spPr>
          <a:xfrm rot="10800000">
            <a:off x="5636694" y="3535043"/>
            <a:ext cx="252900" cy="151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8" name="Google Shape;708;p16"/>
          <p:cNvCxnSpPr>
            <a:stCxn id="687" idx="1"/>
          </p:cNvCxnSpPr>
          <p:nvPr/>
        </p:nvCxnSpPr>
        <p:spPr>
          <a:xfrm rot="10800000">
            <a:off x="5636694" y="3535093"/>
            <a:ext cx="252900" cy="201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9" name="Google Shape;709;p16"/>
          <p:cNvCxnSpPr>
            <a:stCxn id="693" idx="1"/>
          </p:cNvCxnSpPr>
          <p:nvPr/>
        </p:nvCxnSpPr>
        <p:spPr>
          <a:xfrm rot="10800000">
            <a:off x="3577331" y="3535112"/>
            <a:ext cx="209400" cy="101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0" name="Google Shape;710;p16"/>
          <p:cNvCxnSpPr>
            <a:stCxn id="689" idx="0"/>
            <a:endCxn id="682" idx="2"/>
          </p:cNvCxnSpPr>
          <p:nvPr/>
        </p:nvCxnSpPr>
        <p:spPr>
          <a:xfrm flipH="1" rot="5400000">
            <a:off x="6928156" y="1727116"/>
            <a:ext cx="3279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1" name="Google Shape;711;p16"/>
          <p:cNvCxnSpPr>
            <a:stCxn id="691" idx="0"/>
            <a:endCxn id="682" idx="2"/>
          </p:cNvCxnSpPr>
          <p:nvPr/>
        </p:nvCxnSpPr>
        <p:spPr>
          <a:xfrm flipH="1" rot="5400000">
            <a:off x="7912561" y="742515"/>
            <a:ext cx="327900" cy="434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2" name="Google Shape;712;p16"/>
          <p:cNvSpPr/>
          <p:nvPr/>
        </p:nvSpPr>
        <p:spPr>
          <a:xfrm>
            <a:off x="7855147" y="412241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16"/>
          <p:cNvCxnSpPr>
            <a:stCxn id="696" idx="1"/>
          </p:cNvCxnSpPr>
          <p:nvPr/>
        </p:nvCxnSpPr>
        <p:spPr>
          <a:xfrm rot="10800000">
            <a:off x="1597327" y="3534113"/>
            <a:ext cx="114300" cy="36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4" name="Google Shape;714;p16"/>
          <p:cNvCxnSpPr>
            <a:stCxn id="699" idx="1"/>
          </p:cNvCxnSpPr>
          <p:nvPr/>
        </p:nvCxnSpPr>
        <p:spPr>
          <a:xfrm rot="10800000">
            <a:off x="3577303" y="3561548"/>
            <a:ext cx="224700" cy="149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5" name="Google Shape;715;p16"/>
          <p:cNvCxnSpPr>
            <a:stCxn id="695" idx="1"/>
          </p:cNvCxnSpPr>
          <p:nvPr/>
        </p:nvCxnSpPr>
        <p:spPr>
          <a:xfrm rot="10800000">
            <a:off x="1600927" y="3533957"/>
            <a:ext cx="110700" cy="86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16"/>
          <p:cNvCxnSpPr>
            <a:stCxn id="690" idx="1"/>
          </p:cNvCxnSpPr>
          <p:nvPr/>
        </p:nvCxnSpPr>
        <p:spPr>
          <a:xfrm rot="10800000">
            <a:off x="7665576" y="3533895"/>
            <a:ext cx="168300" cy="29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16"/>
          <p:cNvCxnSpPr>
            <a:stCxn id="712" idx="1"/>
          </p:cNvCxnSpPr>
          <p:nvPr/>
        </p:nvCxnSpPr>
        <p:spPr>
          <a:xfrm rot="10800000">
            <a:off x="7658047" y="3534114"/>
            <a:ext cx="197100" cy="81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8" name="Google Shape;718;p16"/>
          <p:cNvCxnSpPr>
            <a:stCxn id="698" idx="1"/>
          </p:cNvCxnSpPr>
          <p:nvPr/>
        </p:nvCxnSpPr>
        <p:spPr>
          <a:xfrm rot="10800000">
            <a:off x="9612500" y="3533895"/>
            <a:ext cx="208200" cy="29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16"/>
          <p:cNvCxnSpPr>
            <a:stCxn id="697" idx="1"/>
          </p:cNvCxnSpPr>
          <p:nvPr/>
        </p:nvCxnSpPr>
        <p:spPr>
          <a:xfrm rot="10800000">
            <a:off x="9623700" y="3534116"/>
            <a:ext cx="214500" cy="81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16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1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3260473" y="342900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Citlaly de la Rosa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7"/>
          <p:cNvSpPr/>
          <p:nvPr/>
        </p:nvSpPr>
        <p:spPr>
          <a:xfrm>
            <a:off x="5161784" y="342900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Ingenieria De Calidad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7263184" y="342900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Edward Fuentes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7"/>
          <p:cNvSpPr/>
          <p:nvPr/>
        </p:nvSpPr>
        <p:spPr>
          <a:xfrm>
            <a:off x="9238926" y="342900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Staff Ingeniería de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Linares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" name="Google Shape;731;p17"/>
          <p:cNvCxnSpPr/>
          <p:nvPr/>
        </p:nvCxnSpPr>
        <p:spPr>
          <a:xfrm flipH="1">
            <a:off x="5903612" y="2523455"/>
            <a:ext cx="780" cy="1720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2" name="Google Shape;732;p17"/>
          <p:cNvSpPr/>
          <p:nvPr/>
        </p:nvSpPr>
        <p:spPr>
          <a:xfrm>
            <a:off x="5139656" y="2654077"/>
            <a:ext cx="1529472" cy="4733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Da Costa</a:t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5044523" y="2069854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1359162" y="342900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Gerardo Bernal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5" name="Google Shape;735;p17"/>
          <p:cNvCxnSpPr>
            <a:stCxn id="734" idx="0"/>
            <a:endCxn id="732" idx="2"/>
          </p:cNvCxnSpPr>
          <p:nvPr/>
        </p:nvCxnSpPr>
        <p:spPr>
          <a:xfrm rot="-5400000">
            <a:off x="3851617" y="1376100"/>
            <a:ext cx="301500" cy="38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6" name="Google Shape;736;p17"/>
          <p:cNvCxnSpPr>
            <a:stCxn id="730" idx="0"/>
            <a:endCxn id="732" idx="2"/>
          </p:cNvCxnSpPr>
          <p:nvPr/>
        </p:nvCxnSpPr>
        <p:spPr>
          <a:xfrm flipH="1" rot="5400000">
            <a:off x="7791481" y="1240500"/>
            <a:ext cx="301500" cy="407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7" name="Google Shape;737;p17"/>
          <p:cNvCxnSpPr>
            <a:stCxn id="729" idx="0"/>
            <a:endCxn id="732" idx="2"/>
          </p:cNvCxnSpPr>
          <p:nvPr/>
        </p:nvCxnSpPr>
        <p:spPr>
          <a:xfrm flipH="1" rot="5400000">
            <a:off x="6803639" y="2228400"/>
            <a:ext cx="301500" cy="209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7"/>
          <p:cNvCxnSpPr>
            <a:stCxn id="727" idx="0"/>
            <a:endCxn id="732" idx="2"/>
          </p:cNvCxnSpPr>
          <p:nvPr/>
        </p:nvCxnSpPr>
        <p:spPr>
          <a:xfrm rot="-5400000">
            <a:off x="4802228" y="2326800"/>
            <a:ext cx="301500" cy="190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17"/>
          <p:cNvCxnSpPr>
            <a:stCxn id="728" idx="0"/>
            <a:endCxn id="732" idx="2"/>
          </p:cNvCxnSpPr>
          <p:nvPr/>
        </p:nvCxnSpPr>
        <p:spPr>
          <a:xfrm rot="-5400000">
            <a:off x="5752839" y="3277500"/>
            <a:ext cx="301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8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5" name="Google Shape;745;p18"/>
          <p:cNvSpPr/>
          <p:nvPr/>
        </p:nvSpPr>
        <p:spPr>
          <a:xfrm>
            <a:off x="3328509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CDS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5229820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BackOffice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7331220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Gernte Area Desarrollo Soluciones Customer y Digital</a:t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9306962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Desarrollo Soluciones Staff Ingenieria</a:t>
            </a:r>
            <a:endParaRPr/>
          </a:p>
        </p:txBody>
      </p:sp>
      <p:cxnSp>
        <p:nvCxnSpPr>
          <p:cNvPr id="749" name="Google Shape;749;p18"/>
          <p:cNvCxnSpPr/>
          <p:nvPr/>
        </p:nvCxnSpPr>
        <p:spPr>
          <a:xfrm flipH="1">
            <a:off x="5971648" y="2748885"/>
            <a:ext cx="780" cy="1720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0" name="Google Shape;750;p18"/>
          <p:cNvSpPr/>
          <p:nvPr/>
        </p:nvSpPr>
        <p:spPr>
          <a:xfrm>
            <a:off x="5207692" y="2879507"/>
            <a:ext cx="1529472" cy="4733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5112559" y="2295284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1427198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Tienda y Comercial</a:t>
            </a:r>
            <a:endParaRPr/>
          </a:p>
        </p:txBody>
      </p:sp>
      <p:cxnSp>
        <p:nvCxnSpPr>
          <p:cNvPr id="753" name="Google Shape;753;p18"/>
          <p:cNvCxnSpPr>
            <a:stCxn id="752" idx="0"/>
            <a:endCxn id="750" idx="2"/>
          </p:cNvCxnSpPr>
          <p:nvPr/>
        </p:nvCxnSpPr>
        <p:spPr>
          <a:xfrm rot="-5400000">
            <a:off x="3919653" y="1601530"/>
            <a:ext cx="301500" cy="38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4" name="Google Shape;754;p18"/>
          <p:cNvCxnSpPr>
            <a:stCxn id="748" idx="0"/>
            <a:endCxn id="750" idx="2"/>
          </p:cNvCxnSpPr>
          <p:nvPr/>
        </p:nvCxnSpPr>
        <p:spPr>
          <a:xfrm flipH="1" rot="5400000">
            <a:off x="7859517" y="1465930"/>
            <a:ext cx="301500" cy="407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5" name="Google Shape;755;p18"/>
          <p:cNvCxnSpPr>
            <a:stCxn id="747" idx="0"/>
            <a:endCxn id="750" idx="2"/>
          </p:cNvCxnSpPr>
          <p:nvPr/>
        </p:nvCxnSpPr>
        <p:spPr>
          <a:xfrm flipH="1" rot="5400000">
            <a:off x="6871675" y="2453830"/>
            <a:ext cx="301500" cy="209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6" name="Google Shape;756;p18"/>
          <p:cNvCxnSpPr>
            <a:stCxn id="745" idx="0"/>
            <a:endCxn id="750" idx="2"/>
          </p:cNvCxnSpPr>
          <p:nvPr/>
        </p:nvCxnSpPr>
        <p:spPr>
          <a:xfrm rot="-5400000">
            <a:off x="4870264" y="2552230"/>
            <a:ext cx="301500" cy="190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7" name="Google Shape;757;p18"/>
          <p:cNvCxnSpPr>
            <a:stCxn id="746" idx="0"/>
            <a:endCxn id="750" idx="2"/>
          </p:cNvCxnSpPr>
          <p:nvPr/>
        </p:nvCxnSpPr>
        <p:spPr>
          <a:xfrm rot="-5400000">
            <a:off x="5820875" y="3502930"/>
            <a:ext cx="301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8" name="Google Shape;758;p18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9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102104" y="1977089"/>
            <a:ext cx="1332056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Julio Duran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1626788" y="1977089"/>
            <a:ext cx="135473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Santiago Rosales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3978680" y="1977089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Gandara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/>
          <p:nvPr/>
        </p:nvSpPr>
        <p:spPr>
          <a:xfrm>
            <a:off x="5673761" y="1977089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Innovación X POS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7468228" y="1977089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Operaciones TI Bus Tienda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Maria Rangel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9212368" y="1977089"/>
            <a:ext cx="136149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Konia Cruz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10709834" y="1977089"/>
            <a:ext cx="136149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1821899" y="2499423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Integración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Hernandez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1821898" y="2986696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 Tienda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Saul Sanchez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1821897" y="3455681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Centurion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1821897" y="3924666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Eduardo Ramirez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276803" y="2486156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Jair Aguirre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/>
          <p:nvPr/>
        </p:nvSpPr>
        <p:spPr>
          <a:xfrm>
            <a:off x="276803" y="2978989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Fernando Bernal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276802" y="3447974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Tufik Aued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276801" y="3916959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Gilberto Serna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3302987" y="251959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Bus Backoffice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Ismael Guerrero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3302987" y="2994142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Anahi Romero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3302985" y="346868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Roberto Castillo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3302986" y="3955960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 Salinas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3302985" y="4893930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Hugo Lopez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9"/>
          <p:cNvSpPr/>
          <p:nvPr/>
        </p:nvSpPr>
        <p:spPr>
          <a:xfrm>
            <a:off x="9355596" y="2489436"/>
            <a:ext cx="1267439" cy="4545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Russvell Soto</a:t>
            </a:r>
            <a:endParaRPr/>
          </a:p>
        </p:txBody>
      </p:sp>
      <p:sp>
        <p:nvSpPr>
          <p:cNvPr id="785" name="Google Shape;785;p19"/>
          <p:cNvSpPr/>
          <p:nvPr/>
        </p:nvSpPr>
        <p:spPr>
          <a:xfrm>
            <a:off x="9355596" y="2981688"/>
            <a:ext cx="1267439" cy="4545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Lopez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9355596" y="3963906"/>
            <a:ext cx="1267439" cy="4545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Javier Galdean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9"/>
          <p:cNvSpPr/>
          <p:nvPr/>
        </p:nvSpPr>
        <p:spPr>
          <a:xfrm>
            <a:off x="9355596" y="4449838"/>
            <a:ext cx="1267439" cy="43617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Germán Tenorio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9355596" y="3472797"/>
            <a:ext cx="1267439" cy="4545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Damirel De La Fuente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9"/>
          <p:cNvSpPr/>
          <p:nvPr/>
        </p:nvSpPr>
        <p:spPr>
          <a:xfrm>
            <a:off x="9355596" y="4927234"/>
            <a:ext cx="126743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Flores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/>
          <p:nvPr/>
        </p:nvSpPr>
        <p:spPr>
          <a:xfrm>
            <a:off x="1814191" y="5419230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Rafael Blazquez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9"/>
          <p:cNvSpPr/>
          <p:nvPr/>
        </p:nvSpPr>
        <p:spPr>
          <a:xfrm>
            <a:off x="1814777" y="4424945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Santos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9"/>
          <p:cNvSpPr/>
          <p:nvPr/>
        </p:nvSpPr>
        <p:spPr>
          <a:xfrm>
            <a:off x="1814191" y="4926628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Magallanes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3301986" y="4420408"/>
            <a:ext cx="122368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Giancarlo Araujo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"/>
          <p:cNvSpPr/>
          <p:nvPr/>
        </p:nvSpPr>
        <p:spPr>
          <a:xfrm>
            <a:off x="7664199" y="2507499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Mantenimiento XPOS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Garcia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7664198" y="2999814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Bases Datos XPOS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Abrego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6" name="Google Shape;796;p19"/>
          <p:cNvCxnSpPr>
            <a:stCxn id="775" idx="1"/>
          </p:cNvCxnSpPr>
          <p:nvPr/>
        </p:nvCxnSpPr>
        <p:spPr>
          <a:xfrm rot="10800000">
            <a:off x="173603" y="2426757"/>
            <a:ext cx="103200" cy="28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7" name="Google Shape;797;p19"/>
          <p:cNvCxnSpPr>
            <a:stCxn id="776" idx="1"/>
          </p:cNvCxnSpPr>
          <p:nvPr/>
        </p:nvCxnSpPr>
        <p:spPr>
          <a:xfrm rot="10800000">
            <a:off x="166103" y="2518790"/>
            <a:ext cx="110700" cy="68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8" name="Google Shape;798;p19"/>
          <p:cNvCxnSpPr>
            <a:stCxn id="777" idx="1"/>
          </p:cNvCxnSpPr>
          <p:nvPr/>
        </p:nvCxnSpPr>
        <p:spPr>
          <a:xfrm rot="10800000">
            <a:off x="159202" y="2712975"/>
            <a:ext cx="117600" cy="96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9" name="Google Shape;799;p19"/>
          <p:cNvCxnSpPr>
            <a:stCxn id="778" idx="1"/>
          </p:cNvCxnSpPr>
          <p:nvPr/>
        </p:nvCxnSpPr>
        <p:spPr>
          <a:xfrm rot="10800000">
            <a:off x="162801" y="3220960"/>
            <a:ext cx="114000" cy="92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0" name="Google Shape;800;p19"/>
          <p:cNvCxnSpPr>
            <a:stCxn id="771" idx="1"/>
          </p:cNvCxnSpPr>
          <p:nvPr/>
        </p:nvCxnSpPr>
        <p:spPr>
          <a:xfrm rot="10800000">
            <a:off x="1703699" y="2426524"/>
            <a:ext cx="118200" cy="29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1" name="Google Shape;801;p19"/>
          <p:cNvCxnSpPr>
            <a:stCxn id="772" idx="1"/>
          </p:cNvCxnSpPr>
          <p:nvPr/>
        </p:nvCxnSpPr>
        <p:spPr>
          <a:xfrm rot="10800000">
            <a:off x="1703698" y="2515697"/>
            <a:ext cx="118200" cy="69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2" name="Google Shape;802;p19"/>
          <p:cNvCxnSpPr>
            <a:stCxn id="773" idx="1"/>
          </p:cNvCxnSpPr>
          <p:nvPr/>
        </p:nvCxnSpPr>
        <p:spPr>
          <a:xfrm rot="10800000">
            <a:off x="1703697" y="2712882"/>
            <a:ext cx="118200" cy="96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3" name="Google Shape;803;p19"/>
          <p:cNvCxnSpPr>
            <a:stCxn id="774" idx="1"/>
          </p:cNvCxnSpPr>
          <p:nvPr/>
        </p:nvCxnSpPr>
        <p:spPr>
          <a:xfrm rot="10800000">
            <a:off x="1703697" y="2880367"/>
            <a:ext cx="118200" cy="127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4" name="Google Shape;804;p19"/>
          <p:cNvCxnSpPr>
            <a:stCxn id="779" idx="3"/>
            <a:endCxn id="766" idx="2"/>
          </p:cNvCxnSpPr>
          <p:nvPr/>
        </p:nvCxnSpPr>
        <p:spPr>
          <a:xfrm flipH="1" rot="10800000">
            <a:off x="4536086" y="2430798"/>
            <a:ext cx="123300" cy="31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5" name="Google Shape;805;p19"/>
          <p:cNvCxnSpPr>
            <a:stCxn id="780" idx="3"/>
            <a:endCxn id="766" idx="2"/>
          </p:cNvCxnSpPr>
          <p:nvPr/>
        </p:nvCxnSpPr>
        <p:spPr>
          <a:xfrm flipH="1" rot="10800000">
            <a:off x="4536086" y="2430743"/>
            <a:ext cx="123300" cy="790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6" name="Google Shape;806;p19"/>
          <p:cNvCxnSpPr>
            <a:stCxn id="781" idx="3"/>
            <a:endCxn id="766" idx="2"/>
          </p:cNvCxnSpPr>
          <p:nvPr/>
        </p:nvCxnSpPr>
        <p:spPr>
          <a:xfrm flipH="1" rot="10800000">
            <a:off x="4536084" y="2430688"/>
            <a:ext cx="123300" cy="1264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7" name="Google Shape;807;p19"/>
          <p:cNvCxnSpPr>
            <a:stCxn id="782" idx="3"/>
            <a:endCxn id="766" idx="2"/>
          </p:cNvCxnSpPr>
          <p:nvPr/>
        </p:nvCxnSpPr>
        <p:spPr>
          <a:xfrm flipH="1" rot="10800000">
            <a:off x="4536085" y="2430761"/>
            <a:ext cx="123300" cy="175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8" name="Google Shape;808;p19"/>
          <p:cNvCxnSpPr>
            <a:stCxn id="783" idx="3"/>
            <a:endCxn id="766" idx="2"/>
          </p:cNvCxnSpPr>
          <p:nvPr/>
        </p:nvCxnSpPr>
        <p:spPr>
          <a:xfrm flipH="1" rot="10800000">
            <a:off x="4536084" y="2430631"/>
            <a:ext cx="123300" cy="269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9" name="Google Shape;809;p19"/>
          <p:cNvCxnSpPr>
            <a:stCxn id="794" idx="1"/>
          </p:cNvCxnSpPr>
          <p:nvPr/>
        </p:nvCxnSpPr>
        <p:spPr>
          <a:xfrm rot="10800000">
            <a:off x="7583799" y="2426500"/>
            <a:ext cx="80400" cy="30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p19"/>
          <p:cNvCxnSpPr>
            <a:stCxn id="795" idx="1"/>
          </p:cNvCxnSpPr>
          <p:nvPr/>
        </p:nvCxnSpPr>
        <p:spPr>
          <a:xfrm rot="10800000">
            <a:off x="7583798" y="2568115"/>
            <a:ext cx="80400" cy="65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1" name="Google Shape;811;p19"/>
          <p:cNvCxnSpPr>
            <a:stCxn id="784" idx="1"/>
          </p:cNvCxnSpPr>
          <p:nvPr/>
        </p:nvCxnSpPr>
        <p:spPr>
          <a:xfrm rot="10800000">
            <a:off x="9282996" y="2426609"/>
            <a:ext cx="72600" cy="29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2" name="Google Shape;812;p19"/>
          <p:cNvCxnSpPr>
            <a:stCxn id="785" idx="1"/>
          </p:cNvCxnSpPr>
          <p:nvPr/>
        </p:nvCxnSpPr>
        <p:spPr>
          <a:xfrm rot="10800000">
            <a:off x="9282996" y="2515961"/>
            <a:ext cx="72600" cy="693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3" name="Google Shape;813;p19"/>
          <p:cNvCxnSpPr>
            <a:stCxn id="788" idx="1"/>
          </p:cNvCxnSpPr>
          <p:nvPr/>
        </p:nvCxnSpPr>
        <p:spPr>
          <a:xfrm rot="10800000">
            <a:off x="9282996" y="2746370"/>
            <a:ext cx="72600" cy="95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19"/>
          <p:cNvCxnSpPr>
            <a:stCxn id="786" idx="1"/>
          </p:cNvCxnSpPr>
          <p:nvPr/>
        </p:nvCxnSpPr>
        <p:spPr>
          <a:xfrm rot="10800000">
            <a:off x="9282996" y="3061979"/>
            <a:ext cx="72600" cy="112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19"/>
          <p:cNvCxnSpPr>
            <a:stCxn id="787" idx="1"/>
          </p:cNvCxnSpPr>
          <p:nvPr/>
        </p:nvCxnSpPr>
        <p:spPr>
          <a:xfrm rot="10800000">
            <a:off x="9282996" y="3389928"/>
            <a:ext cx="72600" cy="1278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6" name="Google Shape;816;p19"/>
          <p:cNvSpPr/>
          <p:nvPr/>
        </p:nvSpPr>
        <p:spPr>
          <a:xfrm>
            <a:off x="5082498" y="786843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Da Costa</a:t>
            </a: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5145864" y="1327632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Gerardo Bernal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9"/>
          <p:cNvSpPr/>
          <p:nvPr/>
        </p:nvSpPr>
        <p:spPr>
          <a:xfrm>
            <a:off x="3301986" y="5378843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Galileo Sanchez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19"/>
          <p:cNvCxnSpPr>
            <a:stCxn id="818" idx="3"/>
            <a:endCxn id="766" idx="2"/>
          </p:cNvCxnSpPr>
          <p:nvPr/>
        </p:nvCxnSpPr>
        <p:spPr>
          <a:xfrm flipH="1" rot="10800000">
            <a:off x="4535085" y="2430743"/>
            <a:ext cx="124200" cy="3174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19"/>
          <p:cNvCxnSpPr>
            <a:stCxn id="816" idx="2"/>
            <a:endCxn id="817" idx="0"/>
          </p:cNvCxnSpPr>
          <p:nvPr/>
        </p:nvCxnSpPr>
        <p:spPr>
          <a:xfrm>
            <a:off x="5886918" y="1240443"/>
            <a:ext cx="0" cy="8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1" name="Google Shape;821;p19"/>
          <p:cNvCxnSpPr>
            <a:stCxn id="764" idx="0"/>
            <a:endCxn id="817" idx="2"/>
          </p:cNvCxnSpPr>
          <p:nvPr/>
        </p:nvCxnSpPr>
        <p:spPr>
          <a:xfrm rot="-5400000">
            <a:off x="3232032" y="-677911"/>
            <a:ext cx="191100" cy="511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2" name="Google Shape;822;p19"/>
          <p:cNvCxnSpPr>
            <a:stCxn id="765" idx="0"/>
            <a:endCxn id="817" idx="2"/>
          </p:cNvCxnSpPr>
          <p:nvPr/>
        </p:nvCxnSpPr>
        <p:spPr>
          <a:xfrm rot="-5400000">
            <a:off x="4000053" y="90089"/>
            <a:ext cx="191100" cy="358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3" name="Google Shape;823;p19"/>
          <p:cNvCxnSpPr>
            <a:stCxn id="766" idx="0"/>
            <a:endCxn id="817" idx="2"/>
          </p:cNvCxnSpPr>
          <p:nvPr/>
        </p:nvCxnSpPr>
        <p:spPr>
          <a:xfrm rot="-5400000">
            <a:off x="5177677" y="1267739"/>
            <a:ext cx="191100" cy="122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4" name="Google Shape;824;p19"/>
          <p:cNvCxnSpPr>
            <a:stCxn id="767" idx="0"/>
            <a:endCxn id="817" idx="2"/>
          </p:cNvCxnSpPr>
          <p:nvPr/>
        </p:nvCxnSpPr>
        <p:spPr>
          <a:xfrm flipH="1" rot="5400000">
            <a:off x="6025108" y="1647689"/>
            <a:ext cx="191100" cy="467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5" name="Google Shape;825;p19"/>
          <p:cNvCxnSpPr>
            <a:stCxn id="768" idx="0"/>
            <a:endCxn id="817" idx="2"/>
          </p:cNvCxnSpPr>
          <p:nvPr/>
        </p:nvCxnSpPr>
        <p:spPr>
          <a:xfrm flipH="1" rot="5400000">
            <a:off x="6922424" y="750539"/>
            <a:ext cx="191100" cy="226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6" name="Google Shape;826;p19"/>
          <p:cNvCxnSpPr>
            <a:stCxn id="769" idx="0"/>
            <a:endCxn id="817" idx="2"/>
          </p:cNvCxnSpPr>
          <p:nvPr/>
        </p:nvCxnSpPr>
        <p:spPr>
          <a:xfrm flipH="1" rot="5400000">
            <a:off x="7794464" y="-121561"/>
            <a:ext cx="191100" cy="4006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7" name="Google Shape;827;p19"/>
          <p:cNvCxnSpPr>
            <a:stCxn id="770" idx="0"/>
            <a:endCxn id="817" idx="2"/>
          </p:cNvCxnSpPr>
          <p:nvPr/>
        </p:nvCxnSpPr>
        <p:spPr>
          <a:xfrm flipH="1" rot="5400000">
            <a:off x="8543130" y="-870361"/>
            <a:ext cx="191100" cy="550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8" name="Google Shape;828;p19"/>
          <p:cNvCxnSpPr>
            <a:stCxn id="791" idx="1"/>
          </p:cNvCxnSpPr>
          <p:nvPr/>
        </p:nvCxnSpPr>
        <p:spPr>
          <a:xfrm rot="10800000">
            <a:off x="1703477" y="3470946"/>
            <a:ext cx="111300" cy="1180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9" name="Google Shape;829;p19"/>
          <p:cNvCxnSpPr>
            <a:stCxn id="792" idx="1"/>
          </p:cNvCxnSpPr>
          <p:nvPr/>
        </p:nvCxnSpPr>
        <p:spPr>
          <a:xfrm rot="10800000">
            <a:off x="1703491" y="3637229"/>
            <a:ext cx="110700" cy="151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p19"/>
          <p:cNvCxnSpPr>
            <a:stCxn id="790" idx="1"/>
          </p:cNvCxnSpPr>
          <p:nvPr/>
        </p:nvCxnSpPr>
        <p:spPr>
          <a:xfrm rot="10800000">
            <a:off x="1703491" y="4709131"/>
            <a:ext cx="110700" cy="93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19"/>
          <p:cNvCxnSpPr>
            <a:stCxn id="789" idx="1"/>
          </p:cNvCxnSpPr>
          <p:nvPr/>
        </p:nvCxnSpPr>
        <p:spPr>
          <a:xfrm rot="10800000">
            <a:off x="9282996" y="2426735"/>
            <a:ext cx="72600" cy="272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2" name="Google Shape;832;p19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Soluciones Tienda y Comercial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8" name="Google Shape;838;p20"/>
          <p:cNvSpPr/>
          <p:nvPr/>
        </p:nvSpPr>
        <p:spPr>
          <a:xfrm>
            <a:off x="514612" y="2330865"/>
            <a:ext cx="1332056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DNO</a:t>
            </a:r>
            <a:endParaRPr/>
          </a:p>
        </p:txBody>
      </p:sp>
      <p:sp>
        <p:nvSpPr>
          <p:cNvPr id="839" name="Google Shape;839;p20"/>
          <p:cNvSpPr/>
          <p:nvPr/>
        </p:nvSpPr>
        <p:spPr>
          <a:xfrm>
            <a:off x="2364416" y="2330865"/>
            <a:ext cx="135473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Servicios XPOS</a:t>
            </a:r>
            <a:endParaRPr/>
          </a:p>
        </p:txBody>
      </p:sp>
      <p:sp>
        <p:nvSpPr>
          <p:cNvPr id="840" name="Google Shape;840;p20"/>
          <p:cNvSpPr/>
          <p:nvPr/>
        </p:nvSpPr>
        <p:spPr>
          <a:xfrm>
            <a:off x="4391188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Servicios Electronicos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0"/>
          <p:cNvSpPr/>
          <p:nvPr/>
        </p:nvSpPr>
        <p:spPr>
          <a:xfrm>
            <a:off x="8100938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Mantenimiento XPOS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0"/>
          <p:cNvSpPr/>
          <p:nvPr/>
        </p:nvSpPr>
        <p:spPr>
          <a:xfrm>
            <a:off x="2559526" y="288575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"/>
          <p:cNvSpPr/>
          <p:nvPr/>
        </p:nvSpPr>
        <p:spPr>
          <a:xfrm>
            <a:off x="2559525" y="3354742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0"/>
          <p:cNvSpPr/>
          <p:nvPr/>
        </p:nvSpPr>
        <p:spPr>
          <a:xfrm>
            <a:off x="2559525" y="382372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0"/>
          <p:cNvSpPr/>
          <p:nvPr/>
        </p:nvSpPr>
        <p:spPr>
          <a:xfrm>
            <a:off x="689311" y="2839932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0"/>
          <p:cNvSpPr/>
          <p:nvPr/>
        </p:nvSpPr>
        <p:spPr>
          <a:xfrm>
            <a:off x="689311" y="3332765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"/>
          <p:cNvSpPr/>
          <p:nvPr/>
        </p:nvSpPr>
        <p:spPr>
          <a:xfrm>
            <a:off x="689310" y="3801750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0"/>
          <p:cNvSpPr/>
          <p:nvPr/>
        </p:nvSpPr>
        <p:spPr>
          <a:xfrm>
            <a:off x="689309" y="4270735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0"/>
          <p:cNvSpPr/>
          <p:nvPr/>
        </p:nvSpPr>
        <p:spPr>
          <a:xfrm>
            <a:off x="4649107" y="2843220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0"/>
          <p:cNvSpPr/>
          <p:nvPr/>
        </p:nvSpPr>
        <p:spPr>
          <a:xfrm>
            <a:off x="4645557" y="3336554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4652658" y="3818662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0"/>
          <p:cNvSpPr/>
          <p:nvPr/>
        </p:nvSpPr>
        <p:spPr>
          <a:xfrm>
            <a:off x="4652657" y="4311996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0"/>
          <p:cNvSpPr/>
          <p:nvPr/>
        </p:nvSpPr>
        <p:spPr>
          <a:xfrm>
            <a:off x="2559525" y="531696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0"/>
          <p:cNvSpPr/>
          <p:nvPr/>
        </p:nvSpPr>
        <p:spPr>
          <a:xfrm>
            <a:off x="2561499" y="433147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0"/>
          <p:cNvSpPr/>
          <p:nvPr/>
        </p:nvSpPr>
        <p:spPr>
          <a:xfrm>
            <a:off x="2561499" y="4826295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0"/>
          <p:cNvSpPr/>
          <p:nvPr/>
        </p:nvSpPr>
        <p:spPr>
          <a:xfrm>
            <a:off x="8296909" y="2861275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Mantenimiento XPOS</a:t>
            </a:r>
            <a:endParaRPr/>
          </a:p>
        </p:txBody>
      </p:sp>
      <p:sp>
        <p:nvSpPr>
          <p:cNvPr id="857" name="Google Shape;857;p20"/>
          <p:cNvSpPr/>
          <p:nvPr/>
        </p:nvSpPr>
        <p:spPr>
          <a:xfrm>
            <a:off x="8296908" y="3353590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Bases Datos XPOS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8" name="Google Shape;858;p20"/>
          <p:cNvCxnSpPr>
            <a:stCxn id="845" idx="1"/>
          </p:cNvCxnSpPr>
          <p:nvPr/>
        </p:nvCxnSpPr>
        <p:spPr>
          <a:xfrm rot="10800000">
            <a:off x="586111" y="2780533"/>
            <a:ext cx="103200" cy="28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20"/>
          <p:cNvCxnSpPr>
            <a:stCxn id="846" idx="1"/>
          </p:cNvCxnSpPr>
          <p:nvPr/>
        </p:nvCxnSpPr>
        <p:spPr>
          <a:xfrm rot="10800000">
            <a:off x="578611" y="2872566"/>
            <a:ext cx="110700" cy="68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20"/>
          <p:cNvCxnSpPr>
            <a:stCxn id="847" idx="1"/>
          </p:cNvCxnSpPr>
          <p:nvPr/>
        </p:nvCxnSpPr>
        <p:spPr>
          <a:xfrm rot="10800000">
            <a:off x="571710" y="3066750"/>
            <a:ext cx="117600" cy="96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1" name="Google Shape;861;p20"/>
          <p:cNvCxnSpPr>
            <a:stCxn id="848" idx="1"/>
          </p:cNvCxnSpPr>
          <p:nvPr/>
        </p:nvCxnSpPr>
        <p:spPr>
          <a:xfrm rot="10800000">
            <a:off x="575309" y="3574736"/>
            <a:ext cx="114000" cy="92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20"/>
          <p:cNvCxnSpPr/>
          <p:nvPr/>
        </p:nvCxnSpPr>
        <p:spPr>
          <a:xfrm flipH="1" rot="5400000">
            <a:off x="2350577" y="2871051"/>
            <a:ext cx="299700" cy="11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3" name="Google Shape;863;p20"/>
          <p:cNvCxnSpPr>
            <a:stCxn id="844" idx="1"/>
          </p:cNvCxnSpPr>
          <p:nvPr/>
        </p:nvCxnSpPr>
        <p:spPr>
          <a:xfrm rot="10800000">
            <a:off x="2441325" y="2779428"/>
            <a:ext cx="118200" cy="127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4" name="Google Shape;864;p20"/>
          <p:cNvSpPr/>
          <p:nvPr/>
        </p:nvSpPr>
        <p:spPr>
          <a:xfrm>
            <a:off x="5586388" y="113400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865" name="Google Shape;865;p20"/>
          <p:cNvSpPr/>
          <p:nvPr/>
        </p:nvSpPr>
        <p:spPr>
          <a:xfrm>
            <a:off x="5649754" y="1653583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Tienda y Comercial</a:t>
            </a:r>
            <a:endParaRPr/>
          </a:p>
        </p:txBody>
      </p:sp>
      <p:cxnSp>
        <p:nvCxnSpPr>
          <p:cNvPr id="866" name="Google Shape;866;p20"/>
          <p:cNvCxnSpPr>
            <a:stCxn id="864" idx="2"/>
            <a:endCxn id="865" idx="0"/>
          </p:cNvCxnSpPr>
          <p:nvPr/>
        </p:nvCxnSpPr>
        <p:spPr>
          <a:xfrm>
            <a:off x="6390808" y="1587607"/>
            <a:ext cx="0" cy="6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7" name="Google Shape;867;p20"/>
          <p:cNvSpPr/>
          <p:nvPr/>
        </p:nvSpPr>
        <p:spPr>
          <a:xfrm>
            <a:off x="10007683" y="2325679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Calidad</a:t>
            </a:r>
            <a:endParaRPr/>
          </a:p>
        </p:txBody>
      </p:sp>
      <p:sp>
        <p:nvSpPr>
          <p:cNvPr id="868" name="Google Shape;868;p20"/>
          <p:cNvSpPr/>
          <p:nvPr/>
        </p:nvSpPr>
        <p:spPr>
          <a:xfrm>
            <a:off x="10255194" y="283881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869" name="Google Shape;869;p20"/>
          <p:cNvSpPr/>
          <p:nvPr/>
        </p:nvSpPr>
        <p:spPr>
          <a:xfrm>
            <a:off x="10255195" y="3320174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10255195" y="380152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871" name="Google Shape;871;p20"/>
          <p:cNvCxnSpPr>
            <a:stCxn id="854" idx="1"/>
          </p:cNvCxnSpPr>
          <p:nvPr/>
        </p:nvCxnSpPr>
        <p:spPr>
          <a:xfrm rot="10800000">
            <a:off x="2441199" y="2952378"/>
            <a:ext cx="120300" cy="160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2" name="Google Shape;872;p20"/>
          <p:cNvCxnSpPr>
            <a:stCxn id="855" idx="1"/>
          </p:cNvCxnSpPr>
          <p:nvPr/>
        </p:nvCxnSpPr>
        <p:spPr>
          <a:xfrm rot="10800000">
            <a:off x="2441199" y="2992996"/>
            <a:ext cx="120300" cy="206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3" name="Google Shape;873;p20"/>
          <p:cNvCxnSpPr>
            <a:stCxn id="853" idx="1"/>
          </p:cNvCxnSpPr>
          <p:nvPr/>
        </p:nvCxnSpPr>
        <p:spPr>
          <a:xfrm rot="10800000">
            <a:off x="2441325" y="2940668"/>
            <a:ext cx="118200" cy="260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4" name="Google Shape;874;p20"/>
          <p:cNvSpPr/>
          <p:nvPr/>
        </p:nvSpPr>
        <p:spPr>
          <a:xfrm>
            <a:off x="8303183" y="3858397"/>
            <a:ext cx="123156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6550577" y="283359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0"/>
          <p:cNvSpPr/>
          <p:nvPr/>
        </p:nvSpPr>
        <p:spPr>
          <a:xfrm>
            <a:off x="6550578" y="33229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20"/>
          <p:cNvCxnSpPr>
            <a:endCxn id="875" idx="1"/>
          </p:cNvCxnSpPr>
          <p:nvPr/>
        </p:nvCxnSpPr>
        <p:spPr>
          <a:xfrm flipH="1" rot="-5400000">
            <a:off x="6360677" y="2870499"/>
            <a:ext cx="268200" cy="111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20"/>
          <p:cNvCxnSpPr>
            <a:endCxn id="876" idx="1"/>
          </p:cNvCxnSpPr>
          <p:nvPr/>
        </p:nvCxnSpPr>
        <p:spPr>
          <a:xfrm flipH="1" rot="-5400000">
            <a:off x="6132828" y="3132014"/>
            <a:ext cx="729900" cy="10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9" name="Google Shape;879;p20"/>
          <p:cNvSpPr/>
          <p:nvPr/>
        </p:nvSpPr>
        <p:spPr>
          <a:xfrm>
            <a:off x="6550577" y="3812329"/>
            <a:ext cx="128319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0"/>
          <p:cNvSpPr/>
          <p:nvPr/>
        </p:nvSpPr>
        <p:spPr>
          <a:xfrm>
            <a:off x="6550576" y="4787175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/>
          <p:nvPr/>
        </p:nvSpPr>
        <p:spPr>
          <a:xfrm>
            <a:off x="6550576" y="5274598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6550576" y="4299752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20"/>
          <p:cNvCxnSpPr>
            <a:stCxn id="879" idx="1"/>
          </p:cNvCxnSpPr>
          <p:nvPr/>
        </p:nvCxnSpPr>
        <p:spPr>
          <a:xfrm rot="10800000">
            <a:off x="6438977" y="2801330"/>
            <a:ext cx="111600" cy="123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4" name="Google Shape;884;p20"/>
          <p:cNvCxnSpPr>
            <a:stCxn id="882" idx="1"/>
          </p:cNvCxnSpPr>
          <p:nvPr/>
        </p:nvCxnSpPr>
        <p:spPr>
          <a:xfrm rot="10800000">
            <a:off x="6438976" y="2907753"/>
            <a:ext cx="111600" cy="161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20"/>
          <p:cNvCxnSpPr>
            <a:stCxn id="880" idx="1"/>
          </p:cNvCxnSpPr>
          <p:nvPr/>
        </p:nvCxnSpPr>
        <p:spPr>
          <a:xfrm rot="10800000">
            <a:off x="6438976" y="3134475"/>
            <a:ext cx="111600" cy="187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6" name="Google Shape;886;p20"/>
          <p:cNvCxnSpPr>
            <a:stCxn id="881" idx="1"/>
          </p:cNvCxnSpPr>
          <p:nvPr/>
        </p:nvCxnSpPr>
        <p:spPr>
          <a:xfrm rot="10800000">
            <a:off x="6438976" y="3060299"/>
            <a:ext cx="111600" cy="244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7" name="Google Shape;887;p20"/>
          <p:cNvSpPr/>
          <p:nvPr/>
        </p:nvSpPr>
        <p:spPr>
          <a:xfrm>
            <a:off x="6550576" y="576372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6390809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Cometa</a:t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10255194" y="4311996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10255194" y="4826295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891" name="Google Shape;891;p20"/>
          <p:cNvCxnSpPr>
            <a:stCxn id="838" idx="0"/>
            <a:endCxn id="865" idx="2"/>
          </p:cNvCxnSpPr>
          <p:nvPr/>
        </p:nvCxnSpPr>
        <p:spPr>
          <a:xfrm rot="-5400000">
            <a:off x="3676190" y="-383685"/>
            <a:ext cx="219000" cy="521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2" name="Google Shape;892;p20"/>
          <p:cNvCxnSpPr>
            <a:stCxn id="839" idx="0"/>
            <a:endCxn id="865" idx="2"/>
          </p:cNvCxnSpPr>
          <p:nvPr/>
        </p:nvCxnSpPr>
        <p:spPr>
          <a:xfrm rot="-5400000">
            <a:off x="4606731" y="546915"/>
            <a:ext cx="219000" cy="334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3" name="Google Shape;893;p20"/>
          <p:cNvCxnSpPr>
            <a:stCxn id="840" idx="0"/>
            <a:endCxn id="865" idx="2"/>
          </p:cNvCxnSpPr>
          <p:nvPr/>
        </p:nvCxnSpPr>
        <p:spPr>
          <a:xfrm rot="-5400000">
            <a:off x="5621835" y="1561965"/>
            <a:ext cx="219000" cy="131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4" name="Google Shape;894;p20"/>
          <p:cNvCxnSpPr>
            <a:stCxn id="888" idx="0"/>
            <a:endCxn id="865" idx="2"/>
          </p:cNvCxnSpPr>
          <p:nvPr/>
        </p:nvCxnSpPr>
        <p:spPr>
          <a:xfrm flipH="1" rot="5400000">
            <a:off x="6621705" y="1881015"/>
            <a:ext cx="219000" cy="680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5" name="Google Shape;895;p20"/>
          <p:cNvCxnSpPr>
            <a:stCxn id="841" idx="0"/>
            <a:endCxn id="865" idx="2"/>
          </p:cNvCxnSpPr>
          <p:nvPr/>
        </p:nvCxnSpPr>
        <p:spPr>
          <a:xfrm flipH="1" rot="5400000">
            <a:off x="7476685" y="1025865"/>
            <a:ext cx="219000" cy="239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6" name="Google Shape;896;p20"/>
          <p:cNvCxnSpPr>
            <a:stCxn id="867" idx="0"/>
            <a:endCxn id="865" idx="2"/>
          </p:cNvCxnSpPr>
          <p:nvPr/>
        </p:nvCxnSpPr>
        <p:spPr>
          <a:xfrm flipH="1" rot="5400000">
            <a:off x="8440149" y="62329"/>
            <a:ext cx="213900" cy="431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7" name="Google Shape;897;p20"/>
          <p:cNvCxnSpPr>
            <a:stCxn id="849" idx="1"/>
          </p:cNvCxnSpPr>
          <p:nvPr/>
        </p:nvCxnSpPr>
        <p:spPr>
          <a:xfrm rot="10800000">
            <a:off x="4500907" y="2792221"/>
            <a:ext cx="148200" cy="27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8" name="Google Shape;898;p20"/>
          <p:cNvCxnSpPr>
            <a:stCxn id="850" idx="1"/>
          </p:cNvCxnSpPr>
          <p:nvPr/>
        </p:nvCxnSpPr>
        <p:spPr>
          <a:xfrm rot="10800000">
            <a:off x="4500957" y="2952255"/>
            <a:ext cx="144600" cy="61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9" name="Google Shape;899;p20"/>
          <p:cNvCxnSpPr>
            <a:stCxn id="851" idx="1"/>
          </p:cNvCxnSpPr>
          <p:nvPr/>
        </p:nvCxnSpPr>
        <p:spPr>
          <a:xfrm rot="10800000">
            <a:off x="4500858" y="3574763"/>
            <a:ext cx="151800" cy="470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0" name="Google Shape;900;p20"/>
          <p:cNvCxnSpPr>
            <a:stCxn id="852" idx="1"/>
          </p:cNvCxnSpPr>
          <p:nvPr/>
        </p:nvCxnSpPr>
        <p:spPr>
          <a:xfrm rot="10800000">
            <a:off x="4500857" y="3931897"/>
            <a:ext cx="151800" cy="60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1" name="Google Shape;901;p20"/>
          <p:cNvCxnSpPr>
            <a:stCxn id="856" idx="1"/>
          </p:cNvCxnSpPr>
          <p:nvPr/>
        </p:nvCxnSpPr>
        <p:spPr>
          <a:xfrm rot="10800000">
            <a:off x="8206609" y="2791976"/>
            <a:ext cx="90300" cy="29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2" name="Google Shape;902;p20"/>
          <p:cNvCxnSpPr>
            <a:stCxn id="857" idx="1"/>
          </p:cNvCxnSpPr>
          <p:nvPr/>
        </p:nvCxnSpPr>
        <p:spPr>
          <a:xfrm rot="10800000">
            <a:off x="8214408" y="3070091"/>
            <a:ext cx="82500" cy="51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3" name="Google Shape;903;p20"/>
          <p:cNvCxnSpPr>
            <a:stCxn id="874" idx="1"/>
          </p:cNvCxnSpPr>
          <p:nvPr/>
        </p:nvCxnSpPr>
        <p:spPr>
          <a:xfrm rot="10800000">
            <a:off x="8206883" y="3429096"/>
            <a:ext cx="96300" cy="65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4" name="Google Shape;904;p20"/>
          <p:cNvCxnSpPr>
            <a:stCxn id="868" idx="1"/>
          </p:cNvCxnSpPr>
          <p:nvPr/>
        </p:nvCxnSpPr>
        <p:spPr>
          <a:xfrm rot="10800000">
            <a:off x="10127094" y="2779419"/>
            <a:ext cx="128100" cy="28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5" name="Google Shape;905;p20"/>
          <p:cNvCxnSpPr>
            <a:stCxn id="869" idx="1"/>
          </p:cNvCxnSpPr>
          <p:nvPr/>
        </p:nvCxnSpPr>
        <p:spPr>
          <a:xfrm rot="10800000">
            <a:off x="10134595" y="3060374"/>
            <a:ext cx="120600" cy="486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6" name="Google Shape;906;p20"/>
          <p:cNvCxnSpPr>
            <a:stCxn id="870" idx="1"/>
          </p:cNvCxnSpPr>
          <p:nvPr/>
        </p:nvCxnSpPr>
        <p:spPr>
          <a:xfrm rot="10800000">
            <a:off x="10134595" y="3428929"/>
            <a:ext cx="120600" cy="59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7" name="Google Shape;907;p20"/>
          <p:cNvCxnSpPr>
            <a:stCxn id="889" idx="1"/>
          </p:cNvCxnSpPr>
          <p:nvPr/>
        </p:nvCxnSpPr>
        <p:spPr>
          <a:xfrm rot="10800000">
            <a:off x="10134594" y="3931896"/>
            <a:ext cx="120600" cy="60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8" name="Google Shape;908;p20"/>
          <p:cNvCxnSpPr>
            <a:stCxn id="890" idx="1"/>
          </p:cNvCxnSpPr>
          <p:nvPr/>
        </p:nvCxnSpPr>
        <p:spPr>
          <a:xfrm rot="10800000">
            <a:off x="10134594" y="4526595"/>
            <a:ext cx="120600" cy="52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9" name="Google Shape;909;p2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cxnSp>
        <p:nvCxnSpPr>
          <p:cNvPr id="910" name="Google Shape;910;p20"/>
          <p:cNvCxnSpPr>
            <a:stCxn id="887" idx="1"/>
          </p:cNvCxnSpPr>
          <p:nvPr/>
        </p:nvCxnSpPr>
        <p:spPr>
          <a:xfrm rot="10800000">
            <a:off x="6438976" y="5053028"/>
            <a:ext cx="111600" cy="93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6" name="Google Shape;916;p21"/>
          <p:cNvSpPr/>
          <p:nvPr/>
        </p:nvSpPr>
        <p:spPr>
          <a:xfrm>
            <a:off x="5125977" y="1749855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Citlaly de la Rosa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1"/>
          <p:cNvCxnSpPr>
            <a:endCxn id="916" idx="0"/>
          </p:cNvCxnSpPr>
          <p:nvPr/>
        </p:nvCxnSpPr>
        <p:spPr>
          <a:xfrm>
            <a:off x="5867032" y="1641855"/>
            <a:ext cx="0" cy="1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21"/>
          <p:cNvSpPr/>
          <p:nvPr/>
        </p:nvSpPr>
        <p:spPr>
          <a:xfrm>
            <a:off x="3414645" y="3121847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Ignacio Carballido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1"/>
          <p:cNvSpPr/>
          <p:nvPr/>
        </p:nvSpPr>
        <p:spPr>
          <a:xfrm>
            <a:off x="3414641" y="3606926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Yolanda Osoria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1"/>
          <p:cNvSpPr/>
          <p:nvPr/>
        </p:nvSpPr>
        <p:spPr>
          <a:xfrm>
            <a:off x="3414641" y="4092005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Pedro Carrera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1"/>
          <p:cNvSpPr/>
          <p:nvPr/>
        </p:nvSpPr>
        <p:spPr>
          <a:xfrm>
            <a:off x="3414641" y="4569133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Barbosa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"/>
          <p:cNvSpPr/>
          <p:nvPr/>
        </p:nvSpPr>
        <p:spPr>
          <a:xfrm>
            <a:off x="3414640" y="5054212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Heriberto Enriquez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3414639" y="5539291"/>
            <a:ext cx="1236536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Alejandro De Luna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1"/>
          <p:cNvSpPr/>
          <p:nvPr/>
        </p:nvSpPr>
        <p:spPr>
          <a:xfrm>
            <a:off x="5414246" y="3071607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Integraciones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Alfaro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5414245" y="3572302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Christian Ramirez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1"/>
          <p:cNvSpPr/>
          <p:nvPr/>
        </p:nvSpPr>
        <p:spPr>
          <a:xfrm>
            <a:off x="5414244" y="4073939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Web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Marsil Benavides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1"/>
          <p:cNvSpPr/>
          <p:nvPr/>
        </p:nvSpPr>
        <p:spPr>
          <a:xfrm>
            <a:off x="5414244" y="5032826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EBS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Eber  Hernandez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5414244" y="5512270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Aida Martinez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5414244" y="4553382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RMS 16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Hector Solano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1"/>
          <p:cNvSpPr/>
          <p:nvPr/>
        </p:nvSpPr>
        <p:spPr>
          <a:xfrm>
            <a:off x="5414243" y="5999662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Rodriguez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7350078" y="3111166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Garcia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1"/>
          <p:cNvSpPr/>
          <p:nvPr/>
        </p:nvSpPr>
        <p:spPr>
          <a:xfrm>
            <a:off x="7350083" y="3620431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Alan Vega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7350082" y="4129648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Hugo Mendez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1"/>
          <p:cNvSpPr/>
          <p:nvPr/>
        </p:nvSpPr>
        <p:spPr>
          <a:xfrm>
            <a:off x="7350081" y="4622679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Adrian Martinez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1"/>
          <p:cNvSpPr/>
          <p:nvPr/>
        </p:nvSpPr>
        <p:spPr>
          <a:xfrm>
            <a:off x="5051912" y="1186068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Da Costa</a:t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3218810" y="247329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Ulises Silva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7" name="Google Shape;937;p21"/>
          <p:cNvCxnSpPr>
            <a:stCxn id="936" idx="0"/>
            <a:endCxn id="916" idx="2"/>
          </p:cNvCxnSpPr>
          <p:nvPr/>
        </p:nvCxnSpPr>
        <p:spPr>
          <a:xfrm rot="-5400000">
            <a:off x="4750657" y="1356998"/>
            <a:ext cx="265200" cy="196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8" name="Google Shape;938;p21"/>
          <p:cNvCxnSpPr>
            <a:stCxn id="939" idx="0"/>
            <a:endCxn id="916" idx="2"/>
          </p:cNvCxnSpPr>
          <p:nvPr/>
        </p:nvCxnSpPr>
        <p:spPr>
          <a:xfrm flipH="1" rot="5400000">
            <a:off x="6709274" y="1366109"/>
            <a:ext cx="294600" cy="197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0" name="Google Shape;940;p21"/>
          <p:cNvCxnSpPr>
            <a:stCxn id="941" idx="0"/>
            <a:endCxn id="916" idx="2"/>
          </p:cNvCxnSpPr>
          <p:nvPr/>
        </p:nvCxnSpPr>
        <p:spPr>
          <a:xfrm flipH="1" rot="5400000">
            <a:off x="5736891" y="2338148"/>
            <a:ext cx="265200" cy="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2" name="Google Shape;942;p21"/>
          <p:cNvSpPr/>
          <p:nvPr/>
        </p:nvSpPr>
        <p:spPr>
          <a:xfrm>
            <a:off x="7350079" y="5115710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Mellado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7350078" y="5606072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Cendejas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7350078" y="6096434"/>
            <a:ext cx="123944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5" name="Google Shape;945;p21"/>
          <p:cNvCxnSpPr>
            <a:stCxn id="918" idx="1"/>
          </p:cNvCxnSpPr>
          <p:nvPr/>
        </p:nvCxnSpPr>
        <p:spPr>
          <a:xfrm rot="10800000">
            <a:off x="3343245" y="2926847"/>
            <a:ext cx="71400" cy="42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" name="Google Shape;946;p21"/>
          <p:cNvCxnSpPr>
            <a:stCxn id="919" idx="1"/>
          </p:cNvCxnSpPr>
          <p:nvPr/>
        </p:nvCxnSpPr>
        <p:spPr>
          <a:xfrm rot="10800000">
            <a:off x="3343241" y="2974226"/>
            <a:ext cx="71400" cy="85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7" name="Google Shape;947;p21"/>
          <p:cNvCxnSpPr>
            <a:stCxn id="920" idx="1"/>
          </p:cNvCxnSpPr>
          <p:nvPr/>
        </p:nvCxnSpPr>
        <p:spPr>
          <a:xfrm rot="10800000">
            <a:off x="3343241" y="2974205"/>
            <a:ext cx="71400" cy="134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8" name="Google Shape;948;p21"/>
          <p:cNvCxnSpPr>
            <a:stCxn id="921" idx="1"/>
          </p:cNvCxnSpPr>
          <p:nvPr/>
        </p:nvCxnSpPr>
        <p:spPr>
          <a:xfrm rot="10800000">
            <a:off x="3343241" y="3137833"/>
            <a:ext cx="71400" cy="165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21"/>
          <p:cNvCxnSpPr>
            <a:stCxn id="922" idx="1"/>
          </p:cNvCxnSpPr>
          <p:nvPr/>
        </p:nvCxnSpPr>
        <p:spPr>
          <a:xfrm rot="10800000">
            <a:off x="3343240" y="3121912"/>
            <a:ext cx="71400" cy="2159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0" name="Google Shape;950;p21"/>
          <p:cNvCxnSpPr>
            <a:stCxn id="923" idx="1"/>
          </p:cNvCxnSpPr>
          <p:nvPr/>
        </p:nvCxnSpPr>
        <p:spPr>
          <a:xfrm rot="10800000">
            <a:off x="3343239" y="3008491"/>
            <a:ext cx="71400" cy="275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1" name="Google Shape;951;p21"/>
          <p:cNvCxnSpPr>
            <a:stCxn id="931" idx="1"/>
          </p:cNvCxnSpPr>
          <p:nvPr/>
        </p:nvCxnSpPr>
        <p:spPr>
          <a:xfrm rot="10800000">
            <a:off x="7267578" y="2916166"/>
            <a:ext cx="82500" cy="42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2" name="Google Shape;952;p21"/>
          <p:cNvCxnSpPr>
            <a:stCxn id="932" idx="1"/>
          </p:cNvCxnSpPr>
          <p:nvPr/>
        </p:nvCxnSpPr>
        <p:spPr>
          <a:xfrm rot="10800000">
            <a:off x="7267583" y="3137731"/>
            <a:ext cx="82500" cy="70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3" name="Google Shape;953;p21"/>
          <p:cNvCxnSpPr>
            <a:stCxn id="933" idx="1"/>
          </p:cNvCxnSpPr>
          <p:nvPr/>
        </p:nvCxnSpPr>
        <p:spPr>
          <a:xfrm rot="10800000">
            <a:off x="7267582" y="3520648"/>
            <a:ext cx="82500" cy="83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4" name="Google Shape;954;p21"/>
          <p:cNvCxnSpPr>
            <a:stCxn id="934" idx="1"/>
          </p:cNvCxnSpPr>
          <p:nvPr/>
        </p:nvCxnSpPr>
        <p:spPr>
          <a:xfrm rot="10800000">
            <a:off x="7267581" y="3966879"/>
            <a:ext cx="82500" cy="88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5" name="Google Shape;955;p21"/>
          <p:cNvCxnSpPr>
            <a:stCxn id="942" idx="1"/>
          </p:cNvCxnSpPr>
          <p:nvPr/>
        </p:nvCxnSpPr>
        <p:spPr>
          <a:xfrm rot="10800000">
            <a:off x="7267579" y="4408310"/>
            <a:ext cx="82500" cy="93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6" name="Google Shape;956;p21"/>
          <p:cNvCxnSpPr>
            <a:stCxn id="943" idx="1"/>
          </p:cNvCxnSpPr>
          <p:nvPr/>
        </p:nvCxnSpPr>
        <p:spPr>
          <a:xfrm rot="10800000">
            <a:off x="7267578" y="4926872"/>
            <a:ext cx="82500" cy="90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7" name="Google Shape;957;p21"/>
          <p:cNvCxnSpPr>
            <a:stCxn id="944" idx="1"/>
          </p:cNvCxnSpPr>
          <p:nvPr/>
        </p:nvCxnSpPr>
        <p:spPr>
          <a:xfrm rot="10800000">
            <a:off x="7267578" y="5339834"/>
            <a:ext cx="82500" cy="98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8" name="Google Shape;958;p21"/>
          <p:cNvCxnSpPr>
            <a:stCxn id="924" idx="1"/>
          </p:cNvCxnSpPr>
          <p:nvPr/>
        </p:nvCxnSpPr>
        <p:spPr>
          <a:xfrm rot="10800000">
            <a:off x="5314946" y="2876607"/>
            <a:ext cx="99300" cy="42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9" name="Google Shape;959;p21"/>
          <p:cNvCxnSpPr>
            <a:stCxn id="925" idx="1"/>
          </p:cNvCxnSpPr>
          <p:nvPr/>
        </p:nvCxnSpPr>
        <p:spPr>
          <a:xfrm rot="10800000">
            <a:off x="5314945" y="3041002"/>
            <a:ext cx="99300" cy="75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0" name="Google Shape;960;p21"/>
          <p:cNvCxnSpPr>
            <a:stCxn id="926" idx="1"/>
          </p:cNvCxnSpPr>
          <p:nvPr/>
        </p:nvCxnSpPr>
        <p:spPr>
          <a:xfrm rot="10800000">
            <a:off x="5313444" y="3294539"/>
            <a:ext cx="100800" cy="100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1" name="Google Shape;961;p21"/>
          <p:cNvCxnSpPr>
            <a:stCxn id="929" idx="1"/>
          </p:cNvCxnSpPr>
          <p:nvPr/>
        </p:nvCxnSpPr>
        <p:spPr>
          <a:xfrm rot="10800000">
            <a:off x="5312544" y="3793482"/>
            <a:ext cx="101700" cy="98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2" name="Google Shape;962;p21"/>
          <p:cNvCxnSpPr>
            <a:stCxn id="927" idx="1"/>
          </p:cNvCxnSpPr>
          <p:nvPr/>
        </p:nvCxnSpPr>
        <p:spPr>
          <a:xfrm rot="10800000">
            <a:off x="5313444" y="4553426"/>
            <a:ext cx="100800" cy="70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3" name="Google Shape;963;p21"/>
          <p:cNvCxnSpPr>
            <a:stCxn id="928" idx="1"/>
          </p:cNvCxnSpPr>
          <p:nvPr/>
        </p:nvCxnSpPr>
        <p:spPr>
          <a:xfrm rot="10800000">
            <a:off x="5312544" y="5076370"/>
            <a:ext cx="101700" cy="66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4" name="Google Shape;964;p21"/>
          <p:cNvCxnSpPr>
            <a:stCxn id="930" idx="1"/>
          </p:cNvCxnSpPr>
          <p:nvPr/>
        </p:nvCxnSpPr>
        <p:spPr>
          <a:xfrm rot="10800000">
            <a:off x="5312543" y="5539162"/>
            <a:ext cx="101700" cy="68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5" name="Google Shape;965;p21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>
            <a:off x="5191294" y="247329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Jaramillo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1"/>
          <p:cNvSpPr/>
          <p:nvPr/>
        </p:nvSpPr>
        <p:spPr>
          <a:xfrm>
            <a:off x="7165227" y="250280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Wendy Neri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2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5930073" y="2524296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CDS</a:t>
            </a:r>
            <a:endParaRPr/>
          </a:p>
        </p:txBody>
      </p:sp>
      <p:cxnSp>
        <p:nvCxnSpPr>
          <p:cNvPr id="972" name="Google Shape;972;p22"/>
          <p:cNvCxnSpPr>
            <a:endCxn id="971" idx="0"/>
          </p:cNvCxnSpPr>
          <p:nvPr/>
        </p:nvCxnSpPr>
        <p:spPr>
          <a:xfrm>
            <a:off x="6671127" y="2416296"/>
            <a:ext cx="0" cy="108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3" name="Google Shape;973;p22"/>
          <p:cNvSpPr/>
          <p:nvPr/>
        </p:nvSpPr>
        <p:spPr>
          <a:xfrm>
            <a:off x="1923406" y="3777596"/>
            <a:ext cx="1236536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3829697" y="427255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3829698" y="377759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5612898" y="3770453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5856008" y="1960509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1634265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Mercaderias Axxon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2"/>
          <p:cNvSpPr/>
          <p:nvPr/>
        </p:nvSpPr>
        <p:spPr>
          <a:xfrm>
            <a:off x="3478607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Abasto</a:t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5322949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CEDIS</a:t>
            </a:r>
            <a:endParaRPr/>
          </a:p>
        </p:txBody>
      </p:sp>
      <p:cxnSp>
        <p:nvCxnSpPr>
          <p:cNvPr id="981" name="Google Shape;981;p22"/>
          <p:cNvCxnSpPr>
            <a:stCxn id="978" idx="0"/>
            <a:endCxn id="971" idx="2"/>
          </p:cNvCxnSpPr>
          <p:nvPr/>
        </p:nvCxnSpPr>
        <p:spPr>
          <a:xfrm rot="-5400000">
            <a:off x="4360412" y="937139"/>
            <a:ext cx="265200" cy="435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2" name="Google Shape;982;p22"/>
          <p:cNvCxnSpPr>
            <a:stCxn id="980" idx="0"/>
            <a:endCxn id="971" idx="2"/>
          </p:cNvCxnSpPr>
          <p:nvPr/>
        </p:nvCxnSpPr>
        <p:spPr>
          <a:xfrm rot="-5400000">
            <a:off x="6204846" y="2781389"/>
            <a:ext cx="265200" cy="66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3" name="Google Shape;983;p22"/>
          <p:cNvCxnSpPr>
            <a:stCxn id="979" idx="0"/>
            <a:endCxn id="971" idx="2"/>
          </p:cNvCxnSpPr>
          <p:nvPr/>
        </p:nvCxnSpPr>
        <p:spPr>
          <a:xfrm rot="-5400000">
            <a:off x="5282704" y="1859189"/>
            <a:ext cx="265200" cy="2511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4" name="Google Shape;984;p22"/>
          <p:cNvSpPr/>
          <p:nvPr/>
        </p:nvSpPr>
        <p:spPr>
          <a:xfrm>
            <a:off x="7167291" y="3268486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 </a:t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8917580" y="3268486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986" name="Google Shape;986;p22"/>
          <p:cNvCxnSpPr>
            <a:stCxn id="984" idx="0"/>
            <a:endCxn id="971" idx="2"/>
          </p:cNvCxnSpPr>
          <p:nvPr/>
        </p:nvCxnSpPr>
        <p:spPr>
          <a:xfrm flipH="1" rot="5400000">
            <a:off x="7093161" y="2560636"/>
            <a:ext cx="285900" cy="112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7" name="Google Shape;987;p22"/>
          <p:cNvCxnSpPr>
            <a:stCxn id="985" idx="0"/>
            <a:endCxn id="971" idx="2"/>
          </p:cNvCxnSpPr>
          <p:nvPr/>
        </p:nvCxnSpPr>
        <p:spPr>
          <a:xfrm flipH="1" rot="5400000">
            <a:off x="7968200" y="1685386"/>
            <a:ext cx="285900" cy="288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8" name="Google Shape;988;p22"/>
          <p:cNvCxnSpPr>
            <a:endCxn id="973" idx="1"/>
          </p:cNvCxnSpPr>
          <p:nvPr/>
        </p:nvCxnSpPr>
        <p:spPr>
          <a:xfrm flipH="1" rot="-5400000">
            <a:off x="1685206" y="3766196"/>
            <a:ext cx="303000" cy="17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9" name="Google Shape;989;p22"/>
          <p:cNvCxnSpPr>
            <a:endCxn id="975" idx="1"/>
          </p:cNvCxnSpPr>
          <p:nvPr/>
        </p:nvCxnSpPr>
        <p:spPr>
          <a:xfrm flipH="1" rot="-5400000">
            <a:off x="3584748" y="3759446"/>
            <a:ext cx="303000" cy="18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0" name="Google Shape;990;p22"/>
          <p:cNvCxnSpPr>
            <a:endCxn id="974" idx="1"/>
          </p:cNvCxnSpPr>
          <p:nvPr/>
        </p:nvCxnSpPr>
        <p:spPr>
          <a:xfrm flipH="1" rot="-5400000">
            <a:off x="3330197" y="3999856"/>
            <a:ext cx="812100" cy="18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1" name="Google Shape;991;p22"/>
          <p:cNvSpPr/>
          <p:nvPr/>
        </p:nvSpPr>
        <p:spPr>
          <a:xfrm>
            <a:off x="3829697" y="476751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5613016" y="4274881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2"/>
          <p:cNvSpPr/>
          <p:nvPr/>
        </p:nvSpPr>
        <p:spPr>
          <a:xfrm>
            <a:off x="5612897" y="4777622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4" name="Google Shape;994;p22"/>
          <p:cNvCxnSpPr>
            <a:stCxn id="991" idx="1"/>
          </p:cNvCxnSpPr>
          <p:nvPr/>
        </p:nvCxnSpPr>
        <p:spPr>
          <a:xfrm rot="10800000">
            <a:off x="3642797" y="4499316"/>
            <a:ext cx="186900" cy="49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5" name="Google Shape;995;p22"/>
          <p:cNvSpPr/>
          <p:nvPr/>
        </p:nvSpPr>
        <p:spPr>
          <a:xfrm>
            <a:off x="5612896" y="5281275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1923406" y="4272556"/>
            <a:ext cx="1236536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22"/>
          <p:cNvCxnSpPr>
            <a:stCxn id="976" idx="1"/>
          </p:cNvCxnSpPr>
          <p:nvPr/>
        </p:nvCxnSpPr>
        <p:spPr>
          <a:xfrm rot="10800000">
            <a:off x="5486298" y="3701453"/>
            <a:ext cx="126600" cy="29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8" name="Google Shape;998;p22"/>
          <p:cNvCxnSpPr>
            <a:stCxn id="992" idx="1"/>
          </p:cNvCxnSpPr>
          <p:nvPr/>
        </p:nvCxnSpPr>
        <p:spPr>
          <a:xfrm rot="10800000">
            <a:off x="5486416" y="3849181"/>
            <a:ext cx="126600" cy="65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9" name="Google Shape;999;p22"/>
          <p:cNvCxnSpPr>
            <a:stCxn id="996" idx="1"/>
          </p:cNvCxnSpPr>
          <p:nvPr/>
        </p:nvCxnSpPr>
        <p:spPr>
          <a:xfrm rot="10800000">
            <a:off x="1750006" y="3872056"/>
            <a:ext cx="173400" cy="62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0" name="Google Shape;1000;p22"/>
          <p:cNvCxnSpPr>
            <a:stCxn id="993" idx="1"/>
          </p:cNvCxnSpPr>
          <p:nvPr/>
        </p:nvCxnSpPr>
        <p:spPr>
          <a:xfrm rot="10800000">
            <a:off x="5486297" y="4499222"/>
            <a:ext cx="126600" cy="50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1" name="Google Shape;1001;p22"/>
          <p:cNvCxnSpPr>
            <a:stCxn id="995" idx="1"/>
          </p:cNvCxnSpPr>
          <p:nvPr/>
        </p:nvCxnSpPr>
        <p:spPr>
          <a:xfrm rot="10800000">
            <a:off x="5486296" y="4994175"/>
            <a:ext cx="126600" cy="51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2" name="Google Shape;1002;p22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5491915" y="1252119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</a:t>
            </a: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</a:t>
            </a: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Costa</a:t>
            </a:r>
            <a:endParaRPr/>
          </a:p>
        </p:txBody>
      </p:sp>
      <p:sp>
        <p:nvSpPr>
          <p:cNvPr id="1009" name="Google Shape;1009;p23"/>
          <p:cNvSpPr/>
          <p:nvPr/>
        </p:nvSpPr>
        <p:spPr>
          <a:xfrm>
            <a:off x="5560518" y="1882468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Edward Fuentes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1759105" y="259639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Rodolfo Cuellar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3"/>
          <p:cNvSpPr/>
          <p:nvPr/>
        </p:nvSpPr>
        <p:spPr>
          <a:xfrm>
            <a:off x="4181414" y="259639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Omar Del Llano 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3"/>
          <p:cNvSpPr/>
          <p:nvPr/>
        </p:nvSpPr>
        <p:spPr>
          <a:xfrm>
            <a:off x="5887453" y="261598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Carmona 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7771387" y="260797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Eliel Garcia 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9513207" y="260797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Opera Mtto Delivery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23"/>
          <p:cNvCxnSpPr>
            <a:stCxn id="1008" idx="2"/>
            <a:endCxn id="1009" idx="0"/>
          </p:cNvCxnSpPr>
          <p:nvPr/>
        </p:nvCxnSpPr>
        <p:spPr>
          <a:xfrm>
            <a:off x="6296335" y="1707792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p23"/>
          <p:cNvCxnSpPr>
            <a:stCxn id="1009" idx="2"/>
            <a:endCxn id="1010" idx="0"/>
          </p:cNvCxnSpPr>
          <p:nvPr/>
        </p:nvCxnSpPr>
        <p:spPr>
          <a:xfrm rot="5400000">
            <a:off x="4249123" y="543991"/>
            <a:ext cx="258300" cy="384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7" name="Google Shape;1017;p23"/>
          <p:cNvCxnSpPr>
            <a:stCxn id="1009" idx="2"/>
            <a:endCxn id="1011" idx="0"/>
          </p:cNvCxnSpPr>
          <p:nvPr/>
        </p:nvCxnSpPr>
        <p:spPr>
          <a:xfrm rot="5400000">
            <a:off x="5460223" y="1755091"/>
            <a:ext cx="258300" cy="1424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8" name="Google Shape;1018;p23"/>
          <p:cNvCxnSpPr>
            <a:stCxn id="1009" idx="2"/>
            <a:endCxn id="1012" idx="0"/>
          </p:cNvCxnSpPr>
          <p:nvPr/>
        </p:nvCxnSpPr>
        <p:spPr>
          <a:xfrm flipH="1" rot="-5400000">
            <a:off x="6303523" y="2336191"/>
            <a:ext cx="277800" cy="281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9" name="Google Shape;1019;p23"/>
          <p:cNvCxnSpPr>
            <a:stCxn id="1009" idx="2"/>
            <a:endCxn id="1013" idx="0"/>
          </p:cNvCxnSpPr>
          <p:nvPr/>
        </p:nvCxnSpPr>
        <p:spPr>
          <a:xfrm flipH="1" rot="-5400000">
            <a:off x="7249573" y="1390141"/>
            <a:ext cx="269700" cy="2165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0" name="Google Shape;1020;p23"/>
          <p:cNvCxnSpPr>
            <a:stCxn id="1009" idx="2"/>
            <a:endCxn id="1014" idx="0"/>
          </p:cNvCxnSpPr>
          <p:nvPr/>
        </p:nvCxnSpPr>
        <p:spPr>
          <a:xfrm flipH="1" rot="-5400000">
            <a:off x="8120473" y="519241"/>
            <a:ext cx="269700" cy="390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1" name="Google Shape;1021;p23"/>
          <p:cNvSpPr/>
          <p:nvPr/>
        </p:nvSpPr>
        <p:spPr>
          <a:xfrm>
            <a:off x="937968" y="318559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Jesica Guerra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3"/>
          <p:cNvSpPr/>
          <p:nvPr/>
        </p:nvSpPr>
        <p:spPr>
          <a:xfrm>
            <a:off x="937969" y="368558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Valeria Padilla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3"/>
          <p:cNvSpPr/>
          <p:nvPr/>
        </p:nvSpPr>
        <p:spPr>
          <a:xfrm>
            <a:off x="937967" y="41812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Abraham Gutierrez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2592885" y="318522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Ariel Mérida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2592885" y="36873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Noe Martinez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3"/>
          <p:cNvSpPr/>
          <p:nvPr/>
        </p:nvSpPr>
        <p:spPr>
          <a:xfrm>
            <a:off x="4391010" y="312581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Rodolfo Flores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4391009" y="360203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Moreno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3"/>
          <p:cNvSpPr/>
          <p:nvPr/>
        </p:nvSpPr>
        <p:spPr>
          <a:xfrm>
            <a:off x="4391009" y="407940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Armandina De la Rosa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6088474" y="31397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Edgar Lopez Vallejo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3"/>
          <p:cNvSpPr/>
          <p:nvPr/>
        </p:nvSpPr>
        <p:spPr>
          <a:xfrm>
            <a:off x="6088474" y="362851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Rita Haddad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6088473" y="410724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Ibarra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7965744" y="311108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Isaac Quiñones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3"/>
          <p:cNvSpPr/>
          <p:nvPr/>
        </p:nvSpPr>
        <p:spPr>
          <a:xfrm>
            <a:off x="7965745" y="360044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Jaime Anguiano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4" name="Google Shape;1034;p23"/>
          <p:cNvCxnSpPr>
            <a:stCxn id="1021" idx="3"/>
            <a:endCxn id="1010" idx="2"/>
          </p:cNvCxnSpPr>
          <p:nvPr/>
        </p:nvCxnSpPr>
        <p:spPr>
          <a:xfrm flipH="1" rot="10800000">
            <a:off x="2211367" y="3049993"/>
            <a:ext cx="243600" cy="36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5" name="Google Shape;1035;p23"/>
          <p:cNvCxnSpPr>
            <a:stCxn id="1024" idx="1"/>
            <a:endCxn id="1010" idx="2"/>
          </p:cNvCxnSpPr>
          <p:nvPr/>
        </p:nvCxnSpPr>
        <p:spPr>
          <a:xfrm rot="10800000">
            <a:off x="2454885" y="3049924"/>
            <a:ext cx="138000" cy="36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6" name="Google Shape;1036;p23"/>
          <p:cNvCxnSpPr>
            <a:stCxn id="1022" idx="3"/>
            <a:endCxn id="1010" idx="2"/>
          </p:cNvCxnSpPr>
          <p:nvPr/>
        </p:nvCxnSpPr>
        <p:spPr>
          <a:xfrm flipH="1" rot="10800000">
            <a:off x="2211368" y="3049889"/>
            <a:ext cx="243600" cy="86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7" name="Google Shape;1037;p23"/>
          <p:cNvCxnSpPr>
            <a:endCxn id="1010" idx="2"/>
          </p:cNvCxnSpPr>
          <p:nvPr/>
        </p:nvCxnSpPr>
        <p:spPr>
          <a:xfrm flipH="1" rot="5400000">
            <a:off x="2093019" y="3411940"/>
            <a:ext cx="861900" cy="138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8" name="Google Shape;1038;p23"/>
          <p:cNvCxnSpPr>
            <a:stCxn id="1023" idx="3"/>
            <a:endCxn id="1010" idx="2"/>
          </p:cNvCxnSpPr>
          <p:nvPr/>
        </p:nvCxnSpPr>
        <p:spPr>
          <a:xfrm flipH="1" rot="10800000">
            <a:off x="2211366" y="3049925"/>
            <a:ext cx="243600" cy="135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9" name="Google Shape;1039;p23"/>
          <p:cNvCxnSpPr>
            <a:endCxn id="1026" idx="1"/>
          </p:cNvCxnSpPr>
          <p:nvPr/>
        </p:nvCxnSpPr>
        <p:spPr>
          <a:xfrm flipH="1" rot="-5400000">
            <a:off x="4181610" y="3143217"/>
            <a:ext cx="302700" cy="11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0" name="Google Shape;1040;p23"/>
          <p:cNvCxnSpPr>
            <a:endCxn id="1027" idx="1"/>
          </p:cNvCxnSpPr>
          <p:nvPr/>
        </p:nvCxnSpPr>
        <p:spPr>
          <a:xfrm flipH="1" rot="-5400000">
            <a:off x="3942809" y="3380632"/>
            <a:ext cx="772800" cy="12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1" name="Google Shape;1041;p23"/>
          <p:cNvCxnSpPr>
            <a:endCxn id="1028" idx="1"/>
          </p:cNvCxnSpPr>
          <p:nvPr/>
        </p:nvCxnSpPr>
        <p:spPr>
          <a:xfrm flipH="1" rot="-5400000">
            <a:off x="3713909" y="3629107"/>
            <a:ext cx="1230600" cy="12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2" name="Google Shape;1042;p23"/>
          <p:cNvCxnSpPr>
            <a:endCxn id="1029" idx="1"/>
          </p:cNvCxnSpPr>
          <p:nvPr/>
        </p:nvCxnSpPr>
        <p:spPr>
          <a:xfrm flipH="1" rot="-5400000">
            <a:off x="5890324" y="3168385"/>
            <a:ext cx="297000" cy="9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" name="Google Shape;1043;p23"/>
          <p:cNvCxnSpPr>
            <a:endCxn id="1030" idx="1"/>
          </p:cNvCxnSpPr>
          <p:nvPr/>
        </p:nvCxnSpPr>
        <p:spPr>
          <a:xfrm flipH="1" rot="-5400000">
            <a:off x="5648974" y="3415813"/>
            <a:ext cx="776400" cy="10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4" name="Google Shape;1044;p23"/>
          <p:cNvCxnSpPr>
            <a:endCxn id="1031" idx="1"/>
          </p:cNvCxnSpPr>
          <p:nvPr/>
        </p:nvCxnSpPr>
        <p:spPr>
          <a:xfrm flipH="1" rot="-5400000">
            <a:off x="5405973" y="3651542"/>
            <a:ext cx="1262400" cy="10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23"/>
          <p:cNvCxnSpPr>
            <a:endCxn id="1032" idx="1"/>
          </p:cNvCxnSpPr>
          <p:nvPr/>
        </p:nvCxnSpPr>
        <p:spPr>
          <a:xfrm flipH="1" rot="-5400000">
            <a:off x="7775844" y="3147980"/>
            <a:ext cx="268200" cy="111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6" name="Google Shape;1046;p23"/>
          <p:cNvCxnSpPr>
            <a:endCxn id="1033" idx="1"/>
          </p:cNvCxnSpPr>
          <p:nvPr/>
        </p:nvCxnSpPr>
        <p:spPr>
          <a:xfrm flipH="1" rot="-5400000">
            <a:off x="7547995" y="3409495"/>
            <a:ext cx="729900" cy="10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7" name="Google Shape;1047;p23"/>
          <p:cNvSpPr/>
          <p:nvPr/>
        </p:nvSpPr>
        <p:spPr>
          <a:xfrm>
            <a:off x="2592885" y="4181225"/>
            <a:ext cx="127339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Mauricio Perez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8" name="Google Shape;1048;p23"/>
          <p:cNvCxnSpPr>
            <a:stCxn id="1047" idx="1"/>
            <a:endCxn id="1010" idx="2"/>
          </p:cNvCxnSpPr>
          <p:nvPr/>
        </p:nvCxnSpPr>
        <p:spPr>
          <a:xfrm rot="10800000">
            <a:off x="2454885" y="3049925"/>
            <a:ext cx="138000" cy="135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9" name="Google Shape;1049;p23"/>
          <p:cNvSpPr/>
          <p:nvPr/>
        </p:nvSpPr>
        <p:spPr>
          <a:xfrm>
            <a:off x="7985893" y="6039502"/>
            <a:ext cx="1263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Nazario Benavides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3"/>
          <p:cNvSpPr/>
          <p:nvPr/>
        </p:nvSpPr>
        <p:spPr>
          <a:xfrm>
            <a:off x="7965744" y="4089810"/>
            <a:ext cx="128319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Orduño 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7965743" y="5064656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Leon Gomez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3"/>
          <p:cNvSpPr/>
          <p:nvPr/>
        </p:nvSpPr>
        <p:spPr>
          <a:xfrm>
            <a:off x="7965743" y="5552079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Isaac Espinosa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3"/>
          <p:cNvSpPr/>
          <p:nvPr/>
        </p:nvSpPr>
        <p:spPr>
          <a:xfrm>
            <a:off x="7965743" y="4577233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Hermelindo de la Cruz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4" name="Google Shape;1054;p23"/>
          <p:cNvCxnSpPr>
            <a:stCxn id="1050" idx="1"/>
          </p:cNvCxnSpPr>
          <p:nvPr/>
        </p:nvCxnSpPr>
        <p:spPr>
          <a:xfrm rot="10800000">
            <a:off x="7854144" y="3078811"/>
            <a:ext cx="111600" cy="123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5" name="Google Shape;1055;p23"/>
          <p:cNvCxnSpPr>
            <a:stCxn id="1053" idx="1"/>
          </p:cNvCxnSpPr>
          <p:nvPr/>
        </p:nvCxnSpPr>
        <p:spPr>
          <a:xfrm rot="10800000">
            <a:off x="7854143" y="3185234"/>
            <a:ext cx="111600" cy="161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6" name="Google Shape;1056;p23"/>
          <p:cNvCxnSpPr>
            <a:stCxn id="1051" idx="1"/>
          </p:cNvCxnSpPr>
          <p:nvPr/>
        </p:nvCxnSpPr>
        <p:spPr>
          <a:xfrm rot="10800000">
            <a:off x="7854143" y="3411957"/>
            <a:ext cx="111600" cy="187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7" name="Google Shape;1057;p23"/>
          <p:cNvCxnSpPr>
            <a:stCxn id="1052" idx="1"/>
          </p:cNvCxnSpPr>
          <p:nvPr/>
        </p:nvCxnSpPr>
        <p:spPr>
          <a:xfrm rot="10800000">
            <a:off x="7854143" y="3337780"/>
            <a:ext cx="111600" cy="244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8" name="Google Shape;1058;p23"/>
          <p:cNvCxnSpPr>
            <a:stCxn id="1049" idx="1"/>
          </p:cNvCxnSpPr>
          <p:nvPr/>
        </p:nvCxnSpPr>
        <p:spPr>
          <a:xfrm rot="10800000">
            <a:off x="7854193" y="3139703"/>
            <a:ext cx="131700" cy="3126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9" name="Google Shape;1059;p23"/>
          <p:cNvSpPr/>
          <p:nvPr/>
        </p:nvSpPr>
        <p:spPr>
          <a:xfrm>
            <a:off x="6096000" y="5072583"/>
            <a:ext cx="127339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Antonio Tobias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3"/>
          <p:cNvSpPr/>
          <p:nvPr/>
        </p:nvSpPr>
        <p:spPr>
          <a:xfrm>
            <a:off x="6102096" y="5552078"/>
            <a:ext cx="127339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Gabriel Amador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3"/>
          <p:cNvSpPr/>
          <p:nvPr/>
        </p:nvSpPr>
        <p:spPr>
          <a:xfrm>
            <a:off x="6096000" y="4592248"/>
            <a:ext cx="127339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Roger Tello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2" name="Google Shape;1062;p23"/>
          <p:cNvCxnSpPr>
            <a:stCxn id="1061" idx="1"/>
          </p:cNvCxnSpPr>
          <p:nvPr/>
        </p:nvCxnSpPr>
        <p:spPr>
          <a:xfrm rot="10800000">
            <a:off x="5985900" y="3139649"/>
            <a:ext cx="110100" cy="167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3" name="Google Shape;1063;p23"/>
          <p:cNvCxnSpPr>
            <a:stCxn id="1059" idx="1"/>
          </p:cNvCxnSpPr>
          <p:nvPr/>
        </p:nvCxnSpPr>
        <p:spPr>
          <a:xfrm rot="10800000">
            <a:off x="5984400" y="3139684"/>
            <a:ext cx="111600" cy="215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4" name="Google Shape;1064;p23"/>
          <p:cNvCxnSpPr>
            <a:stCxn id="1060" idx="1"/>
          </p:cNvCxnSpPr>
          <p:nvPr/>
        </p:nvCxnSpPr>
        <p:spPr>
          <a:xfrm rot="10800000">
            <a:off x="5993196" y="3110979"/>
            <a:ext cx="108900" cy="2667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5" name="Google Shape;1065;p23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24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Customer y Digital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5071766" y="1422092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1072" name="Google Shape;1072;p24"/>
          <p:cNvSpPr/>
          <p:nvPr/>
        </p:nvSpPr>
        <p:spPr>
          <a:xfrm>
            <a:off x="5135131" y="1971005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Desarrollo Soluciones Customer y Digital</a:t>
            </a:r>
            <a:endParaRPr/>
          </a:p>
        </p:txBody>
      </p:sp>
      <p:sp>
        <p:nvSpPr>
          <p:cNvPr id="1073" name="Google Shape;1073;p24"/>
          <p:cNvSpPr/>
          <p:nvPr/>
        </p:nvSpPr>
        <p:spPr>
          <a:xfrm>
            <a:off x="359326" y="2684927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Customer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2065365" y="270452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DEI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4"/>
          <p:cNvSpPr/>
          <p:nvPr/>
        </p:nvSpPr>
        <p:spPr>
          <a:xfrm>
            <a:off x="3771404" y="270452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Digital</a:t>
            </a:r>
            <a:endParaRPr/>
          </a:p>
        </p:txBody>
      </p:sp>
      <p:cxnSp>
        <p:nvCxnSpPr>
          <p:cNvPr id="1076" name="Google Shape;1076;p24"/>
          <p:cNvCxnSpPr>
            <a:stCxn id="1071" idx="2"/>
            <a:endCxn id="1072" idx="0"/>
          </p:cNvCxnSpPr>
          <p:nvPr/>
        </p:nvCxnSpPr>
        <p:spPr>
          <a:xfrm>
            <a:off x="5876186" y="1877765"/>
            <a:ext cx="0" cy="9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24"/>
          <p:cNvCxnSpPr>
            <a:stCxn id="1072" idx="2"/>
            <a:endCxn id="1073" idx="0"/>
          </p:cNvCxnSpPr>
          <p:nvPr/>
        </p:nvCxnSpPr>
        <p:spPr>
          <a:xfrm rot="5400000">
            <a:off x="3336536" y="145328"/>
            <a:ext cx="258300" cy="482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8" name="Google Shape;1078;p24"/>
          <p:cNvCxnSpPr>
            <a:stCxn id="1072" idx="2"/>
            <a:endCxn id="1074" idx="0"/>
          </p:cNvCxnSpPr>
          <p:nvPr/>
        </p:nvCxnSpPr>
        <p:spPr>
          <a:xfrm rot="5400000">
            <a:off x="4179836" y="1008128"/>
            <a:ext cx="277800" cy="3114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9" name="Google Shape;1079;p24"/>
          <p:cNvCxnSpPr>
            <a:stCxn id="1072" idx="2"/>
            <a:endCxn id="1075" idx="0"/>
          </p:cNvCxnSpPr>
          <p:nvPr/>
        </p:nvCxnSpPr>
        <p:spPr>
          <a:xfrm rot="5400000">
            <a:off x="5032886" y="1861178"/>
            <a:ext cx="277800" cy="140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0" name="Google Shape;1080;p24"/>
          <p:cNvSpPr/>
          <p:nvPr/>
        </p:nvSpPr>
        <p:spPr>
          <a:xfrm>
            <a:off x="595770" y="3243746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4"/>
          <p:cNvSpPr/>
          <p:nvPr/>
        </p:nvSpPr>
        <p:spPr>
          <a:xfrm>
            <a:off x="2332034" y="3239666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2332033" y="3774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4"/>
          <p:cNvSpPr/>
          <p:nvPr/>
        </p:nvSpPr>
        <p:spPr>
          <a:xfrm>
            <a:off x="6432579" y="2704520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Comercial</a:t>
            </a:r>
            <a:endParaRPr/>
          </a:p>
        </p:txBody>
      </p:sp>
      <p:sp>
        <p:nvSpPr>
          <p:cNvPr id="1084" name="Google Shape;1084;p24"/>
          <p:cNvSpPr/>
          <p:nvPr/>
        </p:nvSpPr>
        <p:spPr>
          <a:xfrm>
            <a:off x="8839658" y="2704520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1085" name="Google Shape;1085;p24"/>
          <p:cNvCxnSpPr>
            <a:stCxn id="1083" idx="0"/>
            <a:endCxn id="1072" idx="2"/>
          </p:cNvCxnSpPr>
          <p:nvPr/>
        </p:nvCxnSpPr>
        <p:spPr>
          <a:xfrm flipH="1" rot="5400000">
            <a:off x="6363395" y="1939520"/>
            <a:ext cx="277800" cy="125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6" name="Google Shape;1086;p24"/>
          <p:cNvCxnSpPr>
            <a:stCxn id="1084" idx="0"/>
            <a:endCxn id="1072" idx="2"/>
          </p:cNvCxnSpPr>
          <p:nvPr/>
        </p:nvCxnSpPr>
        <p:spPr>
          <a:xfrm flipH="1" rot="5400000">
            <a:off x="7566874" y="735920"/>
            <a:ext cx="277800" cy="365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7" name="Google Shape;1087;p24"/>
          <p:cNvCxnSpPr>
            <a:endCxn id="1081" idx="1"/>
          </p:cNvCxnSpPr>
          <p:nvPr/>
        </p:nvCxnSpPr>
        <p:spPr>
          <a:xfrm flipH="1" rot="-5400000">
            <a:off x="2092784" y="3227216"/>
            <a:ext cx="310800" cy="16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8" name="Google Shape;1088;p24"/>
          <p:cNvCxnSpPr>
            <a:stCxn id="1080" idx="1"/>
          </p:cNvCxnSpPr>
          <p:nvPr/>
        </p:nvCxnSpPr>
        <p:spPr>
          <a:xfrm rot="10800000">
            <a:off x="488670" y="3138446"/>
            <a:ext cx="107100" cy="33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9" name="Google Shape;1089;p24"/>
          <p:cNvSpPr/>
          <p:nvPr/>
        </p:nvSpPr>
        <p:spPr>
          <a:xfrm>
            <a:off x="10545697" y="2702102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1090" name="Google Shape;1090;p24"/>
          <p:cNvCxnSpPr>
            <a:stCxn id="1089" idx="0"/>
            <a:endCxn id="1072" idx="2"/>
          </p:cNvCxnSpPr>
          <p:nvPr/>
        </p:nvCxnSpPr>
        <p:spPr>
          <a:xfrm flipH="1" rot="5400000">
            <a:off x="8421213" y="-118198"/>
            <a:ext cx="275400" cy="536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1" name="Google Shape;1091;p24"/>
          <p:cNvSpPr/>
          <p:nvPr/>
        </p:nvSpPr>
        <p:spPr>
          <a:xfrm>
            <a:off x="595769" y="3762999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4"/>
          <p:cNvSpPr/>
          <p:nvPr/>
        </p:nvSpPr>
        <p:spPr>
          <a:xfrm>
            <a:off x="595768" y="480150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4"/>
          <p:cNvSpPr/>
          <p:nvPr/>
        </p:nvSpPr>
        <p:spPr>
          <a:xfrm>
            <a:off x="595768" y="4282250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4"/>
          <p:cNvSpPr/>
          <p:nvPr/>
        </p:nvSpPr>
        <p:spPr>
          <a:xfrm>
            <a:off x="2332032" y="428075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4"/>
          <p:cNvSpPr/>
          <p:nvPr/>
        </p:nvSpPr>
        <p:spPr>
          <a:xfrm>
            <a:off x="2332030" y="531317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4"/>
          <p:cNvSpPr/>
          <p:nvPr/>
        </p:nvSpPr>
        <p:spPr>
          <a:xfrm>
            <a:off x="2332031" y="47969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4"/>
          <p:cNvSpPr/>
          <p:nvPr/>
        </p:nvSpPr>
        <p:spPr>
          <a:xfrm>
            <a:off x="4030124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4030123" y="374561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4"/>
          <p:cNvSpPr/>
          <p:nvPr/>
        </p:nvSpPr>
        <p:spPr>
          <a:xfrm>
            <a:off x="4030121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4"/>
          <p:cNvSpPr/>
          <p:nvPr/>
        </p:nvSpPr>
        <p:spPr>
          <a:xfrm>
            <a:off x="4030122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4"/>
          <p:cNvSpPr/>
          <p:nvPr/>
        </p:nvSpPr>
        <p:spPr>
          <a:xfrm>
            <a:off x="5633319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7313170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5633319" y="374561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7313170" y="374561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4"/>
          <p:cNvSpPr/>
          <p:nvPr/>
        </p:nvSpPr>
        <p:spPr>
          <a:xfrm>
            <a:off x="5633319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7313170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4"/>
          <p:cNvSpPr/>
          <p:nvPr/>
        </p:nvSpPr>
        <p:spPr>
          <a:xfrm>
            <a:off x="5633319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4"/>
          <p:cNvSpPr/>
          <p:nvPr/>
        </p:nvSpPr>
        <p:spPr>
          <a:xfrm>
            <a:off x="7313170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4"/>
          <p:cNvSpPr/>
          <p:nvPr/>
        </p:nvSpPr>
        <p:spPr>
          <a:xfrm>
            <a:off x="5633319" y="529423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0" name="Google Shape;1110;p24"/>
          <p:cNvCxnSpPr>
            <a:stCxn id="1091" idx="1"/>
          </p:cNvCxnSpPr>
          <p:nvPr/>
        </p:nvCxnSpPr>
        <p:spPr>
          <a:xfrm rot="10800000">
            <a:off x="488669" y="3239799"/>
            <a:ext cx="107100" cy="75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24"/>
          <p:cNvCxnSpPr>
            <a:stCxn id="1082" idx="1"/>
          </p:cNvCxnSpPr>
          <p:nvPr/>
        </p:nvCxnSpPr>
        <p:spPr>
          <a:xfrm rot="10800000">
            <a:off x="2164333" y="3239611"/>
            <a:ext cx="167700" cy="76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24"/>
          <p:cNvCxnSpPr>
            <a:stCxn id="1094" idx="1"/>
          </p:cNvCxnSpPr>
          <p:nvPr/>
        </p:nvCxnSpPr>
        <p:spPr>
          <a:xfrm rot="10800000">
            <a:off x="2162532" y="3895558"/>
            <a:ext cx="169500" cy="61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" name="Google Shape;1113;p24"/>
          <p:cNvCxnSpPr>
            <a:stCxn id="1093" idx="1"/>
          </p:cNvCxnSpPr>
          <p:nvPr/>
        </p:nvCxnSpPr>
        <p:spPr>
          <a:xfrm rot="10800000">
            <a:off x="488668" y="3784850"/>
            <a:ext cx="107100" cy="72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4" name="Google Shape;1114;p24"/>
          <p:cNvCxnSpPr>
            <a:stCxn id="1092" idx="1"/>
          </p:cNvCxnSpPr>
          <p:nvPr/>
        </p:nvCxnSpPr>
        <p:spPr>
          <a:xfrm rot="10800000">
            <a:off x="488668" y="4488601"/>
            <a:ext cx="107100" cy="53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24"/>
          <p:cNvCxnSpPr>
            <a:stCxn id="1096" idx="1"/>
          </p:cNvCxnSpPr>
          <p:nvPr/>
        </p:nvCxnSpPr>
        <p:spPr>
          <a:xfrm rot="10800000">
            <a:off x="2162531" y="4488564"/>
            <a:ext cx="169500" cy="53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24"/>
          <p:cNvCxnSpPr>
            <a:stCxn id="1095" idx="1"/>
          </p:cNvCxnSpPr>
          <p:nvPr/>
        </p:nvCxnSpPr>
        <p:spPr>
          <a:xfrm rot="10800000">
            <a:off x="2161630" y="4884170"/>
            <a:ext cx="170400" cy="65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24"/>
          <p:cNvCxnSpPr>
            <a:stCxn id="1097" idx="1"/>
          </p:cNvCxnSpPr>
          <p:nvPr/>
        </p:nvCxnSpPr>
        <p:spPr>
          <a:xfrm rot="10800000">
            <a:off x="3896924" y="3150266"/>
            <a:ext cx="133200" cy="31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24"/>
          <p:cNvCxnSpPr>
            <a:stCxn id="1098" idx="1"/>
          </p:cNvCxnSpPr>
          <p:nvPr/>
        </p:nvCxnSpPr>
        <p:spPr>
          <a:xfrm rot="10800000">
            <a:off x="3898423" y="3356513"/>
            <a:ext cx="131700" cy="61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24"/>
          <p:cNvCxnSpPr>
            <a:stCxn id="1100" idx="1"/>
          </p:cNvCxnSpPr>
          <p:nvPr/>
        </p:nvCxnSpPr>
        <p:spPr>
          <a:xfrm rot="10800000">
            <a:off x="3896922" y="3891619"/>
            <a:ext cx="133200" cy="59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24"/>
          <p:cNvCxnSpPr>
            <a:stCxn id="1099" idx="1"/>
          </p:cNvCxnSpPr>
          <p:nvPr/>
        </p:nvCxnSpPr>
        <p:spPr>
          <a:xfrm rot="10800000">
            <a:off x="3896921" y="4271325"/>
            <a:ext cx="133200" cy="733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24"/>
          <p:cNvCxnSpPr>
            <a:stCxn id="1101" idx="3"/>
            <a:endCxn id="1083" idx="2"/>
          </p:cNvCxnSpPr>
          <p:nvPr/>
        </p:nvCxnSpPr>
        <p:spPr>
          <a:xfrm flipH="1" rot="10800000">
            <a:off x="6906718" y="3158066"/>
            <a:ext cx="221700" cy="30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24"/>
          <p:cNvCxnSpPr>
            <a:stCxn id="1102" idx="1"/>
            <a:endCxn id="1083" idx="2"/>
          </p:cNvCxnSpPr>
          <p:nvPr/>
        </p:nvCxnSpPr>
        <p:spPr>
          <a:xfrm rot="10800000">
            <a:off x="7128370" y="3158066"/>
            <a:ext cx="184800" cy="30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3" name="Google Shape;1123;p24"/>
          <p:cNvCxnSpPr>
            <a:stCxn id="1103" idx="3"/>
            <a:endCxn id="1083" idx="2"/>
          </p:cNvCxnSpPr>
          <p:nvPr/>
        </p:nvCxnSpPr>
        <p:spPr>
          <a:xfrm flipH="1" rot="10800000">
            <a:off x="6906718" y="3158213"/>
            <a:ext cx="221700" cy="81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4" name="Google Shape;1124;p24"/>
          <p:cNvCxnSpPr>
            <a:stCxn id="1105" idx="3"/>
          </p:cNvCxnSpPr>
          <p:nvPr/>
        </p:nvCxnSpPr>
        <p:spPr>
          <a:xfrm flipH="1" rot="10800000">
            <a:off x="6906718" y="3429018"/>
            <a:ext cx="221700" cy="105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5" name="Google Shape;1125;p24"/>
          <p:cNvCxnSpPr>
            <a:stCxn id="1107" idx="3"/>
            <a:endCxn id="1083" idx="2"/>
          </p:cNvCxnSpPr>
          <p:nvPr/>
        </p:nvCxnSpPr>
        <p:spPr>
          <a:xfrm flipH="1" rot="10800000">
            <a:off x="6906718" y="3158025"/>
            <a:ext cx="221700" cy="184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6" name="Google Shape;1126;p24"/>
          <p:cNvCxnSpPr>
            <a:stCxn id="1109" idx="3"/>
            <a:endCxn id="1083" idx="2"/>
          </p:cNvCxnSpPr>
          <p:nvPr/>
        </p:nvCxnSpPr>
        <p:spPr>
          <a:xfrm flipH="1" rot="10800000">
            <a:off x="6906718" y="3158231"/>
            <a:ext cx="221700" cy="236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7" name="Google Shape;1127;p24"/>
          <p:cNvCxnSpPr>
            <a:stCxn id="1104" idx="1"/>
          </p:cNvCxnSpPr>
          <p:nvPr/>
        </p:nvCxnSpPr>
        <p:spPr>
          <a:xfrm rot="10800000">
            <a:off x="7128370" y="3250913"/>
            <a:ext cx="184800" cy="72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8" name="Google Shape;1128;p24"/>
          <p:cNvCxnSpPr>
            <a:stCxn id="1106" idx="1"/>
          </p:cNvCxnSpPr>
          <p:nvPr/>
        </p:nvCxnSpPr>
        <p:spPr>
          <a:xfrm rot="10800000">
            <a:off x="7128370" y="3445818"/>
            <a:ext cx="184800" cy="104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9" name="Google Shape;1129;p24"/>
          <p:cNvCxnSpPr>
            <a:stCxn id="1108" idx="1"/>
          </p:cNvCxnSpPr>
          <p:nvPr/>
        </p:nvCxnSpPr>
        <p:spPr>
          <a:xfrm rot="10800000">
            <a:off x="7128370" y="3958725"/>
            <a:ext cx="184800" cy="104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0" name="Google Shape;1130;p24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BackOffice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6" name="Google Shape;1136;p25"/>
          <p:cNvSpPr/>
          <p:nvPr/>
        </p:nvSpPr>
        <p:spPr>
          <a:xfrm>
            <a:off x="5424124" y="2958038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Tecnico BackOffice</a:t>
            </a:r>
            <a:endParaRPr/>
          </a:p>
        </p:txBody>
      </p:sp>
      <p:sp>
        <p:nvSpPr>
          <p:cNvPr id="1137" name="Google Shape;1137;p25"/>
          <p:cNvSpPr/>
          <p:nvPr/>
        </p:nvSpPr>
        <p:spPr>
          <a:xfrm>
            <a:off x="5360759" y="2406255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cxnSp>
        <p:nvCxnSpPr>
          <p:cNvPr id="1138" name="Google Shape;1138;p25"/>
          <p:cNvCxnSpPr>
            <a:stCxn id="1137" idx="2"/>
            <a:endCxn id="1136" idx="0"/>
          </p:cNvCxnSpPr>
          <p:nvPr/>
        </p:nvCxnSpPr>
        <p:spPr>
          <a:xfrm>
            <a:off x="6165179" y="2861928"/>
            <a:ext cx="0" cy="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9" name="Google Shape;1139;p25"/>
          <p:cNvSpPr/>
          <p:nvPr/>
        </p:nvSpPr>
        <p:spPr>
          <a:xfrm>
            <a:off x="8559861" y="3772591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5"/>
          <p:cNvSpPr/>
          <p:nvPr/>
        </p:nvSpPr>
        <p:spPr>
          <a:xfrm>
            <a:off x="7009734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5"/>
          <p:cNvSpPr/>
          <p:nvPr/>
        </p:nvSpPr>
        <p:spPr>
          <a:xfrm>
            <a:off x="5459607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5"/>
          <p:cNvSpPr/>
          <p:nvPr/>
        </p:nvSpPr>
        <p:spPr>
          <a:xfrm>
            <a:off x="2354005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5"/>
          <p:cNvSpPr/>
          <p:nvPr/>
        </p:nvSpPr>
        <p:spPr>
          <a:xfrm>
            <a:off x="3909480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4" name="Google Shape;1144;p25"/>
          <p:cNvCxnSpPr>
            <a:stCxn id="1139" idx="0"/>
            <a:endCxn id="1136" idx="2"/>
          </p:cNvCxnSpPr>
          <p:nvPr/>
        </p:nvCxnSpPr>
        <p:spPr>
          <a:xfrm flipH="1" rot="5400000">
            <a:off x="7530977" y="2047891"/>
            <a:ext cx="358800" cy="309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5" name="Google Shape;1145;p25"/>
          <p:cNvSpPr/>
          <p:nvPr/>
        </p:nvSpPr>
        <p:spPr>
          <a:xfrm>
            <a:off x="10109738" y="3780358"/>
            <a:ext cx="1267440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1146" name="Google Shape;1146;p25"/>
          <p:cNvCxnSpPr>
            <a:stCxn id="1145" idx="0"/>
            <a:endCxn id="1136" idx="2"/>
          </p:cNvCxnSpPr>
          <p:nvPr/>
        </p:nvCxnSpPr>
        <p:spPr>
          <a:xfrm flipH="1" rot="5400000">
            <a:off x="8271008" y="1307908"/>
            <a:ext cx="366600" cy="4578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7" name="Google Shape;1147;p25"/>
          <p:cNvCxnSpPr>
            <a:stCxn id="1141" idx="0"/>
            <a:endCxn id="1136" idx="2"/>
          </p:cNvCxnSpPr>
          <p:nvPr/>
        </p:nvCxnSpPr>
        <p:spPr>
          <a:xfrm rot="-5400000">
            <a:off x="5977073" y="3592108"/>
            <a:ext cx="366600" cy="9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8" name="Google Shape;1148;p25"/>
          <p:cNvCxnSpPr>
            <a:stCxn id="1143" idx="0"/>
            <a:endCxn id="1136" idx="2"/>
          </p:cNvCxnSpPr>
          <p:nvPr/>
        </p:nvCxnSpPr>
        <p:spPr>
          <a:xfrm rot="-5400000">
            <a:off x="5201996" y="2817058"/>
            <a:ext cx="366600" cy="156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9" name="Google Shape;1149;p25"/>
          <p:cNvCxnSpPr>
            <a:stCxn id="1142" idx="0"/>
            <a:endCxn id="1136" idx="2"/>
          </p:cNvCxnSpPr>
          <p:nvPr/>
        </p:nvCxnSpPr>
        <p:spPr>
          <a:xfrm rot="-5400000">
            <a:off x="4424271" y="2039308"/>
            <a:ext cx="366600" cy="311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0" name="Google Shape;1150;p25"/>
          <p:cNvCxnSpPr>
            <a:stCxn id="1140" idx="0"/>
            <a:endCxn id="1136" idx="2"/>
          </p:cNvCxnSpPr>
          <p:nvPr/>
        </p:nvCxnSpPr>
        <p:spPr>
          <a:xfrm flipH="1" rot="5400000">
            <a:off x="6751999" y="2826808"/>
            <a:ext cx="366600" cy="154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1" name="Google Shape;1151;p25"/>
          <p:cNvSpPr/>
          <p:nvPr/>
        </p:nvSpPr>
        <p:spPr>
          <a:xfrm>
            <a:off x="859498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2" name="Google Shape;1152;p25"/>
          <p:cNvCxnSpPr>
            <a:stCxn id="1151" idx="0"/>
            <a:endCxn id="1136" idx="2"/>
          </p:cNvCxnSpPr>
          <p:nvPr/>
        </p:nvCxnSpPr>
        <p:spPr>
          <a:xfrm rot="-5400000">
            <a:off x="3676914" y="1292158"/>
            <a:ext cx="366600" cy="460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3" name="Google Shape;1153;p2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6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Staff Ingeniería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9" name="Google Shape;1159;p26"/>
          <p:cNvSpPr/>
          <p:nvPr/>
        </p:nvSpPr>
        <p:spPr>
          <a:xfrm>
            <a:off x="5583062" y="1442700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Staff Ingeniería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Linares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6"/>
          <p:cNvSpPr/>
          <p:nvPr/>
        </p:nvSpPr>
        <p:spPr>
          <a:xfrm>
            <a:off x="3286681" y="2099171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Aplicativo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Anahi Trujillo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6"/>
          <p:cNvSpPr/>
          <p:nvPr/>
        </p:nvSpPr>
        <p:spPr>
          <a:xfrm>
            <a:off x="4880012" y="2099171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Seguridad Procesos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Ramon Girard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6"/>
          <p:cNvSpPr/>
          <p:nvPr/>
        </p:nvSpPr>
        <p:spPr>
          <a:xfrm>
            <a:off x="6404518" y="2099171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Entregas De Producto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Arias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3" name="Google Shape;1163;p26"/>
          <p:cNvCxnSpPr>
            <a:stCxn id="1159" idx="2"/>
            <a:endCxn id="1160" idx="0"/>
          </p:cNvCxnSpPr>
          <p:nvPr/>
        </p:nvCxnSpPr>
        <p:spPr>
          <a:xfrm rot="5400000">
            <a:off x="5053017" y="827973"/>
            <a:ext cx="200700" cy="234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4" name="Google Shape;1164;p26"/>
          <p:cNvCxnSpPr>
            <a:stCxn id="1159" idx="2"/>
            <a:endCxn id="1161" idx="0"/>
          </p:cNvCxnSpPr>
          <p:nvPr/>
        </p:nvCxnSpPr>
        <p:spPr>
          <a:xfrm rot="5400000">
            <a:off x="5849667" y="1624623"/>
            <a:ext cx="200700" cy="74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5" name="Google Shape;1165;p26"/>
          <p:cNvCxnSpPr>
            <a:stCxn id="1159" idx="2"/>
            <a:endCxn id="1162" idx="0"/>
          </p:cNvCxnSpPr>
          <p:nvPr/>
        </p:nvCxnSpPr>
        <p:spPr>
          <a:xfrm flipH="1" rot="-5400000">
            <a:off x="6611817" y="1610673"/>
            <a:ext cx="200700" cy="776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6" name="Google Shape;1166;p26"/>
          <p:cNvSpPr/>
          <p:nvPr/>
        </p:nvSpPr>
        <p:spPr>
          <a:xfrm>
            <a:off x="8027345" y="2099171"/>
            <a:ext cx="139172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Automatizacion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Aldaz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7" name="Google Shape;1167;p26"/>
          <p:cNvCxnSpPr>
            <a:stCxn id="1159" idx="2"/>
            <a:endCxn id="1166" idx="0"/>
          </p:cNvCxnSpPr>
          <p:nvPr/>
        </p:nvCxnSpPr>
        <p:spPr>
          <a:xfrm flipH="1" rot="-5400000">
            <a:off x="7423317" y="799173"/>
            <a:ext cx="200700" cy="2399100"/>
          </a:xfrm>
          <a:prstGeom prst="bentConnector3">
            <a:avLst>
              <a:gd fmla="val 5002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8" name="Google Shape;1168;p26"/>
          <p:cNvSpPr/>
          <p:nvPr/>
        </p:nvSpPr>
        <p:spPr>
          <a:xfrm>
            <a:off x="3508796" y="2683860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Configuracion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Edgar Ramirez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6"/>
          <p:cNvSpPr/>
          <p:nvPr/>
        </p:nvSpPr>
        <p:spPr>
          <a:xfrm>
            <a:off x="3607356" y="3270315"/>
            <a:ext cx="1168879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 Versiones Xpos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6"/>
          <p:cNvSpPr/>
          <p:nvPr/>
        </p:nvSpPr>
        <p:spPr>
          <a:xfrm>
            <a:off x="6560601" y="2719670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Entregas De Software 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Moreno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1" name="Google Shape;1171;p26"/>
          <p:cNvCxnSpPr>
            <a:endCxn id="1170" idx="1"/>
          </p:cNvCxnSpPr>
          <p:nvPr/>
        </p:nvCxnSpPr>
        <p:spPr>
          <a:xfrm flipH="1" rot="-5400000">
            <a:off x="6308001" y="2702928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2" name="Google Shape;1172;p26"/>
          <p:cNvSpPr/>
          <p:nvPr/>
        </p:nvSpPr>
        <p:spPr>
          <a:xfrm>
            <a:off x="8183406" y="2719670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Mariana Alanis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6"/>
          <p:cNvSpPr/>
          <p:nvPr/>
        </p:nvSpPr>
        <p:spPr>
          <a:xfrm>
            <a:off x="8183406" y="3213879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Jessica Huerta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6"/>
          <p:cNvSpPr/>
          <p:nvPr/>
        </p:nvSpPr>
        <p:spPr>
          <a:xfrm>
            <a:off x="8183406" y="3717920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Estefany Gonzalez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5" name="Google Shape;1175;p26"/>
          <p:cNvCxnSpPr>
            <a:endCxn id="1172" idx="1"/>
          </p:cNvCxnSpPr>
          <p:nvPr/>
        </p:nvCxnSpPr>
        <p:spPr>
          <a:xfrm flipH="1" rot="-5400000">
            <a:off x="7930806" y="2702929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6" name="Google Shape;1176;p26"/>
          <p:cNvCxnSpPr>
            <a:endCxn id="1173" idx="1"/>
          </p:cNvCxnSpPr>
          <p:nvPr/>
        </p:nvCxnSpPr>
        <p:spPr>
          <a:xfrm flipH="1" rot="-5400000">
            <a:off x="7693656" y="2959988"/>
            <a:ext cx="877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7" name="Google Shape;1177;p26"/>
          <p:cNvSpPr/>
          <p:nvPr/>
        </p:nvSpPr>
        <p:spPr>
          <a:xfrm>
            <a:off x="8183406" y="4221961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Capacidades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Elizabeth Sanchez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8" name="Google Shape;1178;p26"/>
          <p:cNvCxnSpPr>
            <a:endCxn id="1177" idx="1"/>
          </p:cNvCxnSpPr>
          <p:nvPr/>
        </p:nvCxnSpPr>
        <p:spPr>
          <a:xfrm flipH="1" rot="-5400000">
            <a:off x="7456356" y="3730770"/>
            <a:ext cx="1351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9" name="Google Shape;1179;p26"/>
          <p:cNvCxnSpPr>
            <a:endCxn id="1174" idx="1"/>
          </p:cNvCxnSpPr>
          <p:nvPr/>
        </p:nvCxnSpPr>
        <p:spPr>
          <a:xfrm flipH="1" rot="-5400000">
            <a:off x="7684656" y="3455029"/>
            <a:ext cx="895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0" name="Google Shape;1180;p26"/>
          <p:cNvSpPr/>
          <p:nvPr/>
        </p:nvSpPr>
        <p:spPr>
          <a:xfrm>
            <a:off x="5519697" y="880869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</a:t>
            </a: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</a:t>
            </a: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Costa</a:t>
            </a:r>
            <a:endParaRPr/>
          </a:p>
        </p:txBody>
      </p:sp>
      <p:sp>
        <p:nvSpPr>
          <p:cNvPr id="1181" name="Google Shape;1181;p26"/>
          <p:cNvSpPr/>
          <p:nvPr/>
        </p:nvSpPr>
        <p:spPr>
          <a:xfrm>
            <a:off x="5003510" y="2644985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Salvador Melendez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6"/>
          <p:cNvSpPr/>
          <p:nvPr/>
        </p:nvSpPr>
        <p:spPr>
          <a:xfrm>
            <a:off x="5001086" y="3155577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Shandar Chea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6"/>
          <p:cNvSpPr/>
          <p:nvPr/>
        </p:nvSpPr>
        <p:spPr>
          <a:xfrm>
            <a:off x="5001086" y="3660097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Antonio Aquino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6"/>
          <p:cNvSpPr/>
          <p:nvPr/>
        </p:nvSpPr>
        <p:spPr>
          <a:xfrm>
            <a:off x="5001086" y="4164617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Hernandez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6"/>
          <p:cNvSpPr/>
          <p:nvPr/>
        </p:nvSpPr>
        <p:spPr>
          <a:xfrm>
            <a:off x="5001086" y="4669137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Christian Maya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6"/>
          <p:cNvSpPr/>
          <p:nvPr/>
        </p:nvSpPr>
        <p:spPr>
          <a:xfrm>
            <a:off x="4998662" y="517972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Augusto Fernandez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6"/>
          <p:cNvSpPr/>
          <p:nvPr/>
        </p:nvSpPr>
        <p:spPr>
          <a:xfrm>
            <a:off x="4998662" y="568424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Antonio Gutierrez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6"/>
          <p:cNvSpPr/>
          <p:nvPr/>
        </p:nvSpPr>
        <p:spPr>
          <a:xfrm>
            <a:off x="4998662" y="618876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Gerardo Canek Martinez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9" name="Google Shape;1189;p26"/>
          <p:cNvCxnSpPr>
            <a:stCxn id="1181" idx="1"/>
          </p:cNvCxnSpPr>
          <p:nvPr/>
        </p:nvCxnSpPr>
        <p:spPr>
          <a:xfrm rot="10800000">
            <a:off x="4927010" y="2552885"/>
            <a:ext cx="76500" cy="31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0" name="Google Shape;1190;p26"/>
          <p:cNvCxnSpPr>
            <a:stCxn id="1182" idx="1"/>
          </p:cNvCxnSpPr>
          <p:nvPr/>
        </p:nvCxnSpPr>
        <p:spPr>
          <a:xfrm rot="10800000">
            <a:off x="4926986" y="2719677"/>
            <a:ext cx="74100" cy="66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1" name="Google Shape;1191;p26"/>
          <p:cNvCxnSpPr>
            <a:stCxn id="1183" idx="1"/>
          </p:cNvCxnSpPr>
          <p:nvPr/>
        </p:nvCxnSpPr>
        <p:spPr>
          <a:xfrm rot="10800000">
            <a:off x="4926986" y="3027397"/>
            <a:ext cx="74100" cy="85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2" name="Google Shape;1192;p26"/>
          <p:cNvCxnSpPr>
            <a:stCxn id="1184" idx="1"/>
          </p:cNvCxnSpPr>
          <p:nvPr/>
        </p:nvCxnSpPr>
        <p:spPr>
          <a:xfrm rot="10800000">
            <a:off x="4926986" y="3609317"/>
            <a:ext cx="74100" cy="78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3" name="Google Shape;1193;p26"/>
          <p:cNvCxnSpPr>
            <a:stCxn id="1185" idx="1"/>
          </p:cNvCxnSpPr>
          <p:nvPr/>
        </p:nvCxnSpPr>
        <p:spPr>
          <a:xfrm rot="10800000">
            <a:off x="4926986" y="4189737"/>
            <a:ext cx="74100" cy="70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4" name="Google Shape;1194;p26"/>
          <p:cNvCxnSpPr>
            <a:stCxn id="1186" idx="1"/>
          </p:cNvCxnSpPr>
          <p:nvPr/>
        </p:nvCxnSpPr>
        <p:spPr>
          <a:xfrm rot="10800000">
            <a:off x="4926962" y="4726729"/>
            <a:ext cx="71700" cy="67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5" name="Google Shape;1195;p26"/>
          <p:cNvCxnSpPr>
            <a:stCxn id="1187" idx="1"/>
          </p:cNvCxnSpPr>
          <p:nvPr/>
        </p:nvCxnSpPr>
        <p:spPr>
          <a:xfrm rot="10800000">
            <a:off x="4926962" y="5019149"/>
            <a:ext cx="71700" cy="89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6" name="Google Shape;1196;p26"/>
          <p:cNvCxnSpPr>
            <a:stCxn id="1188" idx="1"/>
          </p:cNvCxnSpPr>
          <p:nvPr/>
        </p:nvCxnSpPr>
        <p:spPr>
          <a:xfrm rot="10800000">
            <a:off x="4926962" y="5612169"/>
            <a:ext cx="71700" cy="80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7" name="Google Shape;1197;p26"/>
          <p:cNvCxnSpPr>
            <a:stCxn id="1180" idx="2"/>
            <a:endCxn id="1159" idx="0"/>
          </p:cNvCxnSpPr>
          <p:nvPr/>
        </p:nvCxnSpPr>
        <p:spPr>
          <a:xfrm>
            <a:off x="6324117" y="1336542"/>
            <a:ext cx="0" cy="10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8" name="Google Shape;1198;p26"/>
          <p:cNvSpPr/>
          <p:nvPr/>
        </p:nvSpPr>
        <p:spPr>
          <a:xfrm>
            <a:off x="3604565" y="3857820"/>
            <a:ext cx="116888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Codigo Versiones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26"/>
          <p:cNvCxnSpPr>
            <a:stCxn id="1169" idx="2"/>
            <a:endCxn id="1198" idx="0"/>
          </p:cNvCxnSpPr>
          <p:nvPr/>
        </p:nvCxnSpPr>
        <p:spPr>
          <a:xfrm flipH="1">
            <a:off x="4189096" y="3742032"/>
            <a:ext cx="2700" cy="11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0" name="Google Shape;1200;p26"/>
          <p:cNvSpPr/>
          <p:nvPr/>
        </p:nvSpPr>
        <p:spPr>
          <a:xfrm>
            <a:off x="3508796" y="4457819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Noe Torres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6"/>
          <p:cNvSpPr/>
          <p:nvPr/>
        </p:nvSpPr>
        <p:spPr>
          <a:xfrm>
            <a:off x="3512652" y="4993430"/>
            <a:ext cx="1267440" cy="4717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Victor Ramirez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2" name="Google Shape;1202;p26"/>
          <p:cNvCxnSpPr>
            <a:stCxn id="1168" idx="1"/>
          </p:cNvCxnSpPr>
          <p:nvPr/>
        </p:nvCxnSpPr>
        <p:spPr>
          <a:xfrm rot="10800000">
            <a:off x="3386996" y="2552819"/>
            <a:ext cx="121800" cy="3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3" name="Google Shape;1203;p26"/>
          <p:cNvCxnSpPr>
            <a:stCxn id="1200" idx="1"/>
          </p:cNvCxnSpPr>
          <p:nvPr/>
        </p:nvCxnSpPr>
        <p:spPr>
          <a:xfrm rot="10800000">
            <a:off x="3382496" y="2569078"/>
            <a:ext cx="126300" cy="212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4" name="Google Shape;1204;p26"/>
          <p:cNvCxnSpPr>
            <a:stCxn id="1201" idx="1"/>
          </p:cNvCxnSpPr>
          <p:nvPr/>
        </p:nvCxnSpPr>
        <p:spPr>
          <a:xfrm rot="10800000">
            <a:off x="3374952" y="2572489"/>
            <a:ext cx="137700" cy="265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5" name="Google Shape;1205;p26"/>
          <p:cNvCxnSpPr>
            <a:stCxn id="1169" idx="1"/>
          </p:cNvCxnSpPr>
          <p:nvPr/>
        </p:nvCxnSpPr>
        <p:spPr>
          <a:xfrm rot="10800000">
            <a:off x="3382656" y="2683874"/>
            <a:ext cx="224700" cy="82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6" name="Google Shape;1206;p26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7"/>
          <p:cNvSpPr txBox="1"/>
          <p:nvPr/>
        </p:nvSpPr>
        <p:spPr>
          <a:xfrm>
            <a:off x="451225" y="193033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Staff Ingeniería Soluciones Ingeniería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2" name="Google Shape;1212;p27"/>
          <p:cNvSpPr/>
          <p:nvPr/>
        </p:nvSpPr>
        <p:spPr>
          <a:xfrm>
            <a:off x="5541013" y="1564424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Staff Ingeniería de Soluciones</a:t>
            </a:r>
            <a:endParaRPr/>
          </a:p>
        </p:txBody>
      </p:sp>
      <p:sp>
        <p:nvSpPr>
          <p:cNvPr id="1213" name="Google Shape;1213;p27"/>
          <p:cNvSpPr/>
          <p:nvPr/>
        </p:nvSpPr>
        <p:spPr>
          <a:xfrm>
            <a:off x="2466874" y="2220895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Aplicativo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7"/>
          <p:cNvSpPr/>
          <p:nvPr/>
        </p:nvSpPr>
        <p:spPr>
          <a:xfrm>
            <a:off x="5584711" y="2220895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Entregas De Producto</a:t>
            </a:r>
            <a:endParaRPr/>
          </a:p>
        </p:txBody>
      </p:sp>
      <p:cxnSp>
        <p:nvCxnSpPr>
          <p:cNvPr id="1215" name="Google Shape;1215;p27"/>
          <p:cNvCxnSpPr>
            <a:stCxn id="1212" idx="2"/>
            <a:endCxn id="1213" idx="0"/>
          </p:cNvCxnSpPr>
          <p:nvPr/>
        </p:nvCxnSpPr>
        <p:spPr>
          <a:xfrm rot="5400000">
            <a:off x="4622018" y="560747"/>
            <a:ext cx="200700" cy="311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6" name="Google Shape;1216;p27"/>
          <p:cNvCxnSpPr>
            <a:stCxn id="1212" idx="2"/>
            <a:endCxn id="1214" idx="0"/>
          </p:cNvCxnSpPr>
          <p:nvPr/>
        </p:nvCxnSpPr>
        <p:spPr>
          <a:xfrm rot="5400000">
            <a:off x="6180968" y="2119697"/>
            <a:ext cx="2007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7" name="Google Shape;1217;p27"/>
          <p:cNvSpPr/>
          <p:nvPr/>
        </p:nvSpPr>
        <p:spPr>
          <a:xfrm>
            <a:off x="7207538" y="2220895"/>
            <a:ext cx="1391727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Automatizacion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8" name="Google Shape;1218;p27"/>
          <p:cNvCxnSpPr>
            <a:stCxn id="1212" idx="2"/>
            <a:endCxn id="1217" idx="0"/>
          </p:cNvCxnSpPr>
          <p:nvPr/>
        </p:nvCxnSpPr>
        <p:spPr>
          <a:xfrm flipH="1" rot="-5400000">
            <a:off x="6992318" y="1309847"/>
            <a:ext cx="200700" cy="1621200"/>
          </a:xfrm>
          <a:prstGeom prst="bentConnector3">
            <a:avLst>
              <a:gd fmla="val 5002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9" name="Google Shape;1219;p27"/>
          <p:cNvSpPr/>
          <p:nvPr/>
        </p:nvSpPr>
        <p:spPr>
          <a:xfrm>
            <a:off x="2688989" y="280558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Configuracion Software</a:t>
            </a:r>
            <a:endParaRPr/>
          </a:p>
        </p:txBody>
      </p:sp>
      <p:sp>
        <p:nvSpPr>
          <p:cNvPr id="1220" name="Google Shape;1220;p27"/>
          <p:cNvSpPr/>
          <p:nvPr/>
        </p:nvSpPr>
        <p:spPr>
          <a:xfrm>
            <a:off x="5740794" y="284139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Entregas De Software RM</a:t>
            </a:r>
            <a:endParaRPr/>
          </a:p>
        </p:txBody>
      </p:sp>
      <p:cxnSp>
        <p:nvCxnSpPr>
          <p:cNvPr id="1221" name="Google Shape;1221;p27"/>
          <p:cNvCxnSpPr>
            <a:endCxn id="1220" idx="1"/>
          </p:cNvCxnSpPr>
          <p:nvPr/>
        </p:nvCxnSpPr>
        <p:spPr>
          <a:xfrm flipH="1" rot="-5400000">
            <a:off x="5488194" y="2824653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2" name="Google Shape;1222;p27"/>
          <p:cNvSpPr/>
          <p:nvPr/>
        </p:nvSpPr>
        <p:spPr>
          <a:xfrm>
            <a:off x="7363599" y="284139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7"/>
          <p:cNvSpPr/>
          <p:nvPr/>
        </p:nvSpPr>
        <p:spPr>
          <a:xfrm>
            <a:off x="7363599" y="3335603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7"/>
          <p:cNvSpPr/>
          <p:nvPr/>
        </p:nvSpPr>
        <p:spPr>
          <a:xfrm>
            <a:off x="7363599" y="383964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5" name="Google Shape;1225;p27"/>
          <p:cNvCxnSpPr>
            <a:endCxn id="1222" idx="1"/>
          </p:cNvCxnSpPr>
          <p:nvPr/>
        </p:nvCxnSpPr>
        <p:spPr>
          <a:xfrm flipH="1" rot="-5400000">
            <a:off x="7110999" y="2824653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27"/>
          <p:cNvCxnSpPr>
            <a:endCxn id="1223" idx="1"/>
          </p:cNvCxnSpPr>
          <p:nvPr/>
        </p:nvCxnSpPr>
        <p:spPr>
          <a:xfrm flipH="1" rot="-5400000">
            <a:off x="6873849" y="3081712"/>
            <a:ext cx="877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7" name="Google Shape;1227;p27"/>
          <p:cNvSpPr/>
          <p:nvPr/>
        </p:nvSpPr>
        <p:spPr>
          <a:xfrm>
            <a:off x="7363599" y="4353733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Capacidades</a:t>
            </a:r>
            <a:endParaRPr/>
          </a:p>
        </p:txBody>
      </p:sp>
      <p:cxnSp>
        <p:nvCxnSpPr>
          <p:cNvPr id="1228" name="Google Shape;1228;p27"/>
          <p:cNvCxnSpPr>
            <a:endCxn id="1227" idx="1"/>
          </p:cNvCxnSpPr>
          <p:nvPr/>
        </p:nvCxnSpPr>
        <p:spPr>
          <a:xfrm flipH="1" rot="-5400000">
            <a:off x="6636549" y="3862542"/>
            <a:ext cx="1351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9" name="Google Shape;1229;p27"/>
          <p:cNvCxnSpPr>
            <a:endCxn id="1224" idx="1"/>
          </p:cNvCxnSpPr>
          <p:nvPr/>
        </p:nvCxnSpPr>
        <p:spPr>
          <a:xfrm flipH="1" rot="-5400000">
            <a:off x="6864849" y="3576753"/>
            <a:ext cx="895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0" name="Google Shape;1230;p27"/>
          <p:cNvSpPr/>
          <p:nvPr/>
        </p:nvSpPr>
        <p:spPr>
          <a:xfrm>
            <a:off x="5477648" y="1002593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1231" name="Google Shape;1231;p27"/>
          <p:cNvSpPr/>
          <p:nvPr/>
        </p:nvSpPr>
        <p:spPr>
          <a:xfrm>
            <a:off x="4203896" y="2803775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2" name="Google Shape;1232;p27"/>
          <p:cNvSpPr/>
          <p:nvPr/>
        </p:nvSpPr>
        <p:spPr>
          <a:xfrm>
            <a:off x="4201472" y="331436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3" name="Google Shape;1233;p27"/>
          <p:cNvSpPr/>
          <p:nvPr/>
        </p:nvSpPr>
        <p:spPr>
          <a:xfrm>
            <a:off x="4201472" y="381888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4" name="Google Shape;1234;p27"/>
          <p:cNvSpPr/>
          <p:nvPr/>
        </p:nvSpPr>
        <p:spPr>
          <a:xfrm>
            <a:off x="4201472" y="432340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5" name="Google Shape;1235;p27"/>
          <p:cNvSpPr/>
          <p:nvPr/>
        </p:nvSpPr>
        <p:spPr>
          <a:xfrm>
            <a:off x="4201472" y="482792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6" name="Google Shape;1236;p27"/>
          <p:cNvSpPr/>
          <p:nvPr/>
        </p:nvSpPr>
        <p:spPr>
          <a:xfrm>
            <a:off x="4199048" y="533851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7" name="Google Shape;1237;p27"/>
          <p:cNvSpPr/>
          <p:nvPr/>
        </p:nvSpPr>
        <p:spPr>
          <a:xfrm>
            <a:off x="4199048" y="584303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1238" name="Google Shape;1238;p27"/>
          <p:cNvSpPr/>
          <p:nvPr/>
        </p:nvSpPr>
        <p:spPr>
          <a:xfrm>
            <a:off x="4199048" y="634755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cxnSp>
        <p:nvCxnSpPr>
          <p:cNvPr id="1239" name="Google Shape;1239;p27"/>
          <p:cNvCxnSpPr>
            <a:stCxn id="1231" idx="1"/>
          </p:cNvCxnSpPr>
          <p:nvPr/>
        </p:nvCxnSpPr>
        <p:spPr>
          <a:xfrm rot="10800000">
            <a:off x="4127096" y="2680475"/>
            <a:ext cx="76800" cy="35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0" name="Google Shape;1240;p27"/>
          <p:cNvCxnSpPr>
            <a:stCxn id="1232" idx="1"/>
          </p:cNvCxnSpPr>
          <p:nvPr/>
        </p:nvCxnSpPr>
        <p:spPr>
          <a:xfrm rot="10800000">
            <a:off x="4127372" y="2878467"/>
            <a:ext cx="74100" cy="66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1" name="Google Shape;1241;p27"/>
          <p:cNvCxnSpPr>
            <a:stCxn id="1233" idx="1"/>
          </p:cNvCxnSpPr>
          <p:nvPr/>
        </p:nvCxnSpPr>
        <p:spPr>
          <a:xfrm rot="10800000">
            <a:off x="4127372" y="3186187"/>
            <a:ext cx="74100" cy="85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2" name="Google Shape;1242;p27"/>
          <p:cNvCxnSpPr>
            <a:stCxn id="1234" idx="1"/>
          </p:cNvCxnSpPr>
          <p:nvPr/>
        </p:nvCxnSpPr>
        <p:spPr>
          <a:xfrm rot="10800000">
            <a:off x="4127372" y="3768107"/>
            <a:ext cx="74100" cy="78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3" name="Google Shape;1243;p27"/>
          <p:cNvCxnSpPr>
            <a:stCxn id="1235" idx="1"/>
          </p:cNvCxnSpPr>
          <p:nvPr/>
        </p:nvCxnSpPr>
        <p:spPr>
          <a:xfrm rot="10800000">
            <a:off x="4127372" y="4348527"/>
            <a:ext cx="74100" cy="70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4" name="Google Shape;1244;p27"/>
          <p:cNvCxnSpPr>
            <a:stCxn id="1236" idx="1"/>
          </p:cNvCxnSpPr>
          <p:nvPr/>
        </p:nvCxnSpPr>
        <p:spPr>
          <a:xfrm rot="10800000">
            <a:off x="4127348" y="4885519"/>
            <a:ext cx="71700" cy="67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5" name="Google Shape;1245;p27"/>
          <p:cNvCxnSpPr>
            <a:stCxn id="1237" idx="1"/>
          </p:cNvCxnSpPr>
          <p:nvPr/>
        </p:nvCxnSpPr>
        <p:spPr>
          <a:xfrm rot="10800000">
            <a:off x="4127348" y="5177939"/>
            <a:ext cx="71700" cy="89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6" name="Google Shape;1246;p27"/>
          <p:cNvCxnSpPr>
            <a:stCxn id="1238" idx="1"/>
          </p:cNvCxnSpPr>
          <p:nvPr/>
        </p:nvCxnSpPr>
        <p:spPr>
          <a:xfrm rot="10800000">
            <a:off x="4127348" y="5770959"/>
            <a:ext cx="71700" cy="80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7" name="Google Shape;1247;p27"/>
          <p:cNvCxnSpPr>
            <a:stCxn id="1230" idx="2"/>
            <a:endCxn id="1212" idx="0"/>
          </p:cNvCxnSpPr>
          <p:nvPr/>
        </p:nvCxnSpPr>
        <p:spPr>
          <a:xfrm>
            <a:off x="6282068" y="1458266"/>
            <a:ext cx="0" cy="10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8" name="Google Shape;1248;p27"/>
          <p:cNvSpPr/>
          <p:nvPr/>
        </p:nvSpPr>
        <p:spPr>
          <a:xfrm>
            <a:off x="2688989" y="3387342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</p:txBody>
      </p:sp>
      <p:cxnSp>
        <p:nvCxnSpPr>
          <p:cNvPr id="1249" name="Google Shape;1249;p27"/>
          <p:cNvCxnSpPr>
            <a:stCxn id="1219" idx="1"/>
          </p:cNvCxnSpPr>
          <p:nvPr/>
        </p:nvCxnSpPr>
        <p:spPr>
          <a:xfrm rot="10800000">
            <a:off x="2567189" y="2674543"/>
            <a:ext cx="121800" cy="3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0" name="Google Shape;1250;p27"/>
          <p:cNvSpPr/>
          <p:nvPr/>
        </p:nvSpPr>
        <p:spPr>
          <a:xfrm>
            <a:off x="8880398" y="2220824"/>
            <a:ext cx="1391727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Ambientes No Product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7"/>
          <p:cNvSpPr/>
          <p:nvPr/>
        </p:nvSpPr>
        <p:spPr>
          <a:xfrm>
            <a:off x="9036553" y="2828124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1252" name="Google Shape;1252;p27"/>
          <p:cNvSpPr/>
          <p:nvPr/>
        </p:nvSpPr>
        <p:spPr>
          <a:xfrm>
            <a:off x="9036554" y="330947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1253" name="Google Shape;1253;p27"/>
          <p:cNvCxnSpPr>
            <a:endCxn id="1251" idx="1"/>
          </p:cNvCxnSpPr>
          <p:nvPr/>
        </p:nvCxnSpPr>
        <p:spPr>
          <a:xfrm flipH="1" rot="-5400000">
            <a:off x="8796103" y="2814474"/>
            <a:ext cx="37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4" name="Google Shape;1254;p27"/>
          <p:cNvCxnSpPr>
            <a:endCxn id="1252" idx="1"/>
          </p:cNvCxnSpPr>
          <p:nvPr/>
        </p:nvCxnSpPr>
        <p:spPr>
          <a:xfrm flipH="1" rot="-5400000">
            <a:off x="8605004" y="3104729"/>
            <a:ext cx="760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5" name="Google Shape;1255;p27"/>
          <p:cNvCxnSpPr>
            <a:stCxn id="1250" idx="0"/>
            <a:endCxn id="1212" idx="2"/>
          </p:cNvCxnSpPr>
          <p:nvPr/>
        </p:nvCxnSpPr>
        <p:spPr>
          <a:xfrm flipH="1" rot="5400000">
            <a:off x="7828762" y="473324"/>
            <a:ext cx="200700" cy="329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6" name="Google Shape;1256;p27"/>
          <p:cNvCxnSpPr>
            <a:stCxn id="1248" idx="1"/>
          </p:cNvCxnSpPr>
          <p:nvPr/>
        </p:nvCxnSpPr>
        <p:spPr>
          <a:xfrm rot="10800000">
            <a:off x="2567189" y="2674300"/>
            <a:ext cx="121800" cy="94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7" name="Google Shape;1257;p27"/>
          <p:cNvSpPr/>
          <p:nvPr/>
        </p:nvSpPr>
        <p:spPr>
          <a:xfrm>
            <a:off x="3988870" y="2218752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Seguridad Proce Devsecops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8" name="Google Shape;1258;p27"/>
          <p:cNvCxnSpPr>
            <a:stCxn id="1257" idx="0"/>
            <a:endCxn id="1212" idx="2"/>
          </p:cNvCxnSpPr>
          <p:nvPr/>
        </p:nvCxnSpPr>
        <p:spPr>
          <a:xfrm rot="-5400000">
            <a:off x="5406725" y="1343352"/>
            <a:ext cx="198600" cy="155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9" name="Google Shape;1259;p27"/>
          <p:cNvSpPr/>
          <p:nvPr/>
        </p:nvSpPr>
        <p:spPr>
          <a:xfrm>
            <a:off x="2688989" y="3969100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</p:txBody>
      </p:sp>
      <p:cxnSp>
        <p:nvCxnSpPr>
          <p:cNvPr id="1260" name="Google Shape;1260;p27"/>
          <p:cNvCxnSpPr>
            <a:stCxn id="1259" idx="1"/>
          </p:cNvCxnSpPr>
          <p:nvPr/>
        </p:nvCxnSpPr>
        <p:spPr>
          <a:xfrm rot="10800000">
            <a:off x="2567189" y="2674359"/>
            <a:ext cx="121800" cy="1530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1" name="Google Shape;1261;p2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Calidad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7" name="Google Shape;1267;p28"/>
          <p:cNvSpPr/>
          <p:nvPr/>
        </p:nvSpPr>
        <p:spPr>
          <a:xfrm>
            <a:off x="5676371" y="2207810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Ingeniería De Calidad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8"/>
          <p:cNvSpPr/>
          <p:nvPr/>
        </p:nvSpPr>
        <p:spPr>
          <a:xfrm>
            <a:off x="4194901" y="2864281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Gob Calidad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Fausto Niño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8"/>
          <p:cNvSpPr/>
          <p:nvPr/>
        </p:nvSpPr>
        <p:spPr>
          <a:xfrm>
            <a:off x="6215272" y="2864281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 Y Pruebas XPOS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Raul Lara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8"/>
          <p:cNvSpPr/>
          <p:nvPr/>
        </p:nvSpPr>
        <p:spPr>
          <a:xfrm>
            <a:off x="7788938" y="2864281"/>
            <a:ext cx="139172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Ambientes No Product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Guillermo Solorzano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8"/>
          <p:cNvSpPr/>
          <p:nvPr/>
        </p:nvSpPr>
        <p:spPr>
          <a:xfrm>
            <a:off x="3437589" y="3471581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Carlos Gonzalez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8"/>
          <p:cNvSpPr/>
          <p:nvPr/>
        </p:nvSpPr>
        <p:spPr>
          <a:xfrm>
            <a:off x="3437590" y="3952936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Lopez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8"/>
          <p:cNvSpPr/>
          <p:nvPr/>
        </p:nvSpPr>
        <p:spPr>
          <a:xfrm>
            <a:off x="3437590" y="4434291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Herenia Santos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8"/>
          <p:cNvSpPr/>
          <p:nvPr/>
        </p:nvSpPr>
        <p:spPr>
          <a:xfrm>
            <a:off x="3437589" y="4915646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Humberto Valdez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8"/>
          <p:cNvSpPr/>
          <p:nvPr/>
        </p:nvSpPr>
        <p:spPr>
          <a:xfrm>
            <a:off x="3437588" y="5397001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Felipe de Jesus Martinez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8"/>
          <p:cNvSpPr/>
          <p:nvPr/>
        </p:nvSpPr>
        <p:spPr>
          <a:xfrm>
            <a:off x="5051609" y="3962768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 Bus Tienda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Ricardo Moran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8"/>
          <p:cNvSpPr/>
          <p:nvPr/>
        </p:nvSpPr>
        <p:spPr>
          <a:xfrm>
            <a:off x="5051609" y="4444123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Calidad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Claudia Perez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8"/>
          <p:cNvSpPr/>
          <p:nvPr/>
        </p:nvSpPr>
        <p:spPr>
          <a:xfrm>
            <a:off x="5051609" y="3471581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Alan Tovar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8"/>
          <p:cNvSpPr/>
          <p:nvPr/>
        </p:nvSpPr>
        <p:spPr>
          <a:xfrm>
            <a:off x="5051609" y="4925478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 Workflows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Arzola 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8"/>
          <p:cNvSpPr/>
          <p:nvPr/>
        </p:nvSpPr>
        <p:spPr>
          <a:xfrm>
            <a:off x="7945093" y="3471581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de Jesus Gonzalez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8"/>
          <p:cNvSpPr/>
          <p:nvPr/>
        </p:nvSpPr>
        <p:spPr>
          <a:xfrm>
            <a:off x="7945094" y="3952936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Jair Monsivais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2" name="Google Shape;1282;p28"/>
          <p:cNvCxnSpPr>
            <a:endCxn id="1280" idx="1"/>
          </p:cNvCxnSpPr>
          <p:nvPr/>
        </p:nvCxnSpPr>
        <p:spPr>
          <a:xfrm flipH="1" rot="-5400000">
            <a:off x="7704643" y="3457931"/>
            <a:ext cx="37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3" name="Google Shape;1283;p28"/>
          <p:cNvCxnSpPr>
            <a:endCxn id="1281" idx="1"/>
          </p:cNvCxnSpPr>
          <p:nvPr/>
        </p:nvCxnSpPr>
        <p:spPr>
          <a:xfrm flipH="1" rot="-5400000">
            <a:off x="7513544" y="3748186"/>
            <a:ext cx="760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4" name="Google Shape;1284;p28"/>
          <p:cNvSpPr/>
          <p:nvPr/>
        </p:nvSpPr>
        <p:spPr>
          <a:xfrm>
            <a:off x="5613006" y="1645979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Rodrigo </a:t>
            </a: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</a:t>
            </a: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Costa</a:t>
            </a:r>
            <a:endParaRPr/>
          </a:p>
        </p:txBody>
      </p:sp>
      <p:cxnSp>
        <p:nvCxnSpPr>
          <p:cNvPr id="1285" name="Google Shape;1285;p28"/>
          <p:cNvCxnSpPr>
            <a:stCxn id="1271" idx="3"/>
            <a:endCxn id="1268" idx="2"/>
          </p:cNvCxnSpPr>
          <p:nvPr/>
        </p:nvCxnSpPr>
        <p:spPr>
          <a:xfrm flipH="1" rot="10800000">
            <a:off x="4705029" y="3317981"/>
            <a:ext cx="185700" cy="380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6" name="Google Shape;1286;p28"/>
          <p:cNvCxnSpPr>
            <a:stCxn id="1278" idx="1"/>
            <a:endCxn id="1268" idx="2"/>
          </p:cNvCxnSpPr>
          <p:nvPr/>
        </p:nvCxnSpPr>
        <p:spPr>
          <a:xfrm rot="10800000">
            <a:off x="4890809" y="3317981"/>
            <a:ext cx="160800" cy="380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7" name="Google Shape;1287;p28"/>
          <p:cNvCxnSpPr>
            <a:stCxn id="1272" idx="3"/>
            <a:endCxn id="1268" idx="2"/>
          </p:cNvCxnSpPr>
          <p:nvPr/>
        </p:nvCxnSpPr>
        <p:spPr>
          <a:xfrm flipH="1" rot="10800000">
            <a:off x="4705030" y="3317836"/>
            <a:ext cx="185700" cy="86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8" name="Google Shape;1288;p28"/>
          <p:cNvCxnSpPr>
            <a:stCxn id="1276" idx="1"/>
            <a:endCxn id="1268" idx="2"/>
          </p:cNvCxnSpPr>
          <p:nvPr/>
        </p:nvCxnSpPr>
        <p:spPr>
          <a:xfrm rot="10800000">
            <a:off x="4890809" y="3317768"/>
            <a:ext cx="160800" cy="87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9" name="Google Shape;1289;p28"/>
          <p:cNvCxnSpPr>
            <a:stCxn id="1273" idx="3"/>
            <a:endCxn id="1268" idx="2"/>
          </p:cNvCxnSpPr>
          <p:nvPr/>
        </p:nvCxnSpPr>
        <p:spPr>
          <a:xfrm flipH="1" rot="10800000">
            <a:off x="4705030" y="3317991"/>
            <a:ext cx="185700" cy="134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0" name="Google Shape;1290;p28"/>
          <p:cNvCxnSpPr>
            <a:stCxn id="1277" idx="1"/>
            <a:endCxn id="1268" idx="2"/>
          </p:cNvCxnSpPr>
          <p:nvPr/>
        </p:nvCxnSpPr>
        <p:spPr>
          <a:xfrm rot="10800000">
            <a:off x="4890809" y="3317923"/>
            <a:ext cx="160800" cy="1353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1" name="Google Shape;1291;p28"/>
          <p:cNvCxnSpPr>
            <a:stCxn id="1274" idx="3"/>
            <a:endCxn id="1268" idx="2"/>
          </p:cNvCxnSpPr>
          <p:nvPr/>
        </p:nvCxnSpPr>
        <p:spPr>
          <a:xfrm flipH="1" rot="10800000">
            <a:off x="4705029" y="3317846"/>
            <a:ext cx="185700" cy="182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2" name="Google Shape;1292;p28"/>
          <p:cNvCxnSpPr>
            <a:stCxn id="1279" idx="1"/>
            <a:endCxn id="1268" idx="2"/>
          </p:cNvCxnSpPr>
          <p:nvPr/>
        </p:nvCxnSpPr>
        <p:spPr>
          <a:xfrm rot="10800000">
            <a:off x="4890809" y="3317778"/>
            <a:ext cx="160800" cy="183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3" name="Google Shape;1293;p28"/>
          <p:cNvCxnSpPr>
            <a:stCxn id="1275" idx="3"/>
            <a:endCxn id="1268" idx="2"/>
          </p:cNvCxnSpPr>
          <p:nvPr/>
        </p:nvCxnSpPr>
        <p:spPr>
          <a:xfrm flipH="1" rot="10800000">
            <a:off x="4705028" y="3318001"/>
            <a:ext cx="185700" cy="230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4" name="Google Shape;1294;p28"/>
          <p:cNvCxnSpPr>
            <a:stCxn id="1268" idx="0"/>
            <a:endCxn id="1267" idx="2"/>
          </p:cNvCxnSpPr>
          <p:nvPr/>
        </p:nvCxnSpPr>
        <p:spPr>
          <a:xfrm rot="-5400000">
            <a:off x="5553717" y="2000581"/>
            <a:ext cx="200700" cy="152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5" name="Google Shape;1295;p28"/>
          <p:cNvCxnSpPr>
            <a:stCxn id="1269" idx="0"/>
            <a:endCxn id="1267" idx="2"/>
          </p:cNvCxnSpPr>
          <p:nvPr/>
        </p:nvCxnSpPr>
        <p:spPr>
          <a:xfrm flipH="1" rot="5400000">
            <a:off x="6563838" y="2517031"/>
            <a:ext cx="200700" cy="49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6" name="Google Shape;1296;p28"/>
          <p:cNvCxnSpPr>
            <a:stCxn id="1270" idx="0"/>
            <a:endCxn id="1267" idx="2"/>
          </p:cNvCxnSpPr>
          <p:nvPr/>
        </p:nvCxnSpPr>
        <p:spPr>
          <a:xfrm flipH="1" rot="5400000">
            <a:off x="7350802" y="1730281"/>
            <a:ext cx="200700" cy="206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7" name="Google Shape;1297;p28"/>
          <p:cNvCxnSpPr>
            <a:stCxn id="1284" idx="2"/>
            <a:endCxn id="1267" idx="0"/>
          </p:cNvCxnSpPr>
          <p:nvPr/>
        </p:nvCxnSpPr>
        <p:spPr>
          <a:xfrm>
            <a:off x="6417426" y="2101652"/>
            <a:ext cx="0" cy="10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8" name="Google Shape;1298;p28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29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4" name="Google Shape;1304;p29"/>
          <p:cNvSpPr/>
          <p:nvPr/>
        </p:nvSpPr>
        <p:spPr>
          <a:xfrm>
            <a:off x="5421573" y="1147400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1305" name="Google Shape;1305;p29"/>
          <p:cNvSpPr/>
          <p:nvPr/>
        </p:nvSpPr>
        <p:spPr>
          <a:xfrm>
            <a:off x="5490176" y="1777749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Arquitectura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/>
          </a:p>
        </p:txBody>
      </p:sp>
      <p:cxnSp>
        <p:nvCxnSpPr>
          <p:cNvPr id="1306" name="Google Shape;1306;p29"/>
          <p:cNvCxnSpPr>
            <a:stCxn id="1304" idx="2"/>
            <a:endCxn id="1305" idx="0"/>
          </p:cNvCxnSpPr>
          <p:nvPr/>
        </p:nvCxnSpPr>
        <p:spPr>
          <a:xfrm>
            <a:off x="6225993" y="1603073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7" name="Google Shape;1307;p29"/>
          <p:cNvSpPr/>
          <p:nvPr/>
        </p:nvSpPr>
        <p:spPr>
          <a:xfrm>
            <a:off x="8068840" y="2538496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Edgar Gonzalez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9"/>
          <p:cNvSpPr/>
          <p:nvPr/>
        </p:nvSpPr>
        <p:spPr>
          <a:xfrm>
            <a:off x="6231230" y="2538757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Eric Balam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9"/>
          <p:cNvSpPr/>
          <p:nvPr/>
        </p:nvSpPr>
        <p:spPr>
          <a:xfrm>
            <a:off x="4288888" y="2538757"/>
            <a:ext cx="1482112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Luna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9"/>
          <p:cNvSpPr/>
          <p:nvPr/>
        </p:nvSpPr>
        <p:spPr>
          <a:xfrm>
            <a:off x="8450449" y="365564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Sócrates de la Cruz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9"/>
          <p:cNvSpPr/>
          <p:nvPr/>
        </p:nvSpPr>
        <p:spPr>
          <a:xfrm>
            <a:off x="8450449" y="315495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Sofir Villarreal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2" name="Google Shape;1312;p29"/>
          <p:cNvCxnSpPr>
            <a:stCxn id="1311" idx="1"/>
          </p:cNvCxnSpPr>
          <p:nvPr/>
        </p:nvCxnSpPr>
        <p:spPr>
          <a:xfrm rot="10800000">
            <a:off x="8283049" y="2992055"/>
            <a:ext cx="167400" cy="38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3" name="Google Shape;1313;p29"/>
          <p:cNvCxnSpPr>
            <a:stCxn id="1310" idx="1"/>
          </p:cNvCxnSpPr>
          <p:nvPr/>
        </p:nvCxnSpPr>
        <p:spPr>
          <a:xfrm rot="10800000">
            <a:off x="8283049" y="2992043"/>
            <a:ext cx="167400" cy="890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4" name="Google Shape;1314;p29"/>
          <p:cNvSpPr/>
          <p:nvPr/>
        </p:nvSpPr>
        <p:spPr>
          <a:xfrm>
            <a:off x="8450447" y="564898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Colunga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9"/>
          <p:cNvSpPr/>
          <p:nvPr/>
        </p:nvSpPr>
        <p:spPr>
          <a:xfrm>
            <a:off x="8450448" y="5151866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Luis Torres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9"/>
          <p:cNvSpPr/>
          <p:nvPr/>
        </p:nvSpPr>
        <p:spPr>
          <a:xfrm>
            <a:off x="8450448" y="465475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Fabian Flores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9"/>
          <p:cNvSpPr/>
          <p:nvPr/>
        </p:nvSpPr>
        <p:spPr>
          <a:xfrm>
            <a:off x="8450448" y="415457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Filiberto Aguiñaga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9"/>
          <p:cNvSpPr/>
          <p:nvPr/>
        </p:nvSpPr>
        <p:spPr>
          <a:xfrm>
            <a:off x="6422313" y="365577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Rey Gomez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9"/>
          <p:cNvSpPr/>
          <p:nvPr/>
        </p:nvSpPr>
        <p:spPr>
          <a:xfrm>
            <a:off x="6422313" y="3155086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Paul Moreno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9"/>
          <p:cNvSpPr/>
          <p:nvPr/>
        </p:nvSpPr>
        <p:spPr>
          <a:xfrm>
            <a:off x="6422312" y="5151997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Miriam Valadez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9"/>
          <p:cNvSpPr/>
          <p:nvPr/>
        </p:nvSpPr>
        <p:spPr>
          <a:xfrm>
            <a:off x="6422312" y="465488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Villegas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9"/>
          <p:cNvSpPr/>
          <p:nvPr/>
        </p:nvSpPr>
        <p:spPr>
          <a:xfrm>
            <a:off x="6422312" y="415470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Hector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29"/>
          <p:cNvSpPr/>
          <p:nvPr/>
        </p:nvSpPr>
        <p:spPr>
          <a:xfrm>
            <a:off x="4542302" y="365577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Fernando Lopez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9"/>
          <p:cNvSpPr/>
          <p:nvPr/>
        </p:nvSpPr>
        <p:spPr>
          <a:xfrm>
            <a:off x="4542302" y="315508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Diana Camacho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9"/>
          <p:cNvSpPr/>
          <p:nvPr/>
        </p:nvSpPr>
        <p:spPr>
          <a:xfrm>
            <a:off x="4542301" y="5151996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Gabriel Frias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9"/>
          <p:cNvSpPr/>
          <p:nvPr/>
        </p:nvSpPr>
        <p:spPr>
          <a:xfrm>
            <a:off x="4542301" y="465488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Transformación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Contreras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9"/>
          <p:cNvSpPr/>
          <p:nvPr/>
        </p:nvSpPr>
        <p:spPr>
          <a:xfrm>
            <a:off x="4542301" y="415470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Marco Santos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8" name="Google Shape;1328;p29"/>
          <p:cNvCxnSpPr>
            <a:stCxn id="1316" idx="1"/>
          </p:cNvCxnSpPr>
          <p:nvPr/>
        </p:nvCxnSpPr>
        <p:spPr>
          <a:xfrm rot="10800000">
            <a:off x="8283048" y="3003252"/>
            <a:ext cx="167400" cy="1878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9" name="Google Shape;1329;p29"/>
          <p:cNvCxnSpPr>
            <a:stCxn id="1317" idx="1"/>
          </p:cNvCxnSpPr>
          <p:nvPr/>
        </p:nvCxnSpPr>
        <p:spPr>
          <a:xfrm rot="10800000">
            <a:off x="8283048" y="3003173"/>
            <a:ext cx="167400" cy="137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0" name="Google Shape;1330;p29"/>
          <p:cNvCxnSpPr>
            <a:stCxn id="1315" idx="1"/>
          </p:cNvCxnSpPr>
          <p:nvPr/>
        </p:nvCxnSpPr>
        <p:spPr>
          <a:xfrm rot="10800000">
            <a:off x="8283048" y="3003266"/>
            <a:ext cx="167400" cy="237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1" name="Google Shape;1331;p29"/>
          <p:cNvCxnSpPr>
            <a:stCxn id="1314" idx="1"/>
          </p:cNvCxnSpPr>
          <p:nvPr/>
        </p:nvCxnSpPr>
        <p:spPr>
          <a:xfrm rot="10800000">
            <a:off x="8283047" y="3035680"/>
            <a:ext cx="167400" cy="284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2" name="Google Shape;1332;p29"/>
          <p:cNvCxnSpPr>
            <a:stCxn id="1319" idx="1"/>
          </p:cNvCxnSpPr>
          <p:nvPr/>
        </p:nvCxnSpPr>
        <p:spPr>
          <a:xfrm rot="10800000">
            <a:off x="6324813" y="2992186"/>
            <a:ext cx="97500" cy="38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3" name="Google Shape;1333;p29"/>
          <p:cNvCxnSpPr>
            <a:stCxn id="1318" idx="1"/>
          </p:cNvCxnSpPr>
          <p:nvPr/>
        </p:nvCxnSpPr>
        <p:spPr>
          <a:xfrm rot="10800000">
            <a:off x="6324813" y="3035674"/>
            <a:ext cx="97500" cy="84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4" name="Google Shape;1334;p29"/>
          <p:cNvCxnSpPr>
            <a:stCxn id="1322" idx="1"/>
          </p:cNvCxnSpPr>
          <p:nvPr/>
        </p:nvCxnSpPr>
        <p:spPr>
          <a:xfrm rot="10800000">
            <a:off x="6324812" y="3035704"/>
            <a:ext cx="97500" cy="134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5" name="Google Shape;1335;p29"/>
          <p:cNvCxnSpPr>
            <a:stCxn id="1321" idx="1"/>
          </p:cNvCxnSpPr>
          <p:nvPr/>
        </p:nvCxnSpPr>
        <p:spPr>
          <a:xfrm rot="10800000">
            <a:off x="6324812" y="3088283"/>
            <a:ext cx="97500" cy="179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6" name="Google Shape;1336;p29"/>
          <p:cNvCxnSpPr>
            <a:stCxn id="1320" idx="1"/>
          </p:cNvCxnSpPr>
          <p:nvPr/>
        </p:nvCxnSpPr>
        <p:spPr>
          <a:xfrm rot="10800000">
            <a:off x="6324812" y="2991997"/>
            <a:ext cx="97500" cy="238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7" name="Google Shape;1337;p29"/>
          <p:cNvCxnSpPr>
            <a:stCxn id="1324" idx="1"/>
          </p:cNvCxnSpPr>
          <p:nvPr/>
        </p:nvCxnSpPr>
        <p:spPr>
          <a:xfrm rot="10800000">
            <a:off x="4419002" y="2970885"/>
            <a:ext cx="123300" cy="41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8" name="Google Shape;1338;p29"/>
          <p:cNvCxnSpPr>
            <a:stCxn id="1323" idx="1"/>
          </p:cNvCxnSpPr>
          <p:nvPr/>
        </p:nvCxnSpPr>
        <p:spPr>
          <a:xfrm rot="10800000">
            <a:off x="4419002" y="3035673"/>
            <a:ext cx="123300" cy="84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9" name="Google Shape;1339;p29"/>
          <p:cNvCxnSpPr>
            <a:stCxn id="1327" idx="1"/>
          </p:cNvCxnSpPr>
          <p:nvPr/>
        </p:nvCxnSpPr>
        <p:spPr>
          <a:xfrm rot="10800000">
            <a:off x="4419001" y="3042903"/>
            <a:ext cx="123300" cy="133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0" name="Google Shape;1340;p29"/>
          <p:cNvCxnSpPr>
            <a:stCxn id="1326" idx="1"/>
          </p:cNvCxnSpPr>
          <p:nvPr/>
        </p:nvCxnSpPr>
        <p:spPr>
          <a:xfrm rot="10800000">
            <a:off x="4419001" y="3057982"/>
            <a:ext cx="123300" cy="182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1" name="Google Shape;1341;p29"/>
          <p:cNvCxnSpPr>
            <a:stCxn id="1325" idx="1"/>
          </p:cNvCxnSpPr>
          <p:nvPr/>
        </p:nvCxnSpPr>
        <p:spPr>
          <a:xfrm rot="10800000">
            <a:off x="4419001" y="3035796"/>
            <a:ext cx="123300" cy="2343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2" name="Google Shape;1342;p29"/>
          <p:cNvSpPr/>
          <p:nvPr/>
        </p:nvSpPr>
        <p:spPr>
          <a:xfrm>
            <a:off x="2364399" y="2544461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Silva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9"/>
          <p:cNvSpPr/>
          <p:nvPr/>
        </p:nvSpPr>
        <p:spPr>
          <a:xfrm>
            <a:off x="2665575" y="31308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Jaramillo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9"/>
          <p:cNvSpPr/>
          <p:nvPr/>
        </p:nvSpPr>
        <p:spPr>
          <a:xfrm>
            <a:off x="2665573" y="56898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Jared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9"/>
          <p:cNvSpPr/>
          <p:nvPr/>
        </p:nvSpPr>
        <p:spPr>
          <a:xfrm>
            <a:off x="2665573" y="51780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Barba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9"/>
          <p:cNvSpPr/>
          <p:nvPr/>
        </p:nvSpPr>
        <p:spPr>
          <a:xfrm>
            <a:off x="2665574" y="46662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Monica Garcia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9"/>
          <p:cNvSpPr/>
          <p:nvPr/>
        </p:nvSpPr>
        <p:spPr>
          <a:xfrm>
            <a:off x="2665575" y="41544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Now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Alma de la Torre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9"/>
          <p:cNvSpPr/>
          <p:nvPr/>
        </p:nvSpPr>
        <p:spPr>
          <a:xfrm>
            <a:off x="2665575" y="364267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Osvaldo Garcia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9" name="Google Shape;1349;p29"/>
          <p:cNvCxnSpPr>
            <a:stCxn id="1343" idx="1"/>
          </p:cNvCxnSpPr>
          <p:nvPr/>
        </p:nvCxnSpPr>
        <p:spPr>
          <a:xfrm rot="10800000">
            <a:off x="2506575" y="3035479"/>
            <a:ext cx="159000" cy="32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0" name="Google Shape;1350;p29"/>
          <p:cNvCxnSpPr>
            <a:stCxn id="1348" idx="1"/>
          </p:cNvCxnSpPr>
          <p:nvPr/>
        </p:nvCxnSpPr>
        <p:spPr>
          <a:xfrm rot="10800000">
            <a:off x="2506575" y="2975179"/>
            <a:ext cx="159000" cy="894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1" name="Google Shape;1351;p29"/>
          <p:cNvCxnSpPr>
            <a:stCxn id="1347" idx="1"/>
          </p:cNvCxnSpPr>
          <p:nvPr/>
        </p:nvCxnSpPr>
        <p:spPr>
          <a:xfrm rot="10800000">
            <a:off x="2497275" y="2975179"/>
            <a:ext cx="168300" cy="140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2" name="Google Shape;1352;p29"/>
          <p:cNvCxnSpPr>
            <a:stCxn id="1346" idx="1"/>
          </p:cNvCxnSpPr>
          <p:nvPr/>
        </p:nvCxnSpPr>
        <p:spPr>
          <a:xfrm rot="10800000">
            <a:off x="2497274" y="2975179"/>
            <a:ext cx="168300" cy="1917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3" name="Google Shape;1353;p29"/>
          <p:cNvCxnSpPr>
            <a:stCxn id="1345" idx="1"/>
          </p:cNvCxnSpPr>
          <p:nvPr/>
        </p:nvCxnSpPr>
        <p:spPr>
          <a:xfrm rot="10800000">
            <a:off x="2497273" y="2975179"/>
            <a:ext cx="168300" cy="242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29"/>
          <p:cNvCxnSpPr>
            <a:stCxn id="1344" idx="1"/>
          </p:cNvCxnSpPr>
          <p:nvPr/>
        </p:nvCxnSpPr>
        <p:spPr>
          <a:xfrm rot="10800000">
            <a:off x="2497273" y="3999379"/>
            <a:ext cx="168300" cy="191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5" name="Google Shape;1355;p29"/>
          <p:cNvSpPr/>
          <p:nvPr/>
        </p:nvSpPr>
        <p:spPr>
          <a:xfrm>
            <a:off x="584523" y="2539643"/>
            <a:ext cx="1482109" cy="45841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Líder Arquitectura TI Distribución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Gerardo Juarez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29"/>
          <p:cNvSpPr/>
          <p:nvPr/>
        </p:nvSpPr>
        <p:spPr>
          <a:xfrm>
            <a:off x="10125367" y="2549704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0" i="1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Flores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9"/>
          <p:cNvSpPr/>
          <p:nvPr/>
        </p:nvSpPr>
        <p:spPr>
          <a:xfrm>
            <a:off x="10169835" y="315495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Gabriel Charles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9"/>
          <p:cNvSpPr/>
          <p:nvPr/>
        </p:nvSpPr>
        <p:spPr>
          <a:xfrm>
            <a:off x="2665573" y="6190059"/>
            <a:ext cx="1391727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Rolando Bernal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9" name="Google Shape;1359;p29"/>
          <p:cNvCxnSpPr>
            <a:stCxn id="1356" idx="2"/>
            <a:endCxn id="1357" idx="0"/>
          </p:cNvCxnSpPr>
          <p:nvPr/>
        </p:nvCxnSpPr>
        <p:spPr>
          <a:xfrm flipH="1">
            <a:off x="10865822" y="3003305"/>
            <a:ext cx="600" cy="15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0" name="Google Shape;1360;p29"/>
          <p:cNvCxnSpPr>
            <a:stCxn id="1355" idx="0"/>
            <a:endCxn id="1305" idx="2"/>
          </p:cNvCxnSpPr>
          <p:nvPr/>
        </p:nvCxnSpPr>
        <p:spPr>
          <a:xfrm rot="-5400000">
            <a:off x="3625228" y="-66307"/>
            <a:ext cx="306300" cy="4905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1" name="Google Shape;1361;p29"/>
          <p:cNvCxnSpPr>
            <a:stCxn id="1342" idx="0"/>
            <a:endCxn id="1305" idx="2"/>
          </p:cNvCxnSpPr>
          <p:nvPr/>
        </p:nvCxnSpPr>
        <p:spPr>
          <a:xfrm rot="-5400000">
            <a:off x="4512754" y="826061"/>
            <a:ext cx="311100" cy="3125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2" name="Google Shape;1362;p29"/>
          <p:cNvCxnSpPr>
            <a:stCxn id="1309" idx="0"/>
            <a:endCxn id="1305" idx="2"/>
          </p:cNvCxnSpPr>
          <p:nvPr/>
        </p:nvCxnSpPr>
        <p:spPr>
          <a:xfrm rot="-5400000">
            <a:off x="5477844" y="1785457"/>
            <a:ext cx="305400" cy="120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3" name="Google Shape;1363;p29"/>
          <p:cNvCxnSpPr>
            <a:stCxn id="1308" idx="0"/>
            <a:endCxn id="1305" idx="2"/>
          </p:cNvCxnSpPr>
          <p:nvPr/>
        </p:nvCxnSpPr>
        <p:spPr>
          <a:xfrm flipH="1" rot="5400000">
            <a:off x="6449086" y="2015557"/>
            <a:ext cx="305400" cy="74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4" name="Google Shape;1364;p29"/>
          <p:cNvCxnSpPr>
            <a:stCxn id="1307" idx="0"/>
            <a:endCxn id="1305" idx="2"/>
          </p:cNvCxnSpPr>
          <p:nvPr/>
        </p:nvCxnSpPr>
        <p:spPr>
          <a:xfrm flipH="1" rot="5400000">
            <a:off x="7367946" y="1096546"/>
            <a:ext cx="305100" cy="257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5" name="Google Shape;1365;p29"/>
          <p:cNvCxnSpPr>
            <a:stCxn id="1356" idx="0"/>
            <a:endCxn id="1305" idx="2"/>
          </p:cNvCxnSpPr>
          <p:nvPr/>
        </p:nvCxnSpPr>
        <p:spPr>
          <a:xfrm flipH="1" rot="5400000">
            <a:off x="8390672" y="73954"/>
            <a:ext cx="316200" cy="463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6" name="Google Shape;1366;p29"/>
          <p:cNvCxnSpPr>
            <a:stCxn id="1358" idx="1"/>
          </p:cNvCxnSpPr>
          <p:nvPr/>
        </p:nvCxnSpPr>
        <p:spPr>
          <a:xfrm rot="10800000">
            <a:off x="2497273" y="3003159"/>
            <a:ext cx="168300" cy="341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7" name="Google Shape;1367;p29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3" name="Google Shape;1373;p30"/>
          <p:cNvSpPr/>
          <p:nvPr/>
        </p:nvSpPr>
        <p:spPr>
          <a:xfrm>
            <a:off x="5421573" y="1563399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1374" name="Google Shape;1374;p30"/>
          <p:cNvSpPr/>
          <p:nvPr/>
        </p:nvSpPr>
        <p:spPr>
          <a:xfrm>
            <a:off x="5490176" y="2193748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Arquitectura</a:t>
            </a:r>
            <a:endParaRPr/>
          </a:p>
        </p:txBody>
      </p:sp>
      <p:sp>
        <p:nvSpPr>
          <p:cNvPr id="1375" name="Google Shape;1375;p30"/>
          <p:cNvSpPr/>
          <p:nvPr/>
        </p:nvSpPr>
        <p:spPr>
          <a:xfrm>
            <a:off x="1038750" y="290767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Tienda y Comercial</a:t>
            </a:r>
            <a:endParaRPr/>
          </a:p>
        </p:txBody>
      </p:sp>
      <p:sp>
        <p:nvSpPr>
          <p:cNvPr id="1376" name="Google Shape;1376;p30"/>
          <p:cNvSpPr/>
          <p:nvPr/>
        </p:nvSpPr>
        <p:spPr>
          <a:xfrm>
            <a:off x="2540025" y="290767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XPOS</a:t>
            </a:r>
            <a:endParaRPr/>
          </a:p>
        </p:txBody>
      </p:sp>
      <p:sp>
        <p:nvSpPr>
          <p:cNvPr id="1377" name="Google Shape;1377;p30"/>
          <p:cNvSpPr/>
          <p:nvPr/>
        </p:nvSpPr>
        <p:spPr>
          <a:xfrm>
            <a:off x="4138856" y="290766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Servicios</a:t>
            </a:r>
            <a:endParaRPr/>
          </a:p>
        </p:txBody>
      </p:sp>
      <p:sp>
        <p:nvSpPr>
          <p:cNvPr id="1378" name="Google Shape;1378;p30"/>
          <p:cNvSpPr/>
          <p:nvPr/>
        </p:nvSpPr>
        <p:spPr>
          <a:xfrm>
            <a:off x="5732699" y="290766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Canales y Experiencia</a:t>
            </a:r>
            <a:endParaRPr/>
          </a:p>
        </p:txBody>
      </p:sp>
      <p:sp>
        <p:nvSpPr>
          <p:cNvPr id="1379" name="Google Shape;1379;p30"/>
          <p:cNvSpPr/>
          <p:nvPr/>
        </p:nvSpPr>
        <p:spPr>
          <a:xfrm>
            <a:off x="8999072" y="291925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BackOffice</a:t>
            </a:r>
            <a:endParaRPr/>
          </a:p>
        </p:txBody>
      </p:sp>
      <p:cxnSp>
        <p:nvCxnSpPr>
          <p:cNvPr id="1380" name="Google Shape;1380;p30"/>
          <p:cNvCxnSpPr>
            <a:stCxn id="1373" idx="2"/>
            <a:endCxn id="1374" idx="0"/>
          </p:cNvCxnSpPr>
          <p:nvPr/>
        </p:nvCxnSpPr>
        <p:spPr>
          <a:xfrm>
            <a:off x="6225993" y="2019072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1" name="Google Shape;1381;p30"/>
          <p:cNvCxnSpPr>
            <a:stCxn id="1374" idx="2"/>
            <a:endCxn id="1375" idx="0"/>
          </p:cNvCxnSpPr>
          <p:nvPr/>
        </p:nvCxnSpPr>
        <p:spPr>
          <a:xfrm rot="5400000">
            <a:off x="3853731" y="530221"/>
            <a:ext cx="258300" cy="449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2" name="Google Shape;1382;p30"/>
          <p:cNvCxnSpPr>
            <a:stCxn id="1374" idx="2"/>
            <a:endCxn id="1376" idx="0"/>
          </p:cNvCxnSpPr>
          <p:nvPr/>
        </p:nvCxnSpPr>
        <p:spPr>
          <a:xfrm rot="5400000">
            <a:off x="4604481" y="1280971"/>
            <a:ext cx="258300" cy="299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3" name="Google Shape;1383;p30"/>
          <p:cNvCxnSpPr>
            <a:stCxn id="1374" idx="2"/>
            <a:endCxn id="1377" idx="0"/>
          </p:cNvCxnSpPr>
          <p:nvPr/>
        </p:nvCxnSpPr>
        <p:spPr>
          <a:xfrm rot="5400000">
            <a:off x="5403831" y="2080321"/>
            <a:ext cx="258300" cy="139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4" name="Google Shape;1384;p30"/>
          <p:cNvCxnSpPr>
            <a:stCxn id="1374" idx="2"/>
            <a:endCxn id="1378" idx="0"/>
          </p:cNvCxnSpPr>
          <p:nvPr/>
        </p:nvCxnSpPr>
        <p:spPr>
          <a:xfrm flipH="1" rot="-5400000">
            <a:off x="6200781" y="2679871"/>
            <a:ext cx="258300" cy="19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5" name="Google Shape;1385;p30"/>
          <p:cNvCxnSpPr>
            <a:stCxn id="1374" idx="2"/>
            <a:endCxn id="1379" idx="0"/>
          </p:cNvCxnSpPr>
          <p:nvPr/>
        </p:nvCxnSpPr>
        <p:spPr>
          <a:xfrm flipH="1" rot="-5400000">
            <a:off x="7828281" y="1052371"/>
            <a:ext cx="269700" cy="346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6" name="Google Shape;1386;p30"/>
          <p:cNvSpPr/>
          <p:nvPr/>
        </p:nvSpPr>
        <p:spPr>
          <a:xfrm>
            <a:off x="1097913" y="40475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87" name="Google Shape;1387;p30"/>
          <p:cNvSpPr/>
          <p:nvPr/>
        </p:nvSpPr>
        <p:spPr>
          <a:xfrm>
            <a:off x="5785360" y="4557820"/>
            <a:ext cx="127990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88" name="Google Shape;1388;p30"/>
          <p:cNvSpPr/>
          <p:nvPr/>
        </p:nvSpPr>
        <p:spPr>
          <a:xfrm>
            <a:off x="1097913" y="35380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89" name="Google Shape;1389;p30"/>
          <p:cNvSpPr/>
          <p:nvPr/>
        </p:nvSpPr>
        <p:spPr>
          <a:xfrm>
            <a:off x="2614631" y="55918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0" name="Google Shape;1390;p30"/>
          <p:cNvSpPr/>
          <p:nvPr/>
        </p:nvSpPr>
        <p:spPr>
          <a:xfrm>
            <a:off x="2614632" y="456230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1" name="Google Shape;1391;p30"/>
          <p:cNvSpPr/>
          <p:nvPr/>
        </p:nvSpPr>
        <p:spPr>
          <a:xfrm>
            <a:off x="2606301" y="404989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2" name="Google Shape;1392;p30"/>
          <p:cNvSpPr/>
          <p:nvPr/>
        </p:nvSpPr>
        <p:spPr>
          <a:xfrm>
            <a:off x="4198018" y="507186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3" name="Google Shape;1393;p30"/>
          <p:cNvSpPr/>
          <p:nvPr/>
        </p:nvSpPr>
        <p:spPr>
          <a:xfrm>
            <a:off x="1097913" y="456230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4" name="Google Shape;1394;p30"/>
          <p:cNvSpPr/>
          <p:nvPr/>
        </p:nvSpPr>
        <p:spPr>
          <a:xfrm>
            <a:off x="5791862" y="353438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5" name="Google Shape;1395;p30"/>
          <p:cNvSpPr/>
          <p:nvPr/>
        </p:nvSpPr>
        <p:spPr>
          <a:xfrm>
            <a:off x="2614632" y="507708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6" name="Google Shape;1396;p30"/>
          <p:cNvSpPr/>
          <p:nvPr/>
        </p:nvSpPr>
        <p:spPr>
          <a:xfrm>
            <a:off x="2599188" y="35380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7" name="Google Shape;1397;p30"/>
          <p:cNvSpPr/>
          <p:nvPr/>
        </p:nvSpPr>
        <p:spPr>
          <a:xfrm>
            <a:off x="4202691" y="4043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8" name="Google Shape;1398;p30"/>
          <p:cNvSpPr/>
          <p:nvPr/>
        </p:nvSpPr>
        <p:spPr>
          <a:xfrm>
            <a:off x="4199996" y="455782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399" name="Google Shape;1399;p30"/>
          <p:cNvSpPr/>
          <p:nvPr/>
        </p:nvSpPr>
        <p:spPr>
          <a:xfrm>
            <a:off x="4198019" y="353801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0" name="Google Shape;1400;p30"/>
          <p:cNvSpPr/>
          <p:nvPr/>
        </p:nvSpPr>
        <p:spPr>
          <a:xfrm>
            <a:off x="5797884" y="403981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1" name="Google Shape;1401;p30"/>
          <p:cNvSpPr/>
          <p:nvPr/>
        </p:nvSpPr>
        <p:spPr>
          <a:xfrm>
            <a:off x="4204114" y="55918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2" name="Google Shape;1402;p30"/>
          <p:cNvSpPr/>
          <p:nvPr/>
        </p:nvSpPr>
        <p:spPr>
          <a:xfrm>
            <a:off x="9056882" y="35290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3" name="Google Shape;1403;p30"/>
          <p:cNvSpPr/>
          <p:nvPr/>
        </p:nvSpPr>
        <p:spPr>
          <a:xfrm>
            <a:off x="9056882" y="4043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4" name="Google Shape;1404;p30"/>
          <p:cNvSpPr/>
          <p:nvPr/>
        </p:nvSpPr>
        <p:spPr>
          <a:xfrm>
            <a:off x="9056881" y="455584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5" name="Google Shape;1405;p30"/>
          <p:cNvSpPr/>
          <p:nvPr/>
        </p:nvSpPr>
        <p:spPr>
          <a:xfrm>
            <a:off x="1097913" y="558559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6" name="Google Shape;1406;p30"/>
          <p:cNvSpPr/>
          <p:nvPr/>
        </p:nvSpPr>
        <p:spPr>
          <a:xfrm>
            <a:off x="7358079" y="291184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Retina RMN Ecosistema 2.0</a:t>
            </a:r>
            <a:endParaRPr/>
          </a:p>
        </p:txBody>
      </p:sp>
      <p:cxnSp>
        <p:nvCxnSpPr>
          <p:cNvPr id="1407" name="Google Shape;1407;p30"/>
          <p:cNvCxnSpPr>
            <a:stCxn id="1406" idx="0"/>
            <a:endCxn id="1374" idx="2"/>
          </p:cNvCxnSpPr>
          <p:nvPr/>
        </p:nvCxnSpPr>
        <p:spPr>
          <a:xfrm flipH="1" rot="5400000">
            <a:off x="7011293" y="1869193"/>
            <a:ext cx="262500" cy="182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8" name="Google Shape;1408;p30"/>
          <p:cNvSpPr/>
          <p:nvPr/>
        </p:nvSpPr>
        <p:spPr>
          <a:xfrm>
            <a:off x="5791862" y="506973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09" name="Google Shape;1409;p30"/>
          <p:cNvSpPr/>
          <p:nvPr/>
        </p:nvSpPr>
        <p:spPr>
          <a:xfrm>
            <a:off x="9056880" y="5067903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10" name="Google Shape;1410;p30"/>
          <p:cNvSpPr/>
          <p:nvPr/>
        </p:nvSpPr>
        <p:spPr>
          <a:xfrm>
            <a:off x="1097913" y="5066263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cxnSp>
        <p:nvCxnSpPr>
          <p:cNvPr id="1411" name="Google Shape;1411;p30"/>
          <p:cNvCxnSpPr>
            <a:stCxn id="1375" idx="2"/>
            <a:endCxn id="1388" idx="0"/>
          </p:cNvCxnSpPr>
          <p:nvPr/>
        </p:nvCxnSpPr>
        <p:spPr>
          <a:xfrm>
            <a:off x="1734613" y="3361270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2" name="Google Shape;1412;p30"/>
          <p:cNvCxnSpPr>
            <a:stCxn id="1376" idx="2"/>
            <a:endCxn id="1396" idx="0"/>
          </p:cNvCxnSpPr>
          <p:nvPr/>
        </p:nvCxnSpPr>
        <p:spPr>
          <a:xfrm>
            <a:off x="3235889" y="3361270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3" name="Google Shape;1413;p30"/>
          <p:cNvCxnSpPr>
            <a:stCxn id="1377" idx="2"/>
            <a:endCxn id="1399" idx="0"/>
          </p:cNvCxnSpPr>
          <p:nvPr/>
        </p:nvCxnSpPr>
        <p:spPr>
          <a:xfrm>
            <a:off x="4834720" y="3361269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4" name="Google Shape;1414;p30"/>
          <p:cNvCxnSpPr>
            <a:stCxn id="1378" idx="2"/>
            <a:endCxn id="1394" idx="0"/>
          </p:cNvCxnSpPr>
          <p:nvPr/>
        </p:nvCxnSpPr>
        <p:spPr>
          <a:xfrm>
            <a:off x="6428563" y="3361269"/>
            <a:ext cx="0" cy="17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5" name="Google Shape;1415;p30"/>
          <p:cNvCxnSpPr>
            <a:stCxn id="1379" idx="2"/>
            <a:endCxn id="1402" idx="0"/>
          </p:cNvCxnSpPr>
          <p:nvPr/>
        </p:nvCxnSpPr>
        <p:spPr>
          <a:xfrm flipH="1">
            <a:off x="9693436" y="3372855"/>
            <a:ext cx="1500" cy="15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6" name="Google Shape;1416;p30"/>
          <p:cNvSpPr/>
          <p:nvPr/>
        </p:nvSpPr>
        <p:spPr>
          <a:xfrm>
            <a:off x="5785360" y="5591878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1417" name="Google Shape;1417;p3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Planeación y Proyectos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3" name="Google Shape;1423;p31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1424" name="Google Shape;1424;p31"/>
          <p:cNvSpPr/>
          <p:nvPr/>
        </p:nvSpPr>
        <p:spPr>
          <a:xfrm>
            <a:off x="3230918" y="3779296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PMO Oxxo Mexico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31"/>
          <p:cNvSpPr/>
          <p:nvPr/>
        </p:nvSpPr>
        <p:spPr>
          <a:xfrm>
            <a:off x="5022309" y="2159359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1426" name="Google Shape;1426;p31"/>
          <p:cNvSpPr/>
          <p:nvPr/>
        </p:nvSpPr>
        <p:spPr>
          <a:xfrm>
            <a:off x="5076977" y="2758374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Área Planeación y Proyectos</a:t>
            </a:r>
            <a:endParaRPr/>
          </a:p>
        </p:txBody>
      </p:sp>
      <p:cxnSp>
        <p:nvCxnSpPr>
          <p:cNvPr id="1427" name="Google Shape;1427;p31"/>
          <p:cNvCxnSpPr>
            <a:stCxn id="1425" idx="2"/>
            <a:endCxn id="1426" idx="0"/>
          </p:cNvCxnSpPr>
          <p:nvPr/>
        </p:nvCxnSpPr>
        <p:spPr>
          <a:xfrm>
            <a:off x="5881398" y="2612959"/>
            <a:ext cx="0" cy="14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8" name="Google Shape;1428;p31"/>
          <p:cNvSpPr/>
          <p:nvPr/>
        </p:nvSpPr>
        <p:spPr>
          <a:xfrm>
            <a:off x="9707194" y="3779294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Gestion Pilotos EVA</a:t>
            </a:r>
            <a:endParaRPr/>
          </a:p>
        </p:txBody>
      </p:sp>
      <p:sp>
        <p:nvSpPr>
          <p:cNvPr id="1429" name="Google Shape;1429;p31"/>
          <p:cNvSpPr/>
          <p:nvPr/>
        </p:nvSpPr>
        <p:spPr>
          <a:xfrm>
            <a:off x="7842961" y="3781367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Solución</a:t>
            </a:r>
            <a:endParaRPr/>
          </a:p>
        </p:txBody>
      </p:sp>
      <p:sp>
        <p:nvSpPr>
          <p:cNvPr id="1430" name="Google Shape;1430;p31"/>
          <p:cNvSpPr/>
          <p:nvPr/>
        </p:nvSpPr>
        <p:spPr>
          <a:xfrm>
            <a:off x="4741597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Proyectos</a:t>
            </a:r>
            <a:endParaRPr/>
          </a:p>
        </p:txBody>
      </p:sp>
      <p:sp>
        <p:nvSpPr>
          <p:cNvPr id="1431" name="Google Shape;1431;p31"/>
          <p:cNvSpPr/>
          <p:nvPr/>
        </p:nvSpPr>
        <p:spPr>
          <a:xfrm>
            <a:off x="3276110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Proyectos</a:t>
            </a:r>
            <a:endParaRPr/>
          </a:p>
        </p:txBody>
      </p:sp>
      <p:sp>
        <p:nvSpPr>
          <p:cNvPr id="1432" name="Google Shape;1432;p31"/>
          <p:cNvSpPr/>
          <p:nvPr/>
        </p:nvSpPr>
        <p:spPr>
          <a:xfrm>
            <a:off x="345136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Gestion Capacidades</a:t>
            </a:r>
            <a:endParaRPr/>
          </a:p>
        </p:txBody>
      </p:sp>
      <p:sp>
        <p:nvSpPr>
          <p:cNvPr id="1433" name="Google Shape;1433;p31"/>
          <p:cNvSpPr/>
          <p:nvPr/>
        </p:nvSpPr>
        <p:spPr>
          <a:xfrm>
            <a:off x="6207084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Seguridad</a:t>
            </a:r>
            <a:endParaRPr/>
          </a:p>
        </p:txBody>
      </p:sp>
      <p:sp>
        <p:nvSpPr>
          <p:cNvPr id="1434" name="Google Shape;1434;p31"/>
          <p:cNvSpPr/>
          <p:nvPr/>
        </p:nvSpPr>
        <p:spPr>
          <a:xfrm>
            <a:off x="1810623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Proyectos</a:t>
            </a:r>
            <a:endParaRPr/>
          </a:p>
        </p:txBody>
      </p:sp>
      <p:cxnSp>
        <p:nvCxnSpPr>
          <p:cNvPr id="1435" name="Google Shape;1435;p31"/>
          <p:cNvCxnSpPr>
            <a:stCxn id="1432" idx="0"/>
            <a:endCxn id="1424" idx="2"/>
          </p:cNvCxnSpPr>
          <p:nvPr/>
        </p:nvCxnSpPr>
        <p:spPr>
          <a:xfrm rot="-5400000">
            <a:off x="2356050" y="2919980"/>
            <a:ext cx="300900" cy="293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6" name="Google Shape;1436;p31"/>
          <p:cNvCxnSpPr>
            <a:stCxn id="1434" idx="0"/>
            <a:endCxn id="1424" idx="2"/>
          </p:cNvCxnSpPr>
          <p:nvPr/>
        </p:nvCxnSpPr>
        <p:spPr>
          <a:xfrm rot="-5400000">
            <a:off x="3088787" y="3652730"/>
            <a:ext cx="300900" cy="146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7" name="Google Shape;1437;p31"/>
          <p:cNvCxnSpPr>
            <a:stCxn id="1430" idx="0"/>
            <a:endCxn id="1424" idx="2"/>
          </p:cNvCxnSpPr>
          <p:nvPr/>
        </p:nvCxnSpPr>
        <p:spPr>
          <a:xfrm flipH="1" rot="5400000">
            <a:off x="4554261" y="3652730"/>
            <a:ext cx="300900" cy="146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8" name="Google Shape;1438;p31"/>
          <p:cNvCxnSpPr>
            <a:stCxn id="1433" idx="0"/>
            <a:endCxn id="1424" idx="2"/>
          </p:cNvCxnSpPr>
          <p:nvPr/>
        </p:nvCxnSpPr>
        <p:spPr>
          <a:xfrm flipH="1" rot="5400000">
            <a:off x="5286998" y="2919980"/>
            <a:ext cx="300900" cy="293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9" name="Google Shape;1439;p31"/>
          <p:cNvCxnSpPr>
            <a:stCxn id="1431" idx="0"/>
            <a:endCxn id="1424" idx="2"/>
          </p:cNvCxnSpPr>
          <p:nvPr/>
        </p:nvCxnSpPr>
        <p:spPr>
          <a:xfrm rot="-5400000">
            <a:off x="3821824" y="4385180"/>
            <a:ext cx="300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0" name="Google Shape;1440;p31"/>
          <p:cNvCxnSpPr>
            <a:stCxn id="1424" idx="0"/>
            <a:endCxn id="1426" idx="2"/>
          </p:cNvCxnSpPr>
          <p:nvPr/>
        </p:nvCxnSpPr>
        <p:spPr>
          <a:xfrm rot="-5400000">
            <a:off x="4643073" y="2540896"/>
            <a:ext cx="567300" cy="190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1" name="Google Shape;1441;p31"/>
          <p:cNvCxnSpPr>
            <a:stCxn id="1428" idx="0"/>
            <a:endCxn id="1426" idx="2"/>
          </p:cNvCxnSpPr>
          <p:nvPr/>
        </p:nvCxnSpPr>
        <p:spPr>
          <a:xfrm flipH="1" rot="5400000">
            <a:off x="7881149" y="1212194"/>
            <a:ext cx="567300" cy="456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2" name="Google Shape;1442;p31"/>
          <p:cNvCxnSpPr>
            <a:stCxn id="1429" idx="0"/>
            <a:endCxn id="1426" idx="2"/>
          </p:cNvCxnSpPr>
          <p:nvPr/>
        </p:nvCxnSpPr>
        <p:spPr>
          <a:xfrm flipH="1" rot="5400000">
            <a:off x="6925424" y="2167967"/>
            <a:ext cx="569400" cy="265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2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 Proximidad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9" name="Google Shape;1449;p32"/>
          <p:cNvSpPr/>
          <p:nvPr/>
        </p:nvSpPr>
        <p:spPr>
          <a:xfrm>
            <a:off x="4362754" y="3170622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Jorge Hernandez</a:t>
            </a:r>
            <a:endParaRPr/>
          </a:p>
        </p:txBody>
      </p:sp>
      <p:sp>
        <p:nvSpPr>
          <p:cNvPr id="1450" name="Google Shape;1450;p32"/>
          <p:cNvSpPr/>
          <p:nvPr/>
        </p:nvSpPr>
        <p:spPr>
          <a:xfrm>
            <a:off x="5301210" y="2247895"/>
            <a:ext cx="1765008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451" name="Google Shape;1451;p32"/>
          <p:cNvSpPr/>
          <p:nvPr/>
        </p:nvSpPr>
        <p:spPr>
          <a:xfrm>
            <a:off x="6396005" y="3170622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cxnSp>
        <p:nvCxnSpPr>
          <p:cNvPr id="1452" name="Google Shape;1452;p32"/>
          <p:cNvCxnSpPr>
            <a:stCxn id="1449" idx="0"/>
            <a:endCxn id="1450" idx="2"/>
          </p:cNvCxnSpPr>
          <p:nvPr/>
        </p:nvCxnSpPr>
        <p:spPr>
          <a:xfrm rot="-5400000">
            <a:off x="5441824" y="2428872"/>
            <a:ext cx="467100" cy="101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3" name="Google Shape;1453;p32"/>
          <p:cNvCxnSpPr>
            <a:stCxn id="1451" idx="0"/>
            <a:endCxn id="1450" idx="2"/>
          </p:cNvCxnSpPr>
          <p:nvPr/>
        </p:nvCxnSpPr>
        <p:spPr>
          <a:xfrm flipH="1" rot="5400000">
            <a:off x="6485894" y="2401422"/>
            <a:ext cx="467100" cy="107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4" name="Google Shape;1454;p32"/>
          <p:cNvSpPr/>
          <p:nvPr/>
        </p:nvSpPr>
        <p:spPr>
          <a:xfrm>
            <a:off x="6514038" y="3803967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Asucena Orozco</a:t>
            </a:r>
            <a:endParaRPr/>
          </a:p>
        </p:txBody>
      </p:sp>
      <p:cxnSp>
        <p:nvCxnSpPr>
          <p:cNvPr id="1455" name="Google Shape;1455;p32"/>
          <p:cNvCxnSpPr>
            <a:stCxn id="1451" idx="2"/>
            <a:endCxn id="1454" idx="0"/>
          </p:cNvCxnSpPr>
          <p:nvPr/>
        </p:nvCxnSpPr>
        <p:spPr>
          <a:xfrm>
            <a:off x="7255094" y="3624222"/>
            <a:ext cx="0" cy="1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6" name="Google Shape;1456;p32"/>
          <p:cNvCxnSpPr>
            <a:stCxn id="1454" idx="2"/>
          </p:cNvCxnSpPr>
          <p:nvPr/>
        </p:nvCxnSpPr>
        <p:spPr>
          <a:xfrm>
            <a:off x="7255093" y="4259640"/>
            <a:ext cx="0" cy="34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7" name="Google Shape;1457;p32"/>
          <p:cNvCxnSpPr/>
          <p:nvPr/>
        </p:nvCxnSpPr>
        <p:spPr>
          <a:xfrm>
            <a:off x="5167174" y="3631458"/>
            <a:ext cx="0" cy="34501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8" name="Google Shape;1458;p32"/>
          <p:cNvSpPr/>
          <p:nvPr/>
        </p:nvSpPr>
        <p:spPr>
          <a:xfrm>
            <a:off x="6574346" y="459325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Soporte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1459" name="Google Shape;1459;p32"/>
          <p:cNvSpPr/>
          <p:nvPr/>
        </p:nvSpPr>
        <p:spPr>
          <a:xfrm>
            <a:off x="4486427" y="397647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1460" name="Google Shape;1460;p32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 Proximidad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7" name="Google Shape;1467;p33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1468" name="Google Shape;1468;p33"/>
          <p:cNvSpPr/>
          <p:nvPr/>
        </p:nvSpPr>
        <p:spPr>
          <a:xfrm>
            <a:off x="4362754" y="3170622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</p:txBody>
      </p:sp>
      <p:sp>
        <p:nvSpPr>
          <p:cNvPr id="1469" name="Google Shape;1469;p33"/>
          <p:cNvSpPr/>
          <p:nvPr/>
        </p:nvSpPr>
        <p:spPr>
          <a:xfrm>
            <a:off x="5301210" y="2247895"/>
            <a:ext cx="1765008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470" name="Google Shape;1470;p33"/>
          <p:cNvSpPr/>
          <p:nvPr/>
        </p:nvSpPr>
        <p:spPr>
          <a:xfrm>
            <a:off x="6396005" y="3170622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</p:txBody>
      </p:sp>
      <p:cxnSp>
        <p:nvCxnSpPr>
          <p:cNvPr id="1471" name="Google Shape;1471;p33"/>
          <p:cNvCxnSpPr>
            <a:stCxn id="1468" idx="0"/>
            <a:endCxn id="1469" idx="2"/>
          </p:cNvCxnSpPr>
          <p:nvPr/>
        </p:nvCxnSpPr>
        <p:spPr>
          <a:xfrm rot="-5400000">
            <a:off x="5441824" y="2428872"/>
            <a:ext cx="467100" cy="101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2" name="Google Shape;1472;p33"/>
          <p:cNvCxnSpPr>
            <a:stCxn id="1470" idx="0"/>
            <a:endCxn id="1469" idx="2"/>
          </p:cNvCxnSpPr>
          <p:nvPr/>
        </p:nvCxnSpPr>
        <p:spPr>
          <a:xfrm flipH="1" rot="5400000">
            <a:off x="6485894" y="2401422"/>
            <a:ext cx="467100" cy="107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3" name="Google Shape;1473;p33"/>
          <p:cNvSpPr/>
          <p:nvPr/>
        </p:nvSpPr>
        <p:spPr>
          <a:xfrm>
            <a:off x="6514038" y="3803967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</p:txBody>
      </p:sp>
      <p:cxnSp>
        <p:nvCxnSpPr>
          <p:cNvPr id="1474" name="Google Shape;1474;p33"/>
          <p:cNvCxnSpPr>
            <a:stCxn id="1470" idx="2"/>
            <a:endCxn id="1473" idx="0"/>
          </p:cNvCxnSpPr>
          <p:nvPr/>
        </p:nvCxnSpPr>
        <p:spPr>
          <a:xfrm>
            <a:off x="7255094" y="3624222"/>
            <a:ext cx="0" cy="1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5" name="Google Shape;1475;p33"/>
          <p:cNvCxnSpPr>
            <a:stCxn id="1473" idx="2"/>
          </p:cNvCxnSpPr>
          <p:nvPr/>
        </p:nvCxnSpPr>
        <p:spPr>
          <a:xfrm>
            <a:off x="7255093" y="4259640"/>
            <a:ext cx="0" cy="34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6" name="Google Shape;1476;p33"/>
          <p:cNvCxnSpPr/>
          <p:nvPr/>
        </p:nvCxnSpPr>
        <p:spPr>
          <a:xfrm>
            <a:off x="5167174" y="3631458"/>
            <a:ext cx="0" cy="34501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7" name="Google Shape;1477;p33"/>
          <p:cNvSpPr/>
          <p:nvPr/>
        </p:nvSpPr>
        <p:spPr>
          <a:xfrm>
            <a:off x="6574346" y="4593257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Soporte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1478" name="Google Shape;1478;p33"/>
          <p:cNvSpPr/>
          <p:nvPr/>
        </p:nvSpPr>
        <p:spPr>
          <a:xfrm>
            <a:off x="4486427" y="3976475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4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Operaciones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4" name="Google Shape;1484;p34"/>
          <p:cNvSpPr/>
          <p:nvPr/>
        </p:nvSpPr>
        <p:spPr>
          <a:xfrm>
            <a:off x="5445194" y="1057262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485" name="Google Shape;1485;p34"/>
          <p:cNvSpPr/>
          <p:nvPr/>
        </p:nvSpPr>
        <p:spPr>
          <a:xfrm>
            <a:off x="2421647" y="2238537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Jorge Hernandez</a:t>
            </a:r>
            <a:endParaRPr/>
          </a:p>
        </p:txBody>
      </p:sp>
      <p:sp>
        <p:nvSpPr>
          <p:cNvPr id="1486" name="Google Shape;1486;p34"/>
          <p:cNvSpPr/>
          <p:nvPr/>
        </p:nvSpPr>
        <p:spPr>
          <a:xfrm>
            <a:off x="73338" y="295245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Adan Gomez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4"/>
          <p:cNvSpPr/>
          <p:nvPr/>
        </p:nvSpPr>
        <p:spPr>
          <a:xfrm>
            <a:off x="1697860" y="297141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Luis Montelongo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4"/>
          <p:cNvSpPr/>
          <p:nvPr/>
        </p:nvSpPr>
        <p:spPr>
          <a:xfrm>
            <a:off x="3217237" y="295858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Emmanuel Cardenas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4"/>
          <p:cNvSpPr/>
          <p:nvPr/>
        </p:nvSpPr>
        <p:spPr>
          <a:xfrm>
            <a:off x="4727895" y="297616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0" name="Google Shape;1490;p34"/>
          <p:cNvCxnSpPr>
            <a:stCxn id="1485" idx="2"/>
            <a:endCxn id="1486" idx="0"/>
          </p:cNvCxnSpPr>
          <p:nvPr/>
        </p:nvCxnSpPr>
        <p:spPr>
          <a:xfrm rot="5400000">
            <a:off x="1836852" y="1626660"/>
            <a:ext cx="258300" cy="2393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1" name="Google Shape;1491;p34"/>
          <p:cNvCxnSpPr>
            <a:stCxn id="1485" idx="2"/>
            <a:endCxn id="1487" idx="0"/>
          </p:cNvCxnSpPr>
          <p:nvPr/>
        </p:nvCxnSpPr>
        <p:spPr>
          <a:xfrm rot="5400000">
            <a:off x="2639652" y="2448360"/>
            <a:ext cx="277200" cy="76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2" name="Google Shape;1492;p34"/>
          <p:cNvCxnSpPr>
            <a:stCxn id="1485" idx="2"/>
            <a:endCxn id="1488" idx="0"/>
          </p:cNvCxnSpPr>
          <p:nvPr/>
        </p:nvCxnSpPr>
        <p:spPr>
          <a:xfrm flipH="1" rot="-5400000">
            <a:off x="3405702" y="2451210"/>
            <a:ext cx="264300" cy="75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3" name="Google Shape;1493;p34"/>
          <p:cNvCxnSpPr>
            <a:stCxn id="1485" idx="2"/>
            <a:endCxn id="1489" idx="0"/>
          </p:cNvCxnSpPr>
          <p:nvPr/>
        </p:nvCxnSpPr>
        <p:spPr>
          <a:xfrm flipH="1" rot="-5400000">
            <a:off x="4152252" y="1704660"/>
            <a:ext cx="282000" cy="226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4" name="Google Shape;1494;p34"/>
          <p:cNvSpPr/>
          <p:nvPr/>
        </p:nvSpPr>
        <p:spPr>
          <a:xfrm>
            <a:off x="191667" y="41017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Edgar Ramos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4"/>
          <p:cNvSpPr/>
          <p:nvPr/>
        </p:nvSpPr>
        <p:spPr>
          <a:xfrm>
            <a:off x="191667" y="360385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Angel Arroyo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4"/>
          <p:cNvSpPr/>
          <p:nvPr/>
        </p:nvSpPr>
        <p:spPr>
          <a:xfrm>
            <a:off x="191667" y="459967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Felix Rosas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34"/>
          <p:cNvSpPr/>
          <p:nvPr/>
        </p:nvSpPr>
        <p:spPr>
          <a:xfrm>
            <a:off x="191667" y="509758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Joel Tellez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4"/>
          <p:cNvSpPr/>
          <p:nvPr/>
        </p:nvSpPr>
        <p:spPr>
          <a:xfrm>
            <a:off x="191666" y="559548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Altamirano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4"/>
          <p:cNvSpPr/>
          <p:nvPr/>
        </p:nvSpPr>
        <p:spPr>
          <a:xfrm>
            <a:off x="3335565" y="41017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Ortega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4"/>
          <p:cNvSpPr/>
          <p:nvPr/>
        </p:nvSpPr>
        <p:spPr>
          <a:xfrm>
            <a:off x="3335565" y="360385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Aurelio Cruz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34"/>
          <p:cNvSpPr/>
          <p:nvPr/>
        </p:nvSpPr>
        <p:spPr>
          <a:xfrm>
            <a:off x="3335565" y="459967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Fernando Camacho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4"/>
          <p:cNvSpPr/>
          <p:nvPr/>
        </p:nvSpPr>
        <p:spPr>
          <a:xfrm>
            <a:off x="3335565" y="509758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Israel Mujica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4"/>
          <p:cNvSpPr/>
          <p:nvPr/>
        </p:nvSpPr>
        <p:spPr>
          <a:xfrm>
            <a:off x="3335564" y="559548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Jonathan Zarzosa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4"/>
          <p:cNvSpPr/>
          <p:nvPr/>
        </p:nvSpPr>
        <p:spPr>
          <a:xfrm>
            <a:off x="3335564" y="609339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Segura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4"/>
          <p:cNvSpPr/>
          <p:nvPr/>
        </p:nvSpPr>
        <p:spPr>
          <a:xfrm>
            <a:off x="1816186" y="412072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Camargo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4"/>
          <p:cNvSpPr/>
          <p:nvPr/>
        </p:nvSpPr>
        <p:spPr>
          <a:xfrm>
            <a:off x="1816186" y="362281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Tavira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4"/>
          <p:cNvSpPr/>
          <p:nvPr/>
        </p:nvSpPr>
        <p:spPr>
          <a:xfrm>
            <a:off x="1816186" y="461862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Iliana Leon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4"/>
          <p:cNvSpPr/>
          <p:nvPr/>
        </p:nvSpPr>
        <p:spPr>
          <a:xfrm>
            <a:off x="1816186" y="511653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Guzman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4"/>
          <p:cNvSpPr/>
          <p:nvPr/>
        </p:nvSpPr>
        <p:spPr>
          <a:xfrm>
            <a:off x="1816185" y="561444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Rogelio Garcia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4"/>
          <p:cNvSpPr/>
          <p:nvPr/>
        </p:nvSpPr>
        <p:spPr>
          <a:xfrm>
            <a:off x="4846224" y="40901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Eleazar Guerrero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4"/>
          <p:cNvSpPr/>
          <p:nvPr/>
        </p:nvSpPr>
        <p:spPr>
          <a:xfrm>
            <a:off x="4846224" y="35922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Adriana Sanchez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4"/>
          <p:cNvSpPr/>
          <p:nvPr/>
        </p:nvSpPr>
        <p:spPr>
          <a:xfrm>
            <a:off x="4846224" y="458808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Gerardo Gomez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34"/>
          <p:cNvSpPr/>
          <p:nvPr/>
        </p:nvSpPr>
        <p:spPr>
          <a:xfrm>
            <a:off x="4846224" y="508599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Leonardo Aguilar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4"/>
          <p:cNvSpPr/>
          <p:nvPr/>
        </p:nvSpPr>
        <p:spPr>
          <a:xfrm>
            <a:off x="4846223" y="5583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Juarez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34"/>
          <p:cNvSpPr/>
          <p:nvPr/>
        </p:nvSpPr>
        <p:spPr>
          <a:xfrm>
            <a:off x="8450292" y="2238537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Asucena Orozco</a:t>
            </a:r>
            <a:endParaRPr/>
          </a:p>
        </p:txBody>
      </p:sp>
      <p:sp>
        <p:nvSpPr>
          <p:cNvPr id="1516" name="Google Shape;1516;p34"/>
          <p:cNvSpPr/>
          <p:nvPr/>
        </p:nvSpPr>
        <p:spPr>
          <a:xfrm>
            <a:off x="8380907" y="1689758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sp>
        <p:nvSpPr>
          <p:cNvPr id="1517" name="Google Shape;1517;p34"/>
          <p:cNvSpPr/>
          <p:nvPr/>
        </p:nvSpPr>
        <p:spPr>
          <a:xfrm>
            <a:off x="6254157" y="296756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Victor Vazquez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4"/>
          <p:cNvSpPr/>
          <p:nvPr/>
        </p:nvSpPr>
        <p:spPr>
          <a:xfrm>
            <a:off x="6400479" y="40901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Morales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4"/>
          <p:cNvSpPr/>
          <p:nvPr/>
        </p:nvSpPr>
        <p:spPr>
          <a:xfrm>
            <a:off x="6400479" y="35922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Toache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34"/>
          <p:cNvSpPr/>
          <p:nvPr/>
        </p:nvSpPr>
        <p:spPr>
          <a:xfrm>
            <a:off x="6400479" y="458808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de Jesus Balderas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4"/>
          <p:cNvSpPr/>
          <p:nvPr/>
        </p:nvSpPr>
        <p:spPr>
          <a:xfrm>
            <a:off x="6400479" y="508599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Ferretis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4"/>
          <p:cNvSpPr/>
          <p:nvPr/>
        </p:nvSpPr>
        <p:spPr>
          <a:xfrm>
            <a:off x="6400478" y="5583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Javier Medrano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34"/>
          <p:cNvSpPr/>
          <p:nvPr/>
        </p:nvSpPr>
        <p:spPr>
          <a:xfrm>
            <a:off x="7744439" y="295284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Ricardo Guzman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4"/>
          <p:cNvSpPr/>
          <p:nvPr/>
        </p:nvSpPr>
        <p:spPr>
          <a:xfrm>
            <a:off x="7890761" y="407546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Osvaldo Amado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34"/>
          <p:cNvSpPr/>
          <p:nvPr/>
        </p:nvSpPr>
        <p:spPr>
          <a:xfrm>
            <a:off x="7890761" y="357755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Manzano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4"/>
          <p:cNvSpPr/>
          <p:nvPr/>
        </p:nvSpPr>
        <p:spPr>
          <a:xfrm>
            <a:off x="7890761" y="457337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Reyna Crescencio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4"/>
          <p:cNvSpPr/>
          <p:nvPr/>
        </p:nvSpPr>
        <p:spPr>
          <a:xfrm>
            <a:off x="7890761" y="50712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Efren Aguilar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4"/>
          <p:cNvSpPr/>
          <p:nvPr/>
        </p:nvSpPr>
        <p:spPr>
          <a:xfrm>
            <a:off x="7890760" y="556918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Vidal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4"/>
          <p:cNvSpPr/>
          <p:nvPr/>
        </p:nvSpPr>
        <p:spPr>
          <a:xfrm>
            <a:off x="9234720" y="295284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Garcia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4"/>
          <p:cNvSpPr/>
          <p:nvPr/>
        </p:nvSpPr>
        <p:spPr>
          <a:xfrm>
            <a:off x="9381042" y="407546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Emmanuel Gonzalez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4"/>
          <p:cNvSpPr/>
          <p:nvPr/>
        </p:nvSpPr>
        <p:spPr>
          <a:xfrm>
            <a:off x="9381042" y="357755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Felipe Solano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9381042" y="457337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Gerzain de Lara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4"/>
          <p:cNvSpPr/>
          <p:nvPr/>
        </p:nvSpPr>
        <p:spPr>
          <a:xfrm>
            <a:off x="9381042" y="50712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Marcelino Perez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4"/>
          <p:cNvSpPr/>
          <p:nvPr/>
        </p:nvSpPr>
        <p:spPr>
          <a:xfrm>
            <a:off x="9381041" y="556918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Rivera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4"/>
          <p:cNvSpPr/>
          <p:nvPr/>
        </p:nvSpPr>
        <p:spPr>
          <a:xfrm>
            <a:off x="10688300" y="295284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Limon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4"/>
          <p:cNvSpPr/>
          <p:nvPr/>
        </p:nvSpPr>
        <p:spPr>
          <a:xfrm>
            <a:off x="10834622" y="407546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4"/>
          <p:cNvSpPr/>
          <p:nvPr/>
        </p:nvSpPr>
        <p:spPr>
          <a:xfrm>
            <a:off x="10834622" y="357755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Roberto Cisneros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4"/>
          <p:cNvSpPr/>
          <p:nvPr/>
        </p:nvSpPr>
        <p:spPr>
          <a:xfrm>
            <a:off x="10834622" y="457337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Lopez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4"/>
          <p:cNvSpPr/>
          <p:nvPr/>
        </p:nvSpPr>
        <p:spPr>
          <a:xfrm>
            <a:off x="10834622" y="50712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Sandra Lara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4"/>
          <p:cNvSpPr/>
          <p:nvPr/>
        </p:nvSpPr>
        <p:spPr>
          <a:xfrm>
            <a:off x="10834621" y="556918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Rosete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4"/>
          <p:cNvSpPr/>
          <p:nvPr/>
        </p:nvSpPr>
        <p:spPr>
          <a:xfrm>
            <a:off x="10834620" y="606615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Chavez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2" name="Google Shape;1542;p34"/>
          <p:cNvCxnSpPr>
            <a:stCxn id="1517" idx="0"/>
            <a:endCxn id="1515" idx="2"/>
          </p:cNvCxnSpPr>
          <p:nvPr/>
        </p:nvCxnSpPr>
        <p:spPr>
          <a:xfrm rot="-5400000">
            <a:off x="7934021" y="1710262"/>
            <a:ext cx="273300" cy="224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3" name="Google Shape;1543;p34"/>
          <p:cNvCxnSpPr>
            <a:stCxn id="1523" idx="0"/>
            <a:endCxn id="1515" idx="2"/>
          </p:cNvCxnSpPr>
          <p:nvPr/>
        </p:nvCxnSpPr>
        <p:spPr>
          <a:xfrm rot="-5400000">
            <a:off x="8686453" y="2448095"/>
            <a:ext cx="258600" cy="750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4" name="Google Shape;1544;p34"/>
          <p:cNvCxnSpPr>
            <a:stCxn id="1529" idx="0"/>
            <a:endCxn id="1515" idx="2"/>
          </p:cNvCxnSpPr>
          <p:nvPr/>
        </p:nvCxnSpPr>
        <p:spPr>
          <a:xfrm flipH="1" rot="5400000">
            <a:off x="9431684" y="2453945"/>
            <a:ext cx="258600" cy="739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5" name="Google Shape;1545;p34"/>
          <p:cNvCxnSpPr>
            <a:stCxn id="1535" idx="0"/>
            <a:endCxn id="1515" idx="2"/>
          </p:cNvCxnSpPr>
          <p:nvPr/>
        </p:nvCxnSpPr>
        <p:spPr>
          <a:xfrm flipH="1" rot="5400000">
            <a:off x="10158514" y="1727195"/>
            <a:ext cx="258600" cy="219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6" name="Google Shape;1546;p34"/>
          <p:cNvCxnSpPr>
            <a:stCxn id="1516" idx="2"/>
            <a:endCxn id="1515" idx="0"/>
          </p:cNvCxnSpPr>
          <p:nvPr/>
        </p:nvCxnSpPr>
        <p:spPr>
          <a:xfrm>
            <a:off x="9185327" y="2145431"/>
            <a:ext cx="6000" cy="9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7" name="Google Shape;1547;p34"/>
          <p:cNvCxnSpPr>
            <a:stCxn id="1516" idx="0"/>
            <a:endCxn id="1484" idx="2"/>
          </p:cNvCxnSpPr>
          <p:nvPr/>
        </p:nvCxnSpPr>
        <p:spPr>
          <a:xfrm flipH="1" rot="5400000">
            <a:off x="7629077" y="133508"/>
            <a:ext cx="176700" cy="2935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8" name="Google Shape;1548;p34"/>
          <p:cNvCxnSpPr>
            <a:stCxn id="1506" idx="1"/>
          </p:cNvCxnSpPr>
          <p:nvPr/>
        </p:nvCxnSpPr>
        <p:spPr>
          <a:xfrm rot="10800000">
            <a:off x="1745986" y="3429012"/>
            <a:ext cx="70200" cy="420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9" name="Google Shape;1549;p34"/>
          <p:cNvCxnSpPr>
            <a:stCxn id="1505" idx="1"/>
          </p:cNvCxnSpPr>
          <p:nvPr/>
        </p:nvCxnSpPr>
        <p:spPr>
          <a:xfrm rot="10800000">
            <a:off x="1742986" y="3443920"/>
            <a:ext cx="73200" cy="90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0" name="Google Shape;1550;p34"/>
          <p:cNvCxnSpPr>
            <a:stCxn id="1507" idx="1"/>
          </p:cNvCxnSpPr>
          <p:nvPr/>
        </p:nvCxnSpPr>
        <p:spPr>
          <a:xfrm rot="10800000">
            <a:off x="1745986" y="3443828"/>
            <a:ext cx="70200" cy="1401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1" name="Google Shape;1551;p34"/>
          <p:cNvCxnSpPr>
            <a:stCxn id="1508" idx="1"/>
          </p:cNvCxnSpPr>
          <p:nvPr/>
        </p:nvCxnSpPr>
        <p:spPr>
          <a:xfrm rot="10800000">
            <a:off x="1742986" y="3456636"/>
            <a:ext cx="73200" cy="188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2" name="Google Shape;1552;p34"/>
          <p:cNvCxnSpPr>
            <a:stCxn id="1509" idx="1"/>
          </p:cNvCxnSpPr>
          <p:nvPr/>
        </p:nvCxnSpPr>
        <p:spPr>
          <a:xfrm rot="10800000">
            <a:off x="1742985" y="3494643"/>
            <a:ext cx="73200" cy="2346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3" name="Google Shape;1553;p34"/>
          <p:cNvCxnSpPr>
            <a:stCxn id="1511" idx="1"/>
          </p:cNvCxnSpPr>
          <p:nvPr/>
        </p:nvCxnSpPr>
        <p:spPr>
          <a:xfrm rot="10800000">
            <a:off x="4789224" y="3483671"/>
            <a:ext cx="57000" cy="33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4" name="Google Shape;1554;p34"/>
          <p:cNvCxnSpPr>
            <a:stCxn id="1510" idx="1"/>
          </p:cNvCxnSpPr>
          <p:nvPr/>
        </p:nvCxnSpPr>
        <p:spPr>
          <a:xfrm rot="10800000">
            <a:off x="4789224" y="3428979"/>
            <a:ext cx="57000" cy="888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5" name="Google Shape;1555;p34"/>
          <p:cNvCxnSpPr>
            <a:stCxn id="1512" idx="1"/>
          </p:cNvCxnSpPr>
          <p:nvPr/>
        </p:nvCxnSpPr>
        <p:spPr>
          <a:xfrm rot="10800000">
            <a:off x="4789224" y="3428887"/>
            <a:ext cx="57000" cy="138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6" name="Google Shape;1556;p34"/>
          <p:cNvCxnSpPr>
            <a:stCxn id="1513" idx="1"/>
          </p:cNvCxnSpPr>
          <p:nvPr/>
        </p:nvCxnSpPr>
        <p:spPr>
          <a:xfrm rot="10800000">
            <a:off x="4789224" y="3429095"/>
            <a:ext cx="57000" cy="188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7" name="Google Shape;1557;p34"/>
          <p:cNvCxnSpPr>
            <a:stCxn id="1514" idx="1"/>
          </p:cNvCxnSpPr>
          <p:nvPr/>
        </p:nvCxnSpPr>
        <p:spPr>
          <a:xfrm rot="10800000">
            <a:off x="4789223" y="3421203"/>
            <a:ext cx="57000" cy="238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8" name="Google Shape;1558;p34"/>
          <p:cNvCxnSpPr>
            <a:stCxn id="1519" idx="1"/>
          </p:cNvCxnSpPr>
          <p:nvPr/>
        </p:nvCxnSpPr>
        <p:spPr>
          <a:xfrm rot="10800000">
            <a:off x="6334479" y="3421271"/>
            <a:ext cx="66000" cy="39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9" name="Google Shape;1559;p34"/>
          <p:cNvCxnSpPr>
            <a:stCxn id="1518" idx="1"/>
          </p:cNvCxnSpPr>
          <p:nvPr/>
        </p:nvCxnSpPr>
        <p:spPr>
          <a:xfrm rot="10800000">
            <a:off x="6329979" y="3465579"/>
            <a:ext cx="70500" cy="85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0" name="Google Shape;1560;p34"/>
          <p:cNvCxnSpPr>
            <a:stCxn id="1520" idx="1"/>
          </p:cNvCxnSpPr>
          <p:nvPr/>
        </p:nvCxnSpPr>
        <p:spPr>
          <a:xfrm rot="10800000">
            <a:off x="6336579" y="3456487"/>
            <a:ext cx="63900" cy="135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1" name="Google Shape;1561;p34"/>
          <p:cNvCxnSpPr>
            <a:stCxn id="1521" idx="1"/>
          </p:cNvCxnSpPr>
          <p:nvPr/>
        </p:nvCxnSpPr>
        <p:spPr>
          <a:xfrm rot="10800000">
            <a:off x="6330879" y="3444095"/>
            <a:ext cx="69600" cy="186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2" name="Google Shape;1562;p34"/>
          <p:cNvCxnSpPr>
            <a:stCxn id="1522" idx="1"/>
          </p:cNvCxnSpPr>
          <p:nvPr/>
        </p:nvCxnSpPr>
        <p:spPr>
          <a:xfrm rot="10800000">
            <a:off x="6336578" y="3436803"/>
            <a:ext cx="63900" cy="237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3" name="Google Shape;1563;p34"/>
          <p:cNvCxnSpPr>
            <a:stCxn id="1524" idx="1"/>
          </p:cNvCxnSpPr>
          <p:nvPr/>
        </p:nvCxnSpPr>
        <p:spPr>
          <a:xfrm rot="10800000">
            <a:off x="7825961" y="3436762"/>
            <a:ext cx="64800" cy="86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4" name="Google Shape;1564;p34"/>
          <p:cNvCxnSpPr>
            <a:stCxn id="1526" idx="1"/>
          </p:cNvCxnSpPr>
          <p:nvPr/>
        </p:nvCxnSpPr>
        <p:spPr>
          <a:xfrm rot="10800000">
            <a:off x="7825961" y="3421070"/>
            <a:ext cx="64800" cy="1379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5" name="Google Shape;1565;p34"/>
          <p:cNvCxnSpPr>
            <a:stCxn id="1527" idx="1"/>
          </p:cNvCxnSpPr>
          <p:nvPr/>
        </p:nvCxnSpPr>
        <p:spPr>
          <a:xfrm rot="10800000">
            <a:off x="7825961" y="3429078"/>
            <a:ext cx="64800" cy="186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6" name="Google Shape;1566;p34"/>
          <p:cNvCxnSpPr>
            <a:stCxn id="1528" idx="1"/>
          </p:cNvCxnSpPr>
          <p:nvPr/>
        </p:nvCxnSpPr>
        <p:spPr>
          <a:xfrm rot="10800000">
            <a:off x="7825960" y="3428986"/>
            <a:ext cx="64800" cy="236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7" name="Google Shape;1567;p34"/>
          <p:cNvCxnSpPr>
            <a:stCxn id="1485" idx="0"/>
            <a:endCxn id="1484" idx="2"/>
          </p:cNvCxnSpPr>
          <p:nvPr/>
        </p:nvCxnSpPr>
        <p:spPr>
          <a:xfrm rot="-5400000">
            <a:off x="4343352" y="332187"/>
            <a:ext cx="725700" cy="3087000"/>
          </a:xfrm>
          <a:prstGeom prst="bentConnector3">
            <a:avLst>
              <a:gd fmla="val 8737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8" name="Google Shape;1568;p34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  <p:cxnSp>
        <p:nvCxnSpPr>
          <p:cNvPr id="1569" name="Google Shape;1569;p34"/>
          <p:cNvCxnSpPr>
            <a:stCxn id="1495" idx="1"/>
          </p:cNvCxnSpPr>
          <p:nvPr/>
        </p:nvCxnSpPr>
        <p:spPr>
          <a:xfrm rot="10800000">
            <a:off x="143667" y="3393856"/>
            <a:ext cx="48000" cy="43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0" name="Google Shape;1570;p34"/>
          <p:cNvCxnSpPr>
            <a:stCxn id="1494" idx="1"/>
          </p:cNvCxnSpPr>
          <p:nvPr/>
        </p:nvCxnSpPr>
        <p:spPr>
          <a:xfrm rot="10800000">
            <a:off x="143667" y="3394064"/>
            <a:ext cx="48000" cy="93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1" name="Google Shape;1571;p34"/>
          <p:cNvCxnSpPr>
            <a:stCxn id="1496" idx="1"/>
          </p:cNvCxnSpPr>
          <p:nvPr/>
        </p:nvCxnSpPr>
        <p:spPr>
          <a:xfrm rot="10800000">
            <a:off x="143667" y="3393971"/>
            <a:ext cx="48000" cy="143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2" name="Google Shape;1572;p34"/>
          <p:cNvCxnSpPr>
            <a:stCxn id="1497" idx="1"/>
          </p:cNvCxnSpPr>
          <p:nvPr/>
        </p:nvCxnSpPr>
        <p:spPr>
          <a:xfrm rot="10800000">
            <a:off x="143667" y="3393880"/>
            <a:ext cx="48000" cy="1930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3" name="Google Shape;1573;p34"/>
          <p:cNvCxnSpPr>
            <a:stCxn id="1498" idx="1"/>
          </p:cNvCxnSpPr>
          <p:nvPr/>
        </p:nvCxnSpPr>
        <p:spPr>
          <a:xfrm rot="10800000">
            <a:off x="143666" y="3394088"/>
            <a:ext cx="48000" cy="242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4" name="Google Shape;1574;p34"/>
          <p:cNvCxnSpPr>
            <a:stCxn id="1500" idx="1"/>
          </p:cNvCxnSpPr>
          <p:nvPr/>
        </p:nvCxnSpPr>
        <p:spPr>
          <a:xfrm rot="10800000">
            <a:off x="3270165" y="3419956"/>
            <a:ext cx="65400" cy="410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5" name="Google Shape;1575;p34"/>
          <p:cNvCxnSpPr>
            <a:stCxn id="1499" idx="1"/>
          </p:cNvCxnSpPr>
          <p:nvPr/>
        </p:nvCxnSpPr>
        <p:spPr>
          <a:xfrm rot="10800000">
            <a:off x="3270165" y="3419864"/>
            <a:ext cx="65400" cy="90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6" name="Google Shape;1576;p34"/>
          <p:cNvCxnSpPr>
            <a:stCxn id="1501" idx="1"/>
          </p:cNvCxnSpPr>
          <p:nvPr/>
        </p:nvCxnSpPr>
        <p:spPr>
          <a:xfrm rot="10800000">
            <a:off x="3270165" y="3419771"/>
            <a:ext cx="65400" cy="140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7" name="Google Shape;1577;p34"/>
          <p:cNvCxnSpPr>
            <a:stCxn id="1502" idx="1"/>
          </p:cNvCxnSpPr>
          <p:nvPr/>
        </p:nvCxnSpPr>
        <p:spPr>
          <a:xfrm rot="10800000">
            <a:off x="3270165" y="3419680"/>
            <a:ext cx="65400" cy="1904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8" name="Google Shape;1578;p34"/>
          <p:cNvCxnSpPr>
            <a:stCxn id="1503" idx="1"/>
          </p:cNvCxnSpPr>
          <p:nvPr/>
        </p:nvCxnSpPr>
        <p:spPr>
          <a:xfrm rot="10800000">
            <a:off x="3270164" y="3419888"/>
            <a:ext cx="65400" cy="240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9" name="Google Shape;1579;p34"/>
          <p:cNvCxnSpPr>
            <a:stCxn id="1504" idx="1"/>
          </p:cNvCxnSpPr>
          <p:nvPr/>
        </p:nvCxnSpPr>
        <p:spPr>
          <a:xfrm rot="10800000">
            <a:off x="3270164" y="3419796"/>
            <a:ext cx="65400" cy="2900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0" name="Google Shape;1580;p34"/>
          <p:cNvCxnSpPr>
            <a:stCxn id="1531" idx="1"/>
          </p:cNvCxnSpPr>
          <p:nvPr/>
        </p:nvCxnSpPr>
        <p:spPr>
          <a:xfrm rot="10800000">
            <a:off x="9327342" y="3387354"/>
            <a:ext cx="53700" cy="41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1" name="Google Shape;1581;p34"/>
          <p:cNvCxnSpPr>
            <a:stCxn id="1530" idx="1"/>
          </p:cNvCxnSpPr>
          <p:nvPr/>
        </p:nvCxnSpPr>
        <p:spPr>
          <a:xfrm rot="10800000">
            <a:off x="9327342" y="3387262"/>
            <a:ext cx="53700" cy="91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2" name="Google Shape;1582;p34"/>
          <p:cNvCxnSpPr>
            <a:stCxn id="1532" idx="1"/>
          </p:cNvCxnSpPr>
          <p:nvPr/>
        </p:nvCxnSpPr>
        <p:spPr>
          <a:xfrm rot="10800000">
            <a:off x="9327342" y="3387170"/>
            <a:ext cx="53700" cy="1413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3" name="Google Shape;1583;p34"/>
          <p:cNvCxnSpPr>
            <a:stCxn id="1533" idx="1"/>
          </p:cNvCxnSpPr>
          <p:nvPr/>
        </p:nvCxnSpPr>
        <p:spPr>
          <a:xfrm rot="10800000">
            <a:off x="9327342" y="3387378"/>
            <a:ext cx="53700" cy="1910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4" name="Google Shape;1584;p34"/>
          <p:cNvCxnSpPr>
            <a:stCxn id="1534" idx="1"/>
          </p:cNvCxnSpPr>
          <p:nvPr/>
        </p:nvCxnSpPr>
        <p:spPr>
          <a:xfrm rot="10800000">
            <a:off x="9327341" y="3387286"/>
            <a:ext cx="53700" cy="240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5" name="Google Shape;1585;p34"/>
          <p:cNvCxnSpPr>
            <a:stCxn id="1537" idx="1"/>
          </p:cNvCxnSpPr>
          <p:nvPr/>
        </p:nvCxnSpPr>
        <p:spPr>
          <a:xfrm rot="10800000">
            <a:off x="10783622" y="3403254"/>
            <a:ext cx="51000" cy="40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6" name="Google Shape;1586;p34"/>
          <p:cNvCxnSpPr>
            <a:stCxn id="1536" idx="1"/>
          </p:cNvCxnSpPr>
          <p:nvPr/>
        </p:nvCxnSpPr>
        <p:spPr>
          <a:xfrm rot="10800000">
            <a:off x="10783622" y="3403162"/>
            <a:ext cx="51000" cy="899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7" name="Google Shape;1587;p34"/>
          <p:cNvCxnSpPr>
            <a:stCxn id="1538" idx="1"/>
          </p:cNvCxnSpPr>
          <p:nvPr/>
        </p:nvCxnSpPr>
        <p:spPr>
          <a:xfrm rot="10800000">
            <a:off x="10783622" y="3403370"/>
            <a:ext cx="51000" cy="139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8" name="Google Shape;1588;p34"/>
          <p:cNvCxnSpPr>
            <a:stCxn id="1539" idx="1"/>
          </p:cNvCxnSpPr>
          <p:nvPr/>
        </p:nvCxnSpPr>
        <p:spPr>
          <a:xfrm rot="10800000">
            <a:off x="10783622" y="3403278"/>
            <a:ext cx="51000" cy="1894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9" name="Google Shape;1589;p34"/>
          <p:cNvCxnSpPr>
            <a:stCxn id="1540" idx="1"/>
          </p:cNvCxnSpPr>
          <p:nvPr/>
        </p:nvCxnSpPr>
        <p:spPr>
          <a:xfrm rot="10800000">
            <a:off x="10783621" y="3403186"/>
            <a:ext cx="51000" cy="239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0" name="Google Shape;1590;p34"/>
          <p:cNvCxnSpPr>
            <a:stCxn id="1541" idx="1"/>
          </p:cNvCxnSpPr>
          <p:nvPr/>
        </p:nvCxnSpPr>
        <p:spPr>
          <a:xfrm rot="10800000">
            <a:off x="10783620" y="3403352"/>
            <a:ext cx="51000" cy="288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1" name="Google Shape;1591;p34"/>
          <p:cNvCxnSpPr>
            <a:stCxn id="1525" idx="1"/>
          </p:cNvCxnSpPr>
          <p:nvPr/>
        </p:nvCxnSpPr>
        <p:spPr>
          <a:xfrm rot="10800000">
            <a:off x="7824461" y="3465354"/>
            <a:ext cx="66300" cy="33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3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Operaciones TI – Operaciones CDS (1/2)</a:t>
            </a:r>
            <a:endParaRPr/>
          </a:p>
        </p:txBody>
      </p:sp>
      <p:sp>
        <p:nvSpPr>
          <p:cNvPr id="1597" name="Google Shape;1597;p35"/>
          <p:cNvSpPr/>
          <p:nvPr/>
        </p:nvSpPr>
        <p:spPr>
          <a:xfrm>
            <a:off x="5370545" y="1201689"/>
            <a:ext cx="1776301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598" name="Google Shape;1598;p35"/>
          <p:cNvSpPr/>
          <p:nvPr/>
        </p:nvSpPr>
        <p:spPr>
          <a:xfrm>
            <a:off x="5511146" y="2261663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Asucena Orozco</a:t>
            </a:r>
            <a:endParaRPr/>
          </a:p>
        </p:txBody>
      </p:sp>
      <p:sp>
        <p:nvSpPr>
          <p:cNvPr id="1599" name="Google Shape;1599;p35"/>
          <p:cNvSpPr/>
          <p:nvPr/>
        </p:nvSpPr>
        <p:spPr>
          <a:xfrm>
            <a:off x="5451092" y="1731546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sp>
        <p:nvSpPr>
          <p:cNvPr id="1600" name="Google Shape;1600;p35"/>
          <p:cNvSpPr/>
          <p:nvPr/>
        </p:nvSpPr>
        <p:spPr>
          <a:xfrm>
            <a:off x="2596657" y="296979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Victor Vazquez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5"/>
          <p:cNvSpPr/>
          <p:nvPr/>
        </p:nvSpPr>
        <p:spPr>
          <a:xfrm>
            <a:off x="1233210" y="3671780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Villahermosa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Morales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5"/>
          <p:cNvSpPr/>
          <p:nvPr/>
        </p:nvSpPr>
        <p:spPr>
          <a:xfrm>
            <a:off x="36593" y="3671785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Merida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Toache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35"/>
          <p:cNvSpPr/>
          <p:nvPr/>
        </p:nvSpPr>
        <p:spPr>
          <a:xfrm>
            <a:off x="2430935" y="3671780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Puebla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de Jesus Balderas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5"/>
          <p:cNvSpPr/>
          <p:nvPr/>
        </p:nvSpPr>
        <p:spPr>
          <a:xfrm>
            <a:off x="3631410" y="3671780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Veracruz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Ferretis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35"/>
          <p:cNvSpPr/>
          <p:nvPr/>
        </p:nvSpPr>
        <p:spPr>
          <a:xfrm>
            <a:off x="4828009" y="3671780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Toluca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Javier Medrano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5"/>
          <p:cNvSpPr/>
          <p:nvPr/>
        </p:nvSpPr>
        <p:spPr>
          <a:xfrm>
            <a:off x="8437447" y="297540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Ricardo Guzman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5"/>
          <p:cNvSpPr/>
          <p:nvPr/>
        </p:nvSpPr>
        <p:spPr>
          <a:xfrm>
            <a:off x="9711123" y="3670167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Osvaldo Amado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5"/>
          <p:cNvSpPr/>
          <p:nvPr/>
        </p:nvSpPr>
        <p:spPr>
          <a:xfrm>
            <a:off x="10914116" y="3670167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Azcapotzalco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Manzano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35"/>
          <p:cNvSpPr/>
          <p:nvPr/>
        </p:nvSpPr>
        <p:spPr>
          <a:xfrm>
            <a:off x="8520060" y="3670167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Aguascalientes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Reyna Crescencio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5"/>
          <p:cNvSpPr/>
          <p:nvPr/>
        </p:nvSpPr>
        <p:spPr>
          <a:xfrm>
            <a:off x="7326499" y="3670167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Efren Aguilar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35"/>
          <p:cNvSpPr/>
          <p:nvPr/>
        </p:nvSpPr>
        <p:spPr>
          <a:xfrm>
            <a:off x="6128774" y="3671784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Queretaro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Vidal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2" name="Google Shape;1612;p35"/>
          <p:cNvCxnSpPr>
            <a:stCxn id="1599" idx="2"/>
            <a:endCxn id="1598" idx="0"/>
          </p:cNvCxnSpPr>
          <p:nvPr/>
        </p:nvCxnSpPr>
        <p:spPr>
          <a:xfrm flipH="1">
            <a:off x="6252212" y="2187219"/>
            <a:ext cx="3300" cy="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3" name="Google Shape;1613;p35"/>
          <p:cNvCxnSpPr>
            <a:stCxn id="1597" idx="2"/>
            <a:endCxn id="1599" idx="0"/>
          </p:cNvCxnSpPr>
          <p:nvPr/>
        </p:nvCxnSpPr>
        <p:spPr>
          <a:xfrm flipH="1">
            <a:off x="6255396" y="1657362"/>
            <a:ext cx="33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4" name="Google Shape;1614;p35"/>
          <p:cNvCxnSpPr>
            <a:stCxn id="1602" idx="0"/>
            <a:endCxn id="1600" idx="2"/>
          </p:cNvCxnSpPr>
          <p:nvPr/>
        </p:nvCxnSpPr>
        <p:spPr>
          <a:xfrm rot="-5400000">
            <a:off x="1836190" y="2215435"/>
            <a:ext cx="248400" cy="266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5" name="Google Shape;1615;p35"/>
          <p:cNvCxnSpPr>
            <a:stCxn id="1605" idx="0"/>
            <a:endCxn id="1600" idx="2"/>
          </p:cNvCxnSpPr>
          <p:nvPr/>
        </p:nvCxnSpPr>
        <p:spPr>
          <a:xfrm flipH="1" rot="5400000">
            <a:off x="4231957" y="2484080"/>
            <a:ext cx="248400" cy="212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6" name="Google Shape;1616;p35"/>
          <p:cNvCxnSpPr>
            <a:stCxn id="1601" idx="0"/>
            <a:endCxn id="1600" idx="2"/>
          </p:cNvCxnSpPr>
          <p:nvPr/>
        </p:nvCxnSpPr>
        <p:spPr>
          <a:xfrm rot="-5400000">
            <a:off x="2434458" y="2813780"/>
            <a:ext cx="248400" cy="146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7" name="Google Shape;1617;p35"/>
          <p:cNvCxnSpPr>
            <a:stCxn id="1604" idx="0"/>
            <a:endCxn id="1600" idx="2"/>
          </p:cNvCxnSpPr>
          <p:nvPr/>
        </p:nvCxnSpPr>
        <p:spPr>
          <a:xfrm flipH="1" rot="5400000">
            <a:off x="3633557" y="3082280"/>
            <a:ext cx="248400" cy="93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8" name="Google Shape;1618;p35"/>
          <p:cNvCxnSpPr>
            <a:stCxn id="1603" idx="0"/>
            <a:endCxn id="1600" idx="2"/>
          </p:cNvCxnSpPr>
          <p:nvPr/>
        </p:nvCxnSpPr>
        <p:spPr>
          <a:xfrm rot="-5400000">
            <a:off x="3033383" y="3412580"/>
            <a:ext cx="248400" cy="27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9" name="Google Shape;1619;p35"/>
          <p:cNvSpPr/>
          <p:nvPr/>
        </p:nvSpPr>
        <p:spPr>
          <a:xfrm>
            <a:off x="36593" y="42357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Jonathan Sanchez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5"/>
          <p:cNvSpPr/>
          <p:nvPr/>
        </p:nvSpPr>
        <p:spPr>
          <a:xfrm>
            <a:off x="36592" y="46893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Eduwing Poot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5"/>
          <p:cNvSpPr/>
          <p:nvPr/>
        </p:nvSpPr>
        <p:spPr>
          <a:xfrm>
            <a:off x="36591" y="51429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Alpuche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5"/>
          <p:cNvSpPr/>
          <p:nvPr/>
        </p:nvSpPr>
        <p:spPr>
          <a:xfrm>
            <a:off x="1227896" y="42357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35"/>
          <p:cNvSpPr/>
          <p:nvPr/>
        </p:nvSpPr>
        <p:spPr>
          <a:xfrm>
            <a:off x="1227895" y="46893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Mirella Cuevas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5"/>
          <p:cNvSpPr/>
          <p:nvPr/>
        </p:nvSpPr>
        <p:spPr>
          <a:xfrm>
            <a:off x="1227894" y="51429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Perez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35"/>
          <p:cNvSpPr/>
          <p:nvPr/>
        </p:nvSpPr>
        <p:spPr>
          <a:xfrm>
            <a:off x="2430316" y="42357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Estefany Lopez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35"/>
          <p:cNvSpPr/>
          <p:nvPr/>
        </p:nvSpPr>
        <p:spPr>
          <a:xfrm>
            <a:off x="2430315" y="46893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Erik Bustos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5"/>
          <p:cNvSpPr/>
          <p:nvPr/>
        </p:nvSpPr>
        <p:spPr>
          <a:xfrm>
            <a:off x="2430314" y="514290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Tepox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5"/>
          <p:cNvSpPr/>
          <p:nvPr/>
        </p:nvSpPr>
        <p:spPr>
          <a:xfrm>
            <a:off x="3637370" y="4235696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Cruz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5"/>
          <p:cNvSpPr/>
          <p:nvPr/>
        </p:nvSpPr>
        <p:spPr>
          <a:xfrm>
            <a:off x="3637369" y="4689296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Julio Jimenez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5"/>
          <p:cNvSpPr/>
          <p:nvPr/>
        </p:nvSpPr>
        <p:spPr>
          <a:xfrm>
            <a:off x="3637368" y="5142896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Martinez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5"/>
          <p:cNvSpPr/>
          <p:nvPr/>
        </p:nvSpPr>
        <p:spPr>
          <a:xfrm>
            <a:off x="4833969" y="42341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Marco Gonzalez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5"/>
          <p:cNvSpPr/>
          <p:nvPr/>
        </p:nvSpPr>
        <p:spPr>
          <a:xfrm>
            <a:off x="4833968" y="46877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Bani Manjarrez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5"/>
          <p:cNvSpPr/>
          <p:nvPr/>
        </p:nvSpPr>
        <p:spPr>
          <a:xfrm>
            <a:off x="4833967" y="51413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Erick Bastida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5"/>
          <p:cNvSpPr/>
          <p:nvPr/>
        </p:nvSpPr>
        <p:spPr>
          <a:xfrm>
            <a:off x="4833967" y="55949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Eduardo Rebollo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35"/>
          <p:cNvSpPr/>
          <p:nvPr/>
        </p:nvSpPr>
        <p:spPr>
          <a:xfrm>
            <a:off x="6135582" y="42341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Rene Carreon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5"/>
          <p:cNvSpPr/>
          <p:nvPr/>
        </p:nvSpPr>
        <p:spPr>
          <a:xfrm>
            <a:off x="6135581" y="46877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Guadalupe Cabello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5"/>
          <p:cNvSpPr/>
          <p:nvPr/>
        </p:nvSpPr>
        <p:spPr>
          <a:xfrm>
            <a:off x="6135580" y="51413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 Diaz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5"/>
          <p:cNvSpPr/>
          <p:nvPr/>
        </p:nvSpPr>
        <p:spPr>
          <a:xfrm>
            <a:off x="7326885" y="42341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Omar Cosme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5"/>
          <p:cNvSpPr/>
          <p:nvPr/>
        </p:nvSpPr>
        <p:spPr>
          <a:xfrm>
            <a:off x="7326884" y="46877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Marcos Velázquez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5"/>
          <p:cNvSpPr/>
          <p:nvPr/>
        </p:nvSpPr>
        <p:spPr>
          <a:xfrm>
            <a:off x="7326883" y="51413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Reyes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5"/>
          <p:cNvSpPr/>
          <p:nvPr/>
        </p:nvSpPr>
        <p:spPr>
          <a:xfrm>
            <a:off x="8529305" y="42341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Esparza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5"/>
          <p:cNvSpPr/>
          <p:nvPr/>
        </p:nvSpPr>
        <p:spPr>
          <a:xfrm>
            <a:off x="8529304" y="4687751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Eduardo Rosales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5"/>
          <p:cNvSpPr/>
          <p:nvPr/>
        </p:nvSpPr>
        <p:spPr>
          <a:xfrm>
            <a:off x="9717309" y="42341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Axel Rodriguez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35"/>
          <p:cNvSpPr/>
          <p:nvPr/>
        </p:nvSpPr>
        <p:spPr>
          <a:xfrm>
            <a:off x="9717308" y="46877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Bermudez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5"/>
          <p:cNvSpPr/>
          <p:nvPr/>
        </p:nvSpPr>
        <p:spPr>
          <a:xfrm>
            <a:off x="9717307" y="51413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Zaira Saldivar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5"/>
          <p:cNvSpPr/>
          <p:nvPr/>
        </p:nvSpPr>
        <p:spPr>
          <a:xfrm>
            <a:off x="10913908" y="423259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Rodolfo Zacarias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5"/>
          <p:cNvSpPr/>
          <p:nvPr/>
        </p:nvSpPr>
        <p:spPr>
          <a:xfrm>
            <a:off x="10913907" y="468619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 Piña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5"/>
          <p:cNvSpPr/>
          <p:nvPr/>
        </p:nvSpPr>
        <p:spPr>
          <a:xfrm>
            <a:off x="10913906" y="513979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Giovanni Veloz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5"/>
          <p:cNvSpPr/>
          <p:nvPr/>
        </p:nvSpPr>
        <p:spPr>
          <a:xfrm>
            <a:off x="7326499" y="559494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Carmen Yañez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35"/>
          <p:cNvSpPr/>
          <p:nvPr/>
        </p:nvSpPr>
        <p:spPr>
          <a:xfrm>
            <a:off x="7326498" y="604614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Sonia Ramos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1" name="Google Shape;1651;p35"/>
          <p:cNvCxnSpPr>
            <a:stCxn id="1611" idx="0"/>
            <a:endCxn id="1606" idx="2"/>
          </p:cNvCxnSpPr>
          <p:nvPr/>
        </p:nvCxnSpPr>
        <p:spPr>
          <a:xfrm rot="-5400000">
            <a:off x="7804104" y="2342634"/>
            <a:ext cx="242700" cy="2415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2" name="Google Shape;1652;p35"/>
          <p:cNvCxnSpPr>
            <a:stCxn id="1610" idx="0"/>
            <a:endCxn id="1606" idx="2"/>
          </p:cNvCxnSpPr>
          <p:nvPr/>
        </p:nvCxnSpPr>
        <p:spPr>
          <a:xfrm rot="-5400000">
            <a:off x="8403779" y="2940567"/>
            <a:ext cx="241200" cy="121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3" name="Google Shape;1653;p35"/>
          <p:cNvCxnSpPr>
            <a:stCxn id="1609" idx="0"/>
            <a:endCxn id="1606" idx="2"/>
          </p:cNvCxnSpPr>
          <p:nvPr/>
        </p:nvCxnSpPr>
        <p:spPr>
          <a:xfrm rot="-5400000">
            <a:off x="9000490" y="3537417"/>
            <a:ext cx="241200" cy="2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4" name="Google Shape;1654;p35"/>
          <p:cNvCxnSpPr>
            <a:stCxn id="1607" idx="0"/>
            <a:endCxn id="1606" idx="2"/>
          </p:cNvCxnSpPr>
          <p:nvPr/>
        </p:nvCxnSpPr>
        <p:spPr>
          <a:xfrm flipH="1" rot="5400000">
            <a:off x="9596053" y="2966217"/>
            <a:ext cx="241200" cy="116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5" name="Google Shape;1655;p35"/>
          <p:cNvCxnSpPr>
            <a:stCxn id="1608" idx="0"/>
            <a:endCxn id="1606" idx="2"/>
          </p:cNvCxnSpPr>
          <p:nvPr/>
        </p:nvCxnSpPr>
        <p:spPr>
          <a:xfrm flipH="1" rot="5400000">
            <a:off x="10197546" y="2364717"/>
            <a:ext cx="241200" cy="236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6" name="Google Shape;1656;p35"/>
          <p:cNvCxnSpPr>
            <a:stCxn id="1600" idx="0"/>
            <a:endCxn id="1598" idx="2"/>
          </p:cNvCxnSpPr>
          <p:nvPr/>
        </p:nvCxnSpPr>
        <p:spPr>
          <a:xfrm rot="-5400000">
            <a:off x="4646121" y="1363590"/>
            <a:ext cx="252600" cy="295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7" name="Google Shape;1657;p35"/>
          <p:cNvCxnSpPr>
            <a:stCxn id="1606" idx="0"/>
            <a:endCxn id="1598" idx="2"/>
          </p:cNvCxnSpPr>
          <p:nvPr/>
        </p:nvCxnSpPr>
        <p:spPr>
          <a:xfrm flipH="1" rot="5400000">
            <a:off x="7563711" y="1405800"/>
            <a:ext cx="258000" cy="288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8" name="Google Shape;1658;p35"/>
          <p:cNvCxnSpPr>
            <a:stCxn id="1602" idx="2"/>
            <a:endCxn id="1619" idx="0"/>
          </p:cNvCxnSpPr>
          <p:nvPr/>
        </p:nvCxnSpPr>
        <p:spPr>
          <a:xfrm flipH="1">
            <a:off x="625541" y="4125384"/>
            <a:ext cx="27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9" name="Google Shape;1659;p35"/>
          <p:cNvCxnSpPr>
            <a:stCxn id="1601" idx="2"/>
            <a:endCxn id="1622" idx="0"/>
          </p:cNvCxnSpPr>
          <p:nvPr/>
        </p:nvCxnSpPr>
        <p:spPr>
          <a:xfrm flipH="1">
            <a:off x="1816758" y="4125379"/>
            <a:ext cx="81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0" name="Google Shape;1660;p35"/>
          <p:cNvCxnSpPr>
            <a:stCxn id="1603" idx="2"/>
            <a:endCxn id="1625" idx="0"/>
          </p:cNvCxnSpPr>
          <p:nvPr/>
        </p:nvCxnSpPr>
        <p:spPr>
          <a:xfrm flipH="1">
            <a:off x="3019283" y="4125379"/>
            <a:ext cx="3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1" name="Google Shape;1661;p35"/>
          <p:cNvCxnSpPr>
            <a:stCxn id="1604" idx="2"/>
            <a:endCxn id="1628" idx="0"/>
          </p:cNvCxnSpPr>
          <p:nvPr/>
        </p:nvCxnSpPr>
        <p:spPr>
          <a:xfrm>
            <a:off x="4223058" y="4125379"/>
            <a:ext cx="3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2" name="Google Shape;1662;p35"/>
          <p:cNvCxnSpPr>
            <a:stCxn id="1605" idx="2"/>
            <a:endCxn id="1631" idx="0"/>
          </p:cNvCxnSpPr>
          <p:nvPr/>
        </p:nvCxnSpPr>
        <p:spPr>
          <a:xfrm>
            <a:off x="5419657" y="4125379"/>
            <a:ext cx="33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3" name="Google Shape;1663;p35"/>
          <p:cNvCxnSpPr>
            <a:stCxn id="1611" idx="2"/>
            <a:endCxn id="1635" idx="0"/>
          </p:cNvCxnSpPr>
          <p:nvPr/>
        </p:nvCxnSpPr>
        <p:spPr>
          <a:xfrm>
            <a:off x="6717654" y="4125383"/>
            <a:ext cx="69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4" name="Google Shape;1664;p35"/>
          <p:cNvCxnSpPr>
            <a:stCxn id="1610" idx="2"/>
            <a:endCxn id="1638" idx="0"/>
          </p:cNvCxnSpPr>
          <p:nvPr/>
        </p:nvCxnSpPr>
        <p:spPr>
          <a:xfrm>
            <a:off x="7915379" y="4123766"/>
            <a:ext cx="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5" name="Google Shape;1665;p35"/>
          <p:cNvCxnSpPr>
            <a:stCxn id="1609" idx="2"/>
            <a:endCxn id="1641" idx="0"/>
          </p:cNvCxnSpPr>
          <p:nvPr/>
        </p:nvCxnSpPr>
        <p:spPr>
          <a:xfrm>
            <a:off x="9108940" y="4123766"/>
            <a:ext cx="9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6" name="Google Shape;1666;p35"/>
          <p:cNvCxnSpPr>
            <a:stCxn id="1607" idx="2"/>
            <a:endCxn id="1643" idx="0"/>
          </p:cNvCxnSpPr>
          <p:nvPr/>
        </p:nvCxnSpPr>
        <p:spPr>
          <a:xfrm>
            <a:off x="10300003" y="4123766"/>
            <a:ext cx="6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7" name="Google Shape;1667;p35"/>
          <p:cNvCxnSpPr>
            <a:stCxn id="1608" idx="2"/>
            <a:endCxn id="1646" idx="0"/>
          </p:cNvCxnSpPr>
          <p:nvPr/>
        </p:nvCxnSpPr>
        <p:spPr>
          <a:xfrm flipH="1">
            <a:off x="11502696" y="4123766"/>
            <a:ext cx="3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8" name="Google Shape;1668;p3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36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Operaciones TI – Operaciones CDS (2/2)</a:t>
            </a:r>
            <a:endParaRPr/>
          </a:p>
        </p:txBody>
      </p:sp>
      <p:sp>
        <p:nvSpPr>
          <p:cNvPr id="1674" name="Google Shape;1674;p36"/>
          <p:cNvSpPr/>
          <p:nvPr/>
        </p:nvSpPr>
        <p:spPr>
          <a:xfrm>
            <a:off x="5370545" y="1201689"/>
            <a:ext cx="1776301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675" name="Google Shape;1675;p36"/>
          <p:cNvSpPr/>
          <p:nvPr/>
        </p:nvSpPr>
        <p:spPr>
          <a:xfrm>
            <a:off x="5511146" y="2261663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Asucena Orozco</a:t>
            </a:r>
            <a:endParaRPr/>
          </a:p>
        </p:txBody>
      </p:sp>
      <p:sp>
        <p:nvSpPr>
          <p:cNvPr id="1676" name="Google Shape;1676;p36"/>
          <p:cNvSpPr/>
          <p:nvPr/>
        </p:nvSpPr>
        <p:spPr>
          <a:xfrm>
            <a:off x="5451092" y="1731546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sp>
        <p:nvSpPr>
          <p:cNvPr id="1677" name="Google Shape;1677;p36"/>
          <p:cNvSpPr/>
          <p:nvPr/>
        </p:nvSpPr>
        <p:spPr>
          <a:xfrm>
            <a:off x="2596657" y="2792507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Garcia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6"/>
          <p:cNvSpPr/>
          <p:nvPr/>
        </p:nvSpPr>
        <p:spPr>
          <a:xfrm>
            <a:off x="1233210" y="3345202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Obregon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Emmanuel Gonzalez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6"/>
          <p:cNvSpPr/>
          <p:nvPr/>
        </p:nvSpPr>
        <p:spPr>
          <a:xfrm>
            <a:off x="36593" y="3345207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Tijuana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Felipe Solano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6"/>
          <p:cNvSpPr/>
          <p:nvPr/>
        </p:nvSpPr>
        <p:spPr>
          <a:xfrm>
            <a:off x="2430935" y="3345202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 Mexicali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Gerzain de Lara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36"/>
          <p:cNvSpPr/>
          <p:nvPr/>
        </p:nvSpPr>
        <p:spPr>
          <a:xfrm>
            <a:off x="3631410" y="3345202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Veracruz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Marcelino Perez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6"/>
          <p:cNvSpPr/>
          <p:nvPr/>
        </p:nvSpPr>
        <p:spPr>
          <a:xfrm>
            <a:off x="4828009" y="3345202"/>
            <a:ext cx="1183295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Tlajomulco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Rivera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36"/>
          <p:cNvSpPr/>
          <p:nvPr/>
        </p:nvSpPr>
        <p:spPr>
          <a:xfrm>
            <a:off x="8437447" y="2798117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Limon</a:t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6"/>
          <p:cNvSpPr/>
          <p:nvPr/>
        </p:nvSpPr>
        <p:spPr>
          <a:xfrm>
            <a:off x="9711123" y="3343589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Escobedo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Sandra Lara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36"/>
          <p:cNvSpPr/>
          <p:nvPr/>
        </p:nvSpPr>
        <p:spPr>
          <a:xfrm>
            <a:off x="10914116" y="3343589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Rosete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6"/>
          <p:cNvSpPr/>
          <p:nvPr/>
        </p:nvSpPr>
        <p:spPr>
          <a:xfrm>
            <a:off x="8520060" y="3343589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Guadalupe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Lopez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6"/>
          <p:cNvSpPr/>
          <p:nvPr/>
        </p:nvSpPr>
        <p:spPr>
          <a:xfrm>
            <a:off x="7326499" y="3343589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Reynosa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Jorge Rodriguez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6"/>
          <p:cNvSpPr/>
          <p:nvPr/>
        </p:nvSpPr>
        <p:spPr>
          <a:xfrm>
            <a:off x="6035464" y="3345206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Saltillo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Roberto Cisneros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9" name="Google Shape;1689;p36"/>
          <p:cNvCxnSpPr>
            <a:stCxn id="1676" idx="2"/>
            <a:endCxn id="1675" idx="0"/>
          </p:cNvCxnSpPr>
          <p:nvPr/>
        </p:nvCxnSpPr>
        <p:spPr>
          <a:xfrm flipH="1">
            <a:off x="6252212" y="2187219"/>
            <a:ext cx="3300" cy="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0" name="Google Shape;1690;p36"/>
          <p:cNvCxnSpPr>
            <a:stCxn id="1674" idx="2"/>
            <a:endCxn id="1676" idx="0"/>
          </p:cNvCxnSpPr>
          <p:nvPr/>
        </p:nvCxnSpPr>
        <p:spPr>
          <a:xfrm flipH="1">
            <a:off x="6255396" y="1657362"/>
            <a:ext cx="33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1" name="Google Shape;1691;p36"/>
          <p:cNvCxnSpPr>
            <a:stCxn id="1679" idx="0"/>
            <a:endCxn id="1677" idx="2"/>
          </p:cNvCxnSpPr>
          <p:nvPr/>
        </p:nvCxnSpPr>
        <p:spPr>
          <a:xfrm rot="-5400000">
            <a:off x="1910891" y="1963557"/>
            <a:ext cx="99000" cy="266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2" name="Google Shape;1692;p36"/>
          <p:cNvCxnSpPr>
            <a:stCxn id="1682" idx="0"/>
            <a:endCxn id="1677" idx="2"/>
          </p:cNvCxnSpPr>
          <p:nvPr/>
        </p:nvCxnSpPr>
        <p:spPr>
          <a:xfrm flipH="1" rot="5400000">
            <a:off x="4306657" y="2232202"/>
            <a:ext cx="99000" cy="212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3" name="Google Shape;1693;p36"/>
          <p:cNvCxnSpPr>
            <a:stCxn id="1678" idx="0"/>
            <a:endCxn id="1677" idx="2"/>
          </p:cNvCxnSpPr>
          <p:nvPr/>
        </p:nvCxnSpPr>
        <p:spPr>
          <a:xfrm rot="-5400000">
            <a:off x="2509158" y="2561902"/>
            <a:ext cx="99000" cy="146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4" name="Google Shape;1694;p36"/>
          <p:cNvCxnSpPr>
            <a:stCxn id="1681" idx="0"/>
            <a:endCxn id="1677" idx="2"/>
          </p:cNvCxnSpPr>
          <p:nvPr/>
        </p:nvCxnSpPr>
        <p:spPr>
          <a:xfrm flipH="1" rot="5400000">
            <a:off x="3708257" y="2830402"/>
            <a:ext cx="99000" cy="93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5" name="Google Shape;1695;p36"/>
          <p:cNvCxnSpPr>
            <a:stCxn id="1680" idx="0"/>
            <a:endCxn id="1677" idx="2"/>
          </p:cNvCxnSpPr>
          <p:nvPr/>
        </p:nvCxnSpPr>
        <p:spPr>
          <a:xfrm rot="-5400000">
            <a:off x="3108083" y="3160702"/>
            <a:ext cx="99000" cy="27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6" name="Google Shape;1696;p36"/>
          <p:cNvSpPr/>
          <p:nvPr/>
        </p:nvSpPr>
        <p:spPr>
          <a:xfrm>
            <a:off x="36593" y="39091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Enrique Castillo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36"/>
          <p:cNvSpPr/>
          <p:nvPr/>
        </p:nvSpPr>
        <p:spPr>
          <a:xfrm>
            <a:off x="36592" y="43627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Fierro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6"/>
          <p:cNvSpPr/>
          <p:nvPr/>
        </p:nvSpPr>
        <p:spPr>
          <a:xfrm>
            <a:off x="36591" y="48163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Benjamin Duran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6"/>
          <p:cNvSpPr/>
          <p:nvPr/>
        </p:nvSpPr>
        <p:spPr>
          <a:xfrm>
            <a:off x="1227896" y="39091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Vacante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36"/>
          <p:cNvSpPr/>
          <p:nvPr/>
        </p:nvSpPr>
        <p:spPr>
          <a:xfrm>
            <a:off x="1227895" y="43627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Manuel Gonzalez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6"/>
          <p:cNvSpPr/>
          <p:nvPr/>
        </p:nvSpPr>
        <p:spPr>
          <a:xfrm>
            <a:off x="1227894" y="48163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 Iglesias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6"/>
          <p:cNvSpPr/>
          <p:nvPr/>
        </p:nvSpPr>
        <p:spPr>
          <a:xfrm>
            <a:off x="2430316" y="39091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Carlos Hernandez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36"/>
          <p:cNvSpPr/>
          <p:nvPr/>
        </p:nvSpPr>
        <p:spPr>
          <a:xfrm>
            <a:off x="2430315" y="43627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Conzatti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6"/>
          <p:cNvSpPr/>
          <p:nvPr/>
        </p:nvSpPr>
        <p:spPr>
          <a:xfrm>
            <a:off x="2430314" y="4816322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Kimberly Zapien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6"/>
          <p:cNvSpPr/>
          <p:nvPr/>
        </p:nvSpPr>
        <p:spPr>
          <a:xfrm>
            <a:off x="3637370" y="390911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Oscar Meza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6"/>
          <p:cNvSpPr/>
          <p:nvPr/>
        </p:nvSpPr>
        <p:spPr>
          <a:xfrm>
            <a:off x="3637369" y="436271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Jesus Gonzalez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6"/>
          <p:cNvSpPr/>
          <p:nvPr/>
        </p:nvSpPr>
        <p:spPr>
          <a:xfrm>
            <a:off x="3637368" y="4816318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Christopher Ruiz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6"/>
          <p:cNvSpPr/>
          <p:nvPr/>
        </p:nvSpPr>
        <p:spPr>
          <a:xfrm>
            <a:off x="4833969" y="39075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Gonzalez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36"/>
          <p:cNvSpPr/>
          <p:nvPr/>
        </p:nvSpPr>
        <p:spPr>
          <a:xfrm>
            <a:off x="4833968" y="43611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Hugo Calvillo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36"/>
          <p:cNvSpPr/>
          <p:nvPr/>
        </p:nvSpPr>
        <p:spPr>
          <a:xfrm>
            <a:off x="4833967" y="48147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Armando Leon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36"/>
          <p:cNvSpPr/>
          <p:nvPr/>
        </p:nvSpPr>
        <p:spPr>
          <a:xfrm>
            <a:off x="4833967" y="52683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Raul Cruz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6"/>
          <p:cNvSpPr/>
          <p:nvPr/>
        </p:nvSpPr>
        <p:spPr>
          <a:xfrm>
            <a:off x="4833545" y="572282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Alejandro Larez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36"/>
          <p:cNvSpPr/>
          <p:nvPr/>
        </p:nvSpPr>
        <p:spPr>
          <a:xfrm>
            <a:off x="6042272" y="39075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Efren Silva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6"/>
          <p:cNvSpPr/>
          <p:nvPr/>
        </p:nvSpPr>
        <p:spPr>
          <a:xfrm>
            <a:off x="6042271" y="43611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Oralia Rodriguez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36"/>
          <p:cNvSpPr/>
          <p:nvPr/>
        </p:nvSpPr>
        <p:spPr>
          <a:xfrm>
            <a:off x="6042270" y="48147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Perez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6"/>
          <p:cNvSpPr/>
          <p:nvPr/>
        </p:nvSpPr>
        <p:spPr>
          <a:xfrm>
            <a:off x="7326885" y="39075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Brandon Garcia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36"/>
          <p:cNvSpPr/>
          <p:nvPr/>
        </p:nvSpPr>
        <p:spPr>
          <a:xfrm>
            <a:off x="7326884" y="43611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Cervantes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6"/>
          <p:cNvSpPr/>
          <p:nvPr/>
        </p:nvSpPr>
        <p:spPr>
          <a:xfrm>
            <a:off x="8529305" y="39075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Gonzalez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36"/>
          <p:cNvSpPr/>
          <p:nvPr/>
        </p:nvSpPr>
        <p:spPr>
          <a:xfrm>
            <a:off x="8529304" y="436117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Jose Romero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6"/>
          <p:cNvSpPr/>
          <p:nvPr/>
        </p:nvSpPr>
        <p:spPr>
          <a:xfrm>
            <a:off x="9717309" y="39075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Hector Vargas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6"/>
          <p:cNvSpPr/>
          <p:nvPr/>
        </p:nvSpPr>
        <p:spPr>
          <a:xfrm>
            <a:off x="9717308" y="43611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Josue Rivas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6"/>
          <p:cNvSpPr/>
          <p:nvPr/>
        </p:nvSpPr>
        <p:spPr>
          <a:xfrm>
            <a:off x="9717307" y="4814769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Esteban Alatriste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6"/>
          <p:cNvSpPr/>
          <p:nvPr/>
        </p:nvSpPr>
        <p:spPr>
          <a:xfrm>
            <a:off x="10913908" y="39060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Miguel Hernandez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6"/>
          <p:cNvSpPr/>
          <p:nvPr/>
        </p:nvSpPr>
        <p:spPr>
          <a:xfrm>
            <a:off x="10913907" y="43596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Josue Beltran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5" name="Google Shape;1725;p36"/>
          <p:cNvCxnSpPr>
            <a:stCxn id="1688" idx="0"/>
            <a:endCxn id="1683" idx="2"/>
          </p:cNvCxnSpPr>
          <p:nvPr/>
        </p:nvCxnSpPr>
        <p:spPr>
          <a:xfrm rot="-5400000">
            <a:off x="7831994" y="2043956"/>
            <a:ext cx="93600" cy="250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6" name="Google Shape;1726;p36"/>
          <p:cNvCxnSpPr>
            <a:stCxn id="1687" idx="0"/>
            <a:endCxn id="1683" idx="2"/>
          </p:cNvCxnSpPr>
          <p:nvPr/>
        </p:nvCxnSpPr>
        <p:spPr>
          <a:xfrm rot="-5400000">
            <a:off x="8478479" y="2688689"/>
            <a:ext cx="91800" cy="121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7" name="Google Shape;1727;p36"/>
          <p:cNvCxnSpPr>
            <a:stCxn id="1686" idx="0"/>
            <a:endCxn id="1683" idx="2"/>
          </p:cNvCxnSpPr>
          <p:nvPr/>
        </p:nvCxnSpPr>
        <p:spPr>
          <a:xfrm rot="-5400000">
            <a:off x="9075190" y="3285539"/>
            <a:ext cx="91800" cy="2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8" name="Google Shape;1728;p36"/>
          <p:cNvCxnSpPr>
            <a:stCxn id="1684" idx="0"/>
            <a:endCxn id="1683" idx="2"/>
          </p:cNvCxnSpPr>
          <p:nvPr/>
        </p:nvCxnSpPr>
        <p:spPr>
          <a:xfrm flipH="1" rot="5400000">
            <a:off x="9670753" y="2714339"/>
            <a:ext cx="91800" cy="116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9" name="Google Shape;1729;p36"/>
          <p:cNvCxnSpPr>
            <a:stCxn id="1685" idx="0"/>
            <a:endCxn id="1683" idx="2"/>
          </p:cNvCxnSpPr>
          <p:nvPr/>
        </p:nvCxnSpPr>
        <p:spPr>
          <a:xfrm flipH="1" rot="5400000">
            <a:off x="10272246" y="2112839"/>
            <a:ext cx="91800" cy="236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0" name="Google Shape;1730;p36"/>
          <p:cNvCxnSpPr>
            <a:stCxn id="1677" idx="0"/>
            <a:endCxn id="1675" idx="2"/>
          </p:cNvCxnSpPr>
          <p:nvPr/>
        </p:nvCxnSpPr>
        <p:spPr>
          <a:xfrm rot="-5400000">
            <a:off x="4734771" y="1274957"/>
            <a:ext cx="75300" cy="295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1" name="Google Shape;1731;p36"/>
          <p:cNvCxnSpPr>
            <a:stCxn id="1683" idx="0"/>
            <a:endCxn id="1675" idx="2"/>
          </p:cNvCxnSpPr>
          <p:nvPr/>
        </p:nvCxnSpPr>
        <p:spPr>
          <a:xfrm flipH="1" rot="5400000">
            <a:off x="7652361" y="1317167"/>
            <a:ext cx="80700" cy="288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2" name="Google Shape;1732;p36"/>
          <p:cNvCxnSpPr>
            <a:stCxn id="1679" idx="2"/>
            <a:endCxn id="1696" idx="0"/>
          </p:cNvCxnSpPr>
          <p:nvPr/>
        </p:nvCxnSpPr>
        <p:spPr>
          <a:xfrm flipH="1">
            <a:off x="625541" y="3798806"/>
            <a:ext cx="27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3" name="Google Shape;1733;p36"/>
          <p:cNvCxnSpPr>
            <a:stCxn id="1678" idx="2"/>
            <a:endCxn id="1699" idx="0"/>
          </p:cNvCxnSpPr>
          <p:nvPr/>
        </p:nvCxnSpPr>
        <p:spPr>
          <a:xfrm flipH="1">
            <a:off x="1816758" y="3798801"/>
            <a:ext cx="81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4" name="Google Shape;1734;p36"/>
          <p:cNvCxnSpPr>
            <a:stCxn id="1680" idx="2"/>
            <a:endCxn id="1702" idx="0"/>
          </p:cNvCxnSpPr>
          <p:nvPr/>
        </p:nvCxnSpPr>
        <p:spPr>
          <a:xfrm flipH="1">
            <a:off x="3019283" y="3798801"/>
            <a:ext cx="3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5" name="Google Shape;1735;p36"/>
          <p:cNvCxnSpPr>
            <a:stCxn id="1681" idx="2"/>
            <a:endCxn id="1705" idx="0"/>
          </p:cNvCxnSpPr>
          <p:nvPr/>
        </p:nvCxnSpPr>
        <p:spPr>
          <a:xfrm>
            <a:off x="4223058" y="3798801"/>
            <a:ext cx="3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6" name="Google Shape;1736;p36"/>
          <p:cNvCxnSpPr>
            <a:stCxn id="1682" idx="2"/>
            <a:endCxn id="1708" idx="0"/>
          </p:cNvCxnSpPr>
          <p:nvPr/>
        </p:nvCxnSpPr>
        <p:spPr>
          <a:xfrm>
            <a:off x="5419657" y="3798801"/>
            <a:ext cx="33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7" name="Google Shape;1737;p36"/>
          <p:cNvCxnSpPr>
            <a:stCxn id="1688" idx="2"/>
            <a:endCxn id="1713" idx="0"/>
          </p:cNvCxnSpPr>
          <p:nvPr/>
        </p:nvCxnSpPr>
        <p:spPr>
          <a:xfrm>
            <a:off x="6624344" y="3798805"/>
            <a:ext cx="69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8" name="Google Shape;1738;p36"/>
          <p:cNvCxnSpPr>
            <a:stCxn id="1687" idx="2"/>
            <a:endCxn id="1716" idx="0"/>
          </p:cNvCxnSpPr>
          <p:nvPr/>
        </p:nvCxnSpPr>
        <p:spPr>
          <a:xfrm>
            <a:off x="7915379" y="3797188"/>
            <a:ext cx="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9" name="Google Shape;1739;p36"/>
          <p:cNvCxnSpPr>
            <a:stCxn id="1686" idx="2"/>
            <a:endCxn id="1718" idx="0"/>
          </p:cNvCxnSpPr>
          <p:nvPr/>
        </p:nvCxnSpPr>
        <p:spPr>
          <a:xfrm>
            <a:off x="9108940" y="3797188"/>
            <a:ext cx="9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0" name="Google Shape;1740;p36"/>
          <p:cNvCxnSpPr>
            <a:stCxn id="1684" idx="2"/>
            <a:endCxn id="1720" idx="0"/>
          </p:cNvCxnSpPr>
          <p:nvPr/>
        </p:nvCxnSpPr>
        <p:spPr>
          <a:xfrm>
            <a:off x="10300003" y="3797188"/>
            <a:ext cx="6300" cy="1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1" name="Google Shape;1741;p36"/>
          <p:cNvCxnSpPr>
            <a:stCxn id="1685" idx="2"/>
            <a:endCxn id="1723" idx="0"/>
          </p:cNvCxnSpPr>
          <p:nvPr/>
        </p:nvCxnSpPr>
        <p:spPr>
          <a:xfrm flipH="1">
            <a:off x="11502696" y="3797188"/>
            <a:ext cx="3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2" name="Google Shape;1742;p36"/>
          <p:cNvSpPr/>
          <p:nvPr/>
        </p:nvSpPr>
        <p:spPr>
          <a:xfrm>
            <a:off x="7322332" y="4923539"/>
            <a:ext cx="117775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Chihuahua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Cesar Chavez</a:t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6"/>
          <p:cNvSpPr/>
          <p:nvPr/>
        </p:nvSpPr>
        <p:spPr>
          <a:xfrm>
            <a:off x="4833545" y="6176427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Dueñas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6"/>
          <p:cNvSpPr/>
          <p:nvPr/>
        </p:nvSpPr>
        <p:spPr>
          <a:xfrm>
            <a:off x="1223260" y="52668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Lizarraga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6"/>
          <p:cNvSpPr/>
          <p:nvPr/>
        </p:nvSpPr>
        <p:spPr>
          <a:xfrm>
            <a:off x="1223259" y="57204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Ramon Ruiz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36"/>
          <p:cNvSpPr/>
          <p:nvPr/>
        </p:nvSpPr>
        <p:spPr>
          <a:xfrm>
            <a:off x="8529304" y="48132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Enrique Garcia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6"/>
          <p:cNvSpPr/>
          <p:nvPr/>
        </p:nvSpPr>
        <p:spPr>
          <a:xfrm>
            <a:off x="9711123" y="5266820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Jaime Maldonado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36"/>
          <p:cNvSpPr/>
          <p:nvPr/>
        </p:nvSpPr>
        <p:spPr>
          <a:xfrm>
            <a:off x="7326499" y="548684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 Zapata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6"/>
          <p:cNvSpPr/>
          <p:nvPr/>
        </p:nvSpPr>
        <p:spPr>
          <a:xfrm>
            <a:off x="7326498" y="594044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Michel Lopez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6"/>
          <p:cNvSpPr/>
          <p:nvPr/>
        </p:nvSpPr>
        <p:spPr>
          <a:xfrm>
            <a:off x="7326497" y="6394043"/>
            <a:ext cx="117775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Sistemas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i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Luz Reyes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1" name="Google Shape;1751;p36"/>
          <p:cNvCxnSpPr>
            <a:endCxn id="1748" idx="0"/>
          </p:cNvCxnSpPr>
          <p:nvPr/>
        </p:nvCxnSpPr>
        <p:spPr>
          <a:xfrm flipH="1">
            <a:off x="7915379" y="5377943"/>
            <a:ext cx="3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2" name="Google Shape;1752;p36"/>
          <p:cNvCxnSpPr>
            <a:stCxn id="1742" idx="1"/>
          </p:cNvCxnSpPr>
          <p:nvPr/>
        </p:nvCxnSpPr>
        <p:spPr>
          <a:xfrm rot="10800000">
            <a:off x="7273432" y="3291839"/>
            <a:ext cx="48900" cy="185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3" name="Google Shape;1753;p36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 Is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3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Operaciones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9" name="Google Shape;1759;p37"/>
          <p:cNvSpPr/>
          <p:nvPr/>
        </p:nvSpPr>
        <p:spPr>
          <a:xfrm>
            <a:off x="5510913" y="1236465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1760" name="Google Shape;1760;p37"/>
          <p:cNvSpPr/>
          <p:nvPr/>
        </p:nvSpPr>
        <p:spPr>
          <a:xfrm>
            <a:off x="2321789" y="1899220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Jorge Hernandez</a:t>
            </a:r>
            <a:endParaRPr/>
          </a:p>
        </p:txBody>
      </p:sp>
      <p:sp>
        <p:nvSpPr>
          <p:cNvPr id="1761" name="Google Shape;1761;p37"/>
          <p:cNvSpPr/>
          <p:nvPr/>
        </p:nvSpPr>
        <p:spPr>
          <a:xfrm>
            <a:off x="802943" y="293585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</p:txBody>
      </p:sp>
      <p:sp>
        <p:nvSpPr>
          <p:cNvPr id="1762" name="Google Shape;1762;p37"/>
          <p:cNvSpPr/>
          <p:nvPr/>
        </p:nvSpPr>
        <p:spPr>
          <a:xfrm>
            <a:off x="3955651" y="293707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</p:txBody>
      </p:sp>
      <p:sp>
        <p:nvSpPr>
          <p:cNvPr id="1763" name="Google Shape;1763;p37"/>
          <p:cNvSpPr/>
          <p:nvPr/>
        </p:nvSpPr>
        <p:spPr>
          <a:xfrm>
            <a:off x="41110" y="405282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4" name="Google Shape;1764;p37"/>
          <p:cNvSpPr/>
          <p:nvPr/>
        </p:nvSpPr>
        <p:spPr>
          <a:xfrm>
            <a:off x="41110" y="355491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5" name="Google Shape;1765;p37"/>
          <p:cNvSpPr/>
          <p:nvPr/>
        </p:nvSpPr>
        <p:spPr>
          <a:xfrm>
            <a:off x="41110" y="455073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6" name="Google Shape;1766;p37"/>
          <p:cNvSpPr/>
          <p:nvPr/>
        </p:nvSpPr>
        <p:spPr>
          <a:xfrm>
            <a:off x="41110" y="5048639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7" name="Google Shape;1767;p37"/>
          <p:cNvSpPr/>
          <p:nvPr/>
        </p:nvSpPr>
        <p:spPr>
          <a:xfrm>
            <a:off x="41109" y="554654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8" name="Google Shape;1768;p37"/>
          <p:cNvSpPr/>
          <p:nvPr/>
        </p:nvSpPr>
        <p:spPr>
          <a:xfrm>
            <a:off x="3184633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69" name="Google Shape;1769;p37"/>
          <p:cNvSpPr/>
          <p:nvPr/>
        </p:nvSpPr>
        <p:spPr>
          <a:xfrm>
            <a:off x="3184633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0" name="Google Shape;1770;p37"/>
          <p:cNvSpPr/>
          <p:nvPr/>
        </p:nvSpPr>
        <p:spPr>
          <a:xfrm>
            <a:off x="3184633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1" name="Google Shape;1771;p37"/>
          <p:cNvSpPr/>
          <p:nvPr/>
        </p:nvSpPr>
        <p:spPr>
          <a:xfrm>
            <a:off x="3184633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2" name="Google Shape;1772;p37"/>
          <p:cNvSpPr/>
          <p:nvPr/>
        </p:nvSpPr>
        <p:spPr>
          <a:xfrm>
            <a:off x="3184632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3" name="Google Shape;1773;p37"/>
          <p:cNvSpPr/>
          <p:nvPr/>
        </p:nvSpPr>
        <p:spPr>
          <a:xfrm>
            <a:off x="3184632" y="606341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4" name="Google Shape;1774;p37"/>
          <p:cNvSpPr/>
          <p:nvPr/>
        </p:nvSpPr>
        <p:spPr>
          <a:xfrm>
            <a:off x="1665629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5" name="Google Shape;1775;p37"/>
          <p:cNvSpPr/>
          <p:nvPr/>
        </p:nvSpPr>
        <p:spPr>
          <a:xfrm>
            <a:off x="1665629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6" name="Google Shape;1776;p37"/>
          <p:cNvSpPr/>
          <p:nvPr/>
        </p:nvSpPr>
        <p:spPr>
          <a:xfrm>
            <a:off x="1665629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7" name="Google Shape;1777;p37"/>
          <p:cNvSpPr/>
          <p:nvPr/>
        </p:nvSpPr>
        <p:spPr>
          <a:xfrm>
            <a:off x="1665629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8" name="Google Shape;1778;p37"/>
          <p:cNvSpPr/>
          <p:nvPr/>
        </p:nvSpPr>
        <p:spPr>
          <a:xfrm>
            <a:off x="1665628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79" name="Google Shape;1779;p37"/>
          <p:cNvSpPr/>
          <p:nvPr/>
        </p:nvSpPr>
        <p:spPr>
          <a:xfrm>
            <a:off x="4809153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80" name="Google Shape;1780;p37"/>
          <p:cNvSpPr/>
          <p:nvPr/>
        </p:nvSpPr>
        <p:spPr>
          <a:xfrm>
            <a:off x="4809153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81" name="Google Shape;1781;p37"/>
          <p:cNvSpPr/>
          <p:nvPr/>
        </p:nvSpPr>
        <p:spPr>
          <a:xfrm>
            <a:off x="4809153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82" name="Google Shape;1782;p37"/>
          <p:cNvSpPr/>
          <p:nvPr/>
        </p:nvSpPr>
        <p:spPr>
          <a:xfrm>
            <a:off x="4809153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1783" name="Google Shape;1783;p37"/>
          <p:cNvSpPr/>
          <p:nvPr/>
        </p:nvSpPr>
        <p:spPr>
          <a:xfrm>
            <a:off x="4809152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cxnSp>
        <p:nvCxnSpPr>
          <p:cNvPr id="1784" name="Google Shape;1784;p37"/>
          <p:cNvCxnSpPr>
            <a:stCxn id="1764" idx="3"/>
            <a:endCxn id="1761" idx="2"/>
          </p:cNvCxnSpPr>
          <p:nvPr/>
        </p:nvCxnSpPr>
        <p:spPr>
          <a:xfrm flipH="1" rot="10800000">
            <a:off x="1314509" y="3389314"/>
            <a:ext cx="184200" cy="39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5" name="Google Shape;1785;p37"/>
          <p:cNvCxnSpPr>
            <a:stCxn id="1775" idx="1"/>
            <a:endCxn id="1761" idx="2"/>
          </p:cNvCxnSpPr>
          <p:nvPr/>
        </p:nvCxnSpPr>
        <p:spPr>
          <a:xfrm rot="10800000">
            <a:off x="1498829" y="3389371"/>
            <a:ext cx="166800" cy="41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6" name="Google Shape;1786;p37"/>
          <p:cNvCxnSpPr>
            <a:stCxn id="1763" idx="3"/>
            <a:endCxn id="1761" idx="2"/>
          </p:cNvCxnSpPr>
          <p:nvPr/>
        </p:nvCxnSpPr>
        <p:spPr>
          <a:xfrm flipH="1" rot="10800000">
            <a:off x="1314509" y="3389523"/>
            <a:ext cx="184200" cy="89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7" name="Google Shape;1787;p37"/>
          <p:cNvCxnSpPr>
            <a:stCxn id="1774" idx="1"/>
            <a:endCxn id="1761" idx="2"/>
          </p:cNvCxnSpPr>
          <p:nvPr/>
        </p:nvCxnSpPr>
        <p:spPr>
          <a:xfrm rot="10800000">
            <a:off x="1498829" y="3389579"/>
            <a:ext cx="166800" cy="90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8" name="Google Shape;1788;p37"/>
          <p:cNvCxnSpPr>
            <a:stCxn id="1765" idx="3"/>
            <a:endCxn id="1761" idx="2"/>
          </p:cNvCxnSpPr>
          <p:nvPr/>
        </p:nvCxnSpPr>
        <p:spPr>
          <a:xfrm flipH="1" rot="10800000">
            <a:off x="1314509" y="3389431"/>
            <a:ext cx="184200" cy="138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9" name="Google Shape;1789;p37"/>
          <p:cNvCxnSpPr>
            <a:stCxn id="1766" idx="3"/>
            <a:endCxn id="1761" idx="2"/>
          </p:cNvCxnSpPr>
          <p:nvPr/>
        </p:nvCxnSpPr>
        <p:spPr>
          <a:xfrm flipH="1" rot="10800000">
            <a:off x="1314509" y="3389339"/>
            <a:ext cx="184200" cy="188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0" name="Google Shape;1790;p37"/>
          <p:cNvCxnSpPr>
            <a:stCxn id="1777" idx="1"/>
            <a:endCxn id="1761" idx="2"/>
          </p:cNvCxnSpPr>
          <p:nvPr/>
        </p:nvCxnSpPr>
        <p:spPr>
          <a:xfrm rot="10800000">
            <a:off x="1498829" y="3389395"/>
            <a:ext cx="166800" cy="190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1" name="Google Shape;1791;p37"/>
          <p:cNvCxnSpPr>
            <a:stCxn id="1778" idx="1"/>
            <a:endCxn id="1761" idx="2"/>
          </p:cNvCxnSpPr>
          <p:nvPr/>
        </p:nvCxnSpPr>
        <p:spPr>
          <a:xfrm rot="10800000">
            <a:off x="1498828" y="3389603"/>
            <a:ext cx="166800" cy="240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2" name="Google Shape;1792;p37"/>
          <p:cNvCxnSpPr>
            <a:stCxn id="1767" idx="3"/>
            <a:endCxn id="1761" idx="2"/>
          </p:cNvCxnSpPr>
          <p:nvPr/>
        </p:nvCxnSpPr>
        <p:spPr>
          <a:xfrm flipH="1" rot="10800000">
            <a:off x="1314508" y="3389546"/>
            <a:ext cx="184200" cy="238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3" name="Google Shape;1793;p37"/>
          <p:cNvCxnSpPr>
            <a:stCxn id="1769" idx="3"/>
            <a:endCxn id="1762" idx="2"/>
          </p:cNvCxnSpPr>
          <p:nvPr/>
        </p:nvCxnSpPr>
        <p:spPr>
          <a:xfrm flipH="1" rot="10800000">
            <a:off x="4458032" y="3390571"/>
            <a:ext cx="193500" cy="41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4" name="Google Shape;1794;p37"/>
          <p:cNvCxnSpPr>
            <a:stCxn id="1780" idx="1"/>
            <a:endCxn id="1762" idx="2"/>
          </p:cNvCxnSpPr>
          <p:nvPr/>
        </p:nvCxnSpPr>
        <p:spPr>
          <a:xfrm rot="10800000">
            <a:off x="4651653" y="3390571"/>
            <a:ext cx="157500" cy="41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5" name="Google Shape;1795;p37"/>
          <p:cNvCxnSpPr>
            <a:stCxn id="1779" idx="1"/>
            <a:endCxn id="1762" idx="2"/>
          </p:cNvCxnSpPr>
          <p:nvPr/>
        </p:nvCxnSpPr>
        <p:spPr>
          <a:xfrm rot="10800000">
            <a:off x="4651653" y="3390779"/>
            <a:ext cx="157500" cy="90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6" name="Google Shape;1796;p37"/>
          <p:cNvCxnSpPr>
            <a:stCxn id="1781" idx="1"/>
            <a:endCxn id="1762" idx="2"/>
          </p:cNvCxnSpPr>
          <p:nvPr/>
        </p:nvCxnSpPr>
        <p:spPr>
          <a:xfrm rot="10800000">
            <a:off x="4651653" y="3390687"/>
            <a:ext cx="157500" cy="140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7" name="Google Shape;1797;p37"/>
          <p:cNvCxnSpPr>
            <a:stCxn id="1768" idx="3"/>
            <a:endCxn id="1762" idx="2"/>
          </p:cNvCxnSpPr>
          <p:nvPr/>
        </p:nvCxnSpPr>
        <p:spPr>
          <a:xfrm flipH="1" rot="10800000">
            <a:off x="4458032" y="3390779"/>
            <a:ext cx="193500" cy="90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8" name="Google Shape;1798;p37"/>
          <p:cNvCxnSpPr>
            <a:stCxn id="1771" idx="3"/>
            <a:endCxn id="1762" idx="2"/>
          </p:cNvCxnSpPr>
          <p:nvPr/>
        </p:nvCxnSpPr>
        <p:spPr>
          <a:xfrm flipH="1" rot="10800000">
            <a:off x="4458032" y="3390595"/>
            <a:ext cx="193500" cy="190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9" name="Google Shape;1799;p37"/>
          <p:cNvCxnSpPr>
            <a:stCxn id="1770" idx="3"/>
            <a:endCxn id="1762" idx="2"/>
          </p:cNvCxnSpPr>
          <p:nvPr/>
        </p:nvCxnSpPr>
        <p:spPr>
          <a:xfrm flipH="1" rot="10800000">
            <a:off x="4458032" y="3390687"/>
            <a:ext cx="193500" cy="140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0" name="Google Shape;1800;p37"/>
          <p:cNvCxnSpPr>
            <a:stCxn id="1782" idx="1"/>
            <a:endCxn id="1762" idx="2"/>
          </p:cNvCxnSpPr>
          <p:nvPr/>
        </p:nvCxnSpPr>
        <p:spPr>
          <a:xfrm rot="10800000">
            <a:off x="4651653" y="3390595"/>
            <a:ext cx="157500" cy="190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1" name="Google Shape;1801;p37"/>
          <p:cNvCxnSpPr>
            <a:stCxn id="1772" idx="3"/>
            <a:endCxn id="1762" idx="2"/>
          </p:cNvCxnSpPr>
          <p:nvPr/>
        </p:nvCxnSpPr>
        <p:spPr>
          <a:xfrm flipH="1" rot="10800000">
            <a:off x="4458031" y="3390803"/>
            <a:ext cx="193500" cy="240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2" name="Google Shape;1802;p37"/>
          <p:cNvCxnSpPr>
            <a:stCxn id="1773" idx="3"/>
            <a:endCxn id="1762" idx="2"/>
          </p:cNvCxnSpPr>
          <p:nvPr/>
        </p:nvCxnSpPr>
        <p:spPr>
          <a:xfrm flipH="1" rot="10800000">
            <a:off x="4458031" y="3390711"/>
            <a:ext cx="193500" cy="289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3" name="Google Shape;1803;p37"/>
          <p:cNvCxnSpPr>
            <a:stCxn id="1783" idx="1"/>
            <a:endCxn id="1762" idx="2"/>
          </p:cNvCxnSpPr>
          <p:nvPr/>
        </p:nvCxnSpPr>
        <p:spPr>
          <a:xfrm rot="10800000">
            <a:off x="4651652" y="3390803"/>
            <a:ext cx="157500" cy="240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4" name="Google Shape;1804;p37"/>
          <p:cNvCxnSpPr>
            <a:stCxn id="1761" idx="0"/>
            <a:endCxn id="1760" idx="2"/>
          </p:cNvCxnSpPr>
          <p:nvPr/>
        </p:nvCxnSpPr>
        <p:spPr>
          <a:xfrm rot="-5400000">
            <a:off x="1990207" y="1863354"/>
            <a:ext cx="581100" cy="156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5" name="Google Shape;1805;p37"/>
          <p:cNvCxnSpPr>
            <a:stCxn id="1762" idx="0"/>
            <a:endCxn id="1760" idx="2"/>
          </p:cNvCxnSpPr>
          <p:nvPr/>
        </p:nvCxnSpPr>
        <p:spPr>
          <a:xfrm flipH="1" rot="5400000">
            <a:off x="3565964" y="1851522"/>
            <a:ext cx="582300" cy="158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6" name="Google Shape;1806;p37"/>
          <p:cNvSpPr/>
          <p:nvPr/>
        </p:nvSpPr>
        <p:spPr>
          <a:xfrm>
            <a:off x="6254157" y="320390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7"/>
          <p:cNvSpPr/>
          <p:nvPr/>
        </p:nvSpPr>
        <p:spPr>
          <a:xfrm>
            <a:off x="6400479" y="429852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08" name="Google Shape;1808;p37"/>
          <p:cNvSpPr/>
          <p:nvPr/>
        </p:nvSpPr>
        <p:spPr>
          <a:xfrm>
            <a:off x="6400479" y="380062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09" name="Google Shape;1809;p37"/>
          <p:cNvSpPr/>
          <p:nvPr/>
        </p:nvSpPr>
        <p:spPr>
          <a:xfrm>
            <a:off x="6400479" y="479643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0" name="Google Shape;1810;p37"/>
          <p:cNvSpPr/>
          <p:nvPr/>
        </p:nvSpPr>
        <p:spPr>
          <a:xfrm>
            <a:off x="6400479" y="529434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1" name="Google Shape;1811;p37"/>
          <p:cNvSpPr/>
          <p:nvPr/>
        </p:nvSpPr>
        <p:spPr>
          <a:xfrm>
            <a:off x="6400478" y="579225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2" name="Google Shape;1812;p37"/>
          <p:cNvSpPr/>
          <p:nvPr/>
        </p:nvSpPr>
        <p:spPr>
          <a:xfrm>
            <a:off x="7772432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37"/>
          <p:cNvSpPr/>
          <p:nvPr/>
        </p:nvSpPr>
        <p:spPr>
          <a:xfrm>
            <a:off x="7890761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4" name="Google Shape;1814;p37"/>
          <p:cNvSpPr/>
          <p:nvPr/>
        </p:nvSpPr>
        <p:spPr>
          <a:xfrm>
            <a:off x="7890761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5" name="Google Shape;1815;p37"/>
          <p:cNvSpPr/>
          <p:nvPr/>
        </p:nvSpPr>
        <p:spPr>
          <a:xfrm>
            <a:off x="7890761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6" name="Google Shape;1816;p37"/>
          <p:cNvSpPr/>
          <p:nvPr/>
        </p:nvSpPr>
        <p:spPr>
          <a:xfrm>
            <a:off x="7890761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7" name="Google Shape;1817;p37"/>
          <p:cNvSpPr/>
          <p:nvPr/>
        </p:nvSpPr>
        <p:spPr>
          <a:xfrm>
            <a:off x="7890760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8" name="Google Shape;1818;p37"/>
          <p:cNvSpPr/>
          <p:nvPr/>
        </p:nvSpPr>
        <p:spPr>
          <a:xfrm>
            <a:off x="9381042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19" name="Google Shape;1819;p37"/>
          <p:cNvSpPr/>
          <p:nvPr/>
        </p:nvSpPr>
        <p:spPr>
          <a:xfrm>
            <a:off x="9381042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0" name="Google Shape;1820;p37"/>
          <p:cNvSpPr/>
          <p:nvPr/>
        </p:nvSpPr>
        <p:spPr>
          <a:xfrm>
            <a:off x="9381042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1" name="Google Shape;1821;p37"/>
          <p:cNvSpPr/>
          <p:nvPr/>
        </p:nvSpPr>
        <p:spPr>
          <a:xfrm>
            <a:off x="9381042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2" name="Google Shape;1822;p37"/>
          <p:cNvSpPr/>
          <p:nvPr/>
        </p:nvSpPr>
        <p:spPr>
          <a:xfrm>
            <a:off x="9381041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3" name="Google Shape;1823;p37"/>
          <p:cNvSpPr/>
          <p:nvPr/>
        </p:nvSpPr>
        <p:spPr>
          <a:xfrm>
            <a:off x="10834622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4" name="Google Shape;1824;p37"/>
          <p:cNvSpPr/>
          <p:nvPr/>
        </p:nvSpPr>
        <p:spPr>
          <a:xfrm>
            <a:off x="10834622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5" name="Google Shape;1825;p37"/>
          <p:cNvSpPr/>
          <p:nvPr/>
        </p:nvSpPr>
        <p:spPr>
          <a:xfrm>
            <a:off x="10834622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6" name="Google Shape;1826;p37"/>
          <p:cNvSpPr/>
          <p:nvPr/>
        </p:nvSpPr>
        <p:spPr>
          <a:xfrm>
            <a:off x="10834622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7" name="Google Shape;1827;p37"/>
          <p:cNvSpPr/>
          <p:nvPr/>
        </p:nvSpPr>
        <p:spPr>
          <a:xfrm>
            <a:off x="10834621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1828" name="Google Shape;1828;p37"/>
          <p:cNvSpPr/>
          <p:nvPr/>
        </p:nvSpPr>
        <p:spPr>
          <a:xfrm>
            <a:off x="10834620" y="627450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cxnSp>
        <p:nvCxnSpPr>
          <p:cNvPr id="1829" name="Google Shape;1829;p37"/>
          <p:cNvCxnSpPr>
            <a:stCxn id="1806" idx="0"/>
            <a:endCxn id="1830" idx="2"/>
          </p:cNvCxnSpPr>
          <p:nvPr/>
        </p:nvCxnSpPr>
        <p:spPr>
          <a:xfrm rot="-5400000">
            <a:off x="7904471" y="1917054"/>
            <a:ext cx="332400" cy="224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1" name="Google Shape;1831;p37"/>
          <p:cNvCxnSpPr/>
          <p:nvPr/>
        </p:nvCxnSpPr>
        <p:spPr>
          <a:xfrm rot="10800000">
            <a:off x="9191385" y="2902594"/>
            <a:ext cx="739200" cy="258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2" name="Google Shape;1832;p37"/>
          <p:cNvCxnSpPr/>
          <p:nvPr/>
        </p:nvCxnSpPr>
        <p:spPr>
          <a:xfrm>
            <a:off x="9185327" y="2353780"/>
            <a:ext cx="6020" cy="931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3" name="Google Shape;1833;p37"/>
          <p:cNvCxnSpPr>
            <a:stCxn id="1824" idx="1"/>
          </p:cNvCxnSpPr>
          <p:nvPr/>
        </p:nvCxnSpPr>
        <p:spPr>
          <a:xfrm rot="10800000">
            <a:off x="10771922" y="3614303"/>
            <a:ext cx="62700" cy="39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4" name="Google Shape;1834;p37"/>
          <p:cNvCxnSpPr>
            <a:stCxn id="1823" idx="1"/>
          </p:cNvCxnSpPr>
          <p:nvPr/>
        </p:nvCxnSpPr>
        <p:spPr>
          <a:xfrm rot="10800000">
            <a:off x="10771922" y="3629511"/>
            <a:ext cx="62700" cy="88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5" name="Google Shape;1835;p37"/>
          <p:cNvCxnSpPr>
            <a:stCxn id="1825" idx="1"/>
          </p:cNvCxnSpPr>
          <p:nvPr/>
        </p:nvCxnSpPr>
        <p:spPr>
          <a:xfrm rot="10800000">
            <a:off x="10771922" y="3637218"/>
            <a:ext cx="62700" cy="137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6" name="Google Shape;1836;p37"/>
          <p:cNvCxnSpPr>
            <a:stCxn id="1826" idx="1"/>
          </p:cNvCxnSpPr>
          <p:nvPr/>
        </p:nvCxnSpPr>
        <p:spPr>
          <a:xfrm rot="10800000">
            <a:off x="10771922" y="3659027"/>
            <a:ext cx="62700" cy="184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7" name="Google Shape;1837;p37"/>
          <p:cNvCxnSpPr>
            <a:stCxn id="1827" idx="1"/>
          </p:cNvCxnSpPr>
          <p:nvPr/>
        </p:nvCxnSpPr>
        <p:spPr>
          <a:xfrm rot="10800000">
            <a:off x="10765021" y="3659235"/>
            <a:ext cx="69600" cy="234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8" name="Google Shape;1838;p37"/>
          <p:cNvCxnSpPr>
            <a:stCxn id="1828" idx="1"/>
          </p:cNvCxnSpPr>
          <p:nvPr/>
        </p:nvCxnSpPr>
        <p:spPr>
          <a:xfrm rot="10800000">
            <a:off x="10771920" y="3659100"/>
            <a:ext cx="62700" cy="284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9" name="Google Shape;1839;p37"/>
          <p:cNvCxnSpPr>
            <a:stCxn id="1822" idx="1"/>
          </p:cNvCxnSpPr>
          <p:nvPr/>
        </p:nvCxnSpPr>
        <p:spPr>
          <a:xfrm rot="10800000">
            <a:off x="9340541" y="3653235"/>
            <a:ext cx="40500" cy="235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0" name="Google Shape;1840;p37"/>
          <p:cNvCxnSpPr>
            <a:stCxn id="1760" idx="0"/>
            <a:endCxn id="1759" idx="2"/>
          </p:cNvCxnSpPr>
          <p:nvPr/>
        </p:nvCxnSpPr>
        <p:spPr>
          <a:xfrm rot="-5400000">
            <a:off x="4585644" y="169420"/>
            <a:ext cx="207000" cy="325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0" name="Google Shape;1830;p37"/>
          <p:cNvSpPr/>
          <p:nvPr/>
        </p:nvSpPr>
        <p:spPr>
          <a:xfrm>
            <a:off x="8450292" y="2415826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</p:txBody>
      </p:sp>
      <p:sp>
        <p:nvSpPr>
          <p:cNvPr id="1841" name="Google Shape;1841;p37"/>
          <p:cNvSpPr/>
          <p:nvPr/>
        </p:nvSpPr>
        <p:spPr>
          <a:xfrm>
            <a:off x="8380907" y="1895040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sp>
        <p:nvSpPr>
          <p:cNvPr id="1842" name="Google Shape;1842;p37"/>
          <p:cNvSpPr/>
          <p:nvPr/>
        </p:nvSpPr>
        <p:spPr>
          <a:xfrm>
            <a:off x="9248526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37"/>
          <p:cNvSpPr/>
          <p:nvPr/>
        </p:nvSpPr>
        <p:spPr>
          <a:xfrm>
            <a:off x="10702106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37"/>
          <p:cNvCxnSpPr>
            <a:stCxn id="1841" idx="0"/>
            <a:endCxn id="1759" idx="2"/>
          </p:cNvCxnSpPr>
          <p:nvPr/>
        </p:nvCxnSpPr>
        <p:spPr>
          <a:xfrm flipH="1" rot="5400000">
            <a:off x="7648877" y="358590"/>
            <a:ext cx="202800" cy="28701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5" name="Google Shape;1845;p37"/>
          <p:cNvCxnSpPr>
            <a:stCxn id="1812" idx="0"/>
            <a:endCxn id="1830" idx="2"/>
          </p:cNvCxnSpPr>
          <p:nvPr/>
        </p:nvCxnSpPr>
        <p:spPr>
          <a:xfrm rot="-5400000">
            <a:off x="8665846" y="2674073"/>
            <a:ext cx="327900" cy="72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6" name="Google Shape;1846;p37"/>
          <p:cNvCxnSpPr>
            <a:stCxn id="1843" idx="0"/>
            <a:endCxn id="1830" idx="2"/>
          </p:cNvCxnSpPr>
          <p:nvPr/>
        </p:nvCxnSpPr>
        <p:spPr>
          <a:xfrm flipH="1" rot="5400000">
            <a:off x="10130770" y="1932323"/>
            <a:ext cx="327900" cy="220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7" name="Google Shape;1847;p37"/>
          <p:cNvCxnSpPr>
            <a:stCxn id="1814" idx="1"/>
          </p:cNvCxnSpPr>
          <p:nvPr/>
        </p:nvCxnSpPr>
        <p:spPr>
          <a:xfrm rot="10800000">
            <a:off x="7833461" y="3653003"/>
            <a:ext cx="57300" cy="35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8" name="Google Shape;1848;p37"/>
          <p:cNvCxnSpPr>
            <a:stCxn id="1808" idx="1"/>
          </p:cNvCxnSpPr>
          <p:nvPr/>
        </p:nvCxnSpPr>
        <p:spPr>
          <a:xfrm rot="10800000">
            <a:off x="6324579" y="3653020"/>
            <a:ext cx="75900" cy="37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9" name="Google Shape;1849;p37"/>
          <p:cNvCxnSpPr>
            <a:stCxn id="1807" idx="1"/>
          </p:cNvCxnSpPr>
          <p:nvPr/>
        </p:nvCxnSpPr>
        <p:spPr>
          <a:xfrm rot="10800000">
            <a:off x="6324579" y="3653228"/>
            <a:ext cx="75900" cy="87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0" name="Google Shape;1850;p37"/>
          <p:cNvCxnSpPr>
            <a:stCxn id="1809" idx="1"/>
          </p:cNvCxnSpPr>
          <p:nvPr/>
        </p:nvCxnSpPr>
        <p:spPr>
          <a:xfrm rot="10800000">
            <a:off x="6328479" y="3653136"/>
            <a:ext cx="72000" cy="137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1" name="Google Shape;1851;p37"/>
          <p:cNvCxnSpPr>
            <a:stCxn id="1810" idx="1"/>
          </p:cNvCxnSpPr>
          <p:nvPr/>
        </p:nvCxnSpPr>
        <p:spPr>
          <a:xfrm rot="10800000">
            <a:off x="6328479" y="4972144"/>
            <a:ext cx="72000" cy="54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2" name="Google Shape;1852;p37"/>
          <p:cNvCxnSpPr>
            <a:stCxn id="1811" idx="1"/>
          </p:cNvCxnSpPr>
          <p:nvPr/>
        </p:nvCxnSpPr>
        <p:spPr>
          <a:xfrm rot="10800000">
            <a:off x="6328478" y="3680552"/>
            <a:ext cx="72000" cy="233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3" name="Google Shape;1853;p37"/>
          <p:cNvCxnSpPr>
            <a:stCxn id="1813" idx="1"/>
          </p:cNvCxnSpPr>
          <p:nvPr/>
        </p:nvCxnSpPr>
        <p:spPr>
          <a:xfrm rot="10800000">
            <a:off x="7837061" y="3653211"/>
            <a:ext cx="53700" cy="85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4" name="Google Shape;1854;p37"/>
          <p:cNvCxnSpPr>
            <a:stCxn id="1815" idx="1"/>
          </p:cNvCxnSpPr>
          <p:nvPr/>
        </p:nvCxnSpPr>
        <p:spPr>
          <a:xfrm rot="10800000">
            <a:off x="7833461" y="3653118"/>
            <a:ext cx="57300" cy="135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5" name="Google Shape;1855;p37"/>
          <p:cNvCxnSpPr>
            <a:stCxn id="1816" idx="1"/>
          </p:cNvCxnSpPr>
          <p:nvPr/>
        </p:nvCxnSpPr>
        <p:spPr>
          <a:xfrm rot="10800000">
            <a:off x="7837061" y="3653027"/>
            <a:ext cx="53700" cy="18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6" name="Google Shape;1856;p37"/>
          <p:cNvCxnSpPr>
            <a:stCxn id="1817" idx="1"/>
          </p:cNvCxnSpPr>
          <p:nvPr/>
        </p:nvCxnSpPr>
        <p:spPr>
          <a:xfrm rot="10800000">
            <a:off x="7837060" y="3653235"/>
            <a:ext cx="53700" cy="235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7" name="Google Shape;1857;p3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cxnSp>
        <p:nvCxnSpPr>
          <p:cNvPr id="1858" name="Google Shape;1858;p37"/>
          <p:cNvCxnSpPr>
            <a:stCxn id="1819" idx="1"/>
          </p:cNvCxnSpPr>
          <p:nvPr/>
        </p:nvCxnSpPr>
        <p:spPr>
          <a:xfrm rot="10800000">
            <a:off x="9340542" y="3653003"/>
            <a:ext cx="40500" cy="35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9" name="Google Shape;1859;p37"/>
          <p:cNvCxnSpPr>
            <a:stCxn id="1818" idx="1"/>
          </p:cNvCxnSpPr>
          <p:nvPr/>
        </p:nvCxnSpPr>
        <p:spPr>
          <a:xfrm rot="10800000">
            <a:off x="9340542" y="3653211"/>
            <a:ext cx="40500" cy="85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0" name="Google Shape;1860;p37"/>
          <p:cNvCxnSpPr>
            <a:stCxn id="1820" idx="1"/>
          </p:cNvCxnSpPr>
          <p:nvPr/>
        </p:nvCxnSpPr>
        <p:spPr>
          <a:xfrm rot="10800000">
            <a:off x="9340542" y="3653118"/>
            <a:ext cx="40500" cy="135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1" name="Google Shape;1861;p37"/>
          <p:cNvCxnSpPr>
            <a:stCxn id="1821" idx="1"/>
          </p:cNvCxnSpPr>
          <p:nvPr/>
        </p:nvCxnSpPr>
        <p:spPr>
          <a:xfrm rot="10800000">
            <a:off x="9340542" y="3653027"/>
            <a:ext cx="40500" cy="18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38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1867" name="Google Shape;1867;p38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ema de Office">
  <a:themeElements>
    <a:clrScheme name="femsa P&amp;H">
      <a:dk1>
        <a:srgbClr val="000000"/>
      </a:dk1>
      <a:lt1>
        <a:srgbClr val="FFFFFF"/>
      </a:lt1>
      <a:dk2>
        <a:srgbClr val="EFBAA6"/>
      </a:dk2>
      <a:lt2>
        <a:srgbClr val="F1EFF1"/>
      </a:lt2>
      <a:accent1>
        <a:srgbClr val="FF5800"/>
      </a:accent1>
      <a:accent2>
        <a:srgbClr val="F2B23E"/>
      </a:accent2>
      <a:accent3>
        <a:srgbClr val="B1AFB1"/>
      </a:accent3>
      <a:accent4>
        <a:srgbClr val="E41936"/>
      </a:accent4>
      <a:accent5>
        <a:srgbClr val="FF7057"/>
      </a:accent5>
      <a:accent6>
        <a:srgbClr val="AD475B"/>
      </a:accent6>
      <a:hlink>
        <a:srgbClr val="000000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2025-10-15T17:50:58Z</dcterms:created>
  <dc:creator>Perez Sanchez Maria Fernanda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Office:8\2_Tema de Office:12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