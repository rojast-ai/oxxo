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RgyLDMRWUk8uCLtnYgCpekkZr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10C363-CA78-49B8-A9BA-F77D3C499C0A}">
  <a:tblStyle styleId="{BF10C363-CA78-49B8-A9BA-F77D3C499C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BCAC951-3ADF-4679-8C65-F7002AB3C46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alineación y colaboración entre colaboradores internos y proveedores externos para trabajo en metodologías ágiles, manteniendo velocidad de entrega y calidad.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el talento necesario (interno y socios tecnológicos) y homologar el expertise tecnológico para responder a la rápida evolución de las plataformas digitales.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Definir y gobernar el roadmap de soluciones Customer y Digital: estableciendo marcos de referencia, lineamientos y sinergia con líderes de iniciativa de Comercial y Marketing, para mejorar la experiencia del cliente, habilitar la estrategia digital y generar valor en la relación cliente-marca.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el presupuesto asignado a Soluciones Customer y Digital: brindando seguimiento a la inversión realizada en las iniciativas y estableciendo mediciones periódicas de eficiencia y retorno, para mantener el control financiero del área y rendir cuentas ante el Director de TI.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el portafolio de soluciones en los procesos de delivery y mantenimiento de software: asegurando la correcta alineación de la propuesta de valor y la operación continua de cada solución implementada, mediante revisiones periódicas con los equipos técnicos y las áreas usuarias.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Gobernar la evaluación y gestión de riesgos de las soluciones digitales: mediante el análisis continuo con los equipos de desarrollo para generar planes de acción que eviten la materialización de riesgos o presenten al negocio un balance de ventajas e impactos que facilite la toma de decisiones.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el diseño del roadmap de las plataformas tecnológicas: revisando tendencias de la industria para garantizar una evolución continua de los aplicativos, implementando iniciativas de mejora, evitando obsolescencias y habilitando nuevas oportunidades de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selección y desarrollo de socios tecnológicos idóneos: definiendo el ecosistema de tecnología y herramientas de desarrollo de software que la compañía debe usar, para soportar la propuesta de valor de OXXO y los negocios digitales con calidad y escalabilidad.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los indicadores de desempeño de las plataformas digitales: mediante herramientas de análisis y reportes periódicos, asegurando el cumplimiento de SLAs con costos competitivos y entregas en tiempo, para garantizar la continuidad operativa del ecosistema digital.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alineación de los desarrollos con estándares de seguridad y arquitectura: coordinando con Ciberseguridad y Arquitectura TI la protección de activos digitales y el cumplimiento normativo, para asegurar la integridad de las plataformas y los datos de los clientes.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la innovación y mejora continua del área: identificando tendencias, nuevas herramientas y mejores prácticas de la industria digital para incorporar capacidades que generen ventaja competitiva y sostenibilidad de largo plazo en las soluciones de OXXO México.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Liderar la habilitación tecnológica que soporte la estrategia digital y la propuesta de valor de OXXO México, mediante soluciones innovadoras en canales digitales, analytics, pagos y lealtad, asegurando agilidad, escalabilidad y seguridad para garantizar la continuidad operativa, la mejora de la experiencia del cliente y la entrega de valor en el tiempo esperado por 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Customer y Digital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{BF10C363-CA78-49B8-A9BA-F77D3C499C0A}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Definición del ecosistema de tecnología y herramientas de desarrollo de software, determinando qué plataformas y socios tecnológicos son los más adecuados para soportar la propuesta de valor digital de OXXO México.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y aprobación del portafolio de iniciativas Customer y Digital, evaluando qué proyectos se impulsan, pausan o cancelan con base en valor para el negocio, riesgo tecnológico y recursos disponibles.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{DBCAC951-3ADF-4679-8C65-F7002AB3C46A}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TI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y reportar avances clave del área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Comercial / Marketing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digital, campañas y lealtad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Asegurar cumplimiento normativo y protección digital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estándares técnicos y ecosistema de plataformas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Planeación y Proyectos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gobernanza y seguimiento de iniciativas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Soluciones Customer y Digital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Analytics y Customer Insight, Responsable Canales Digitales App y Web, Responsable Pagos Digitales y Servicios, Responsable Soluciones Loyalty y CRM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Gte. Soluciones Tienda y Comercial, Gte. Soluciones Cadena de Suministro, Gte. Soluciones BackOffice, Gte. Desarrollo de Soluciones, Gte. Arquitectura TI, Gte. Operaciones TI, Gte. Planeación y Proyectos TI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