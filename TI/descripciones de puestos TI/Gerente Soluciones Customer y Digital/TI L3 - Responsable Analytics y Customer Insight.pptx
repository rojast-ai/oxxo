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uMxTFkP69ZwRciMgRl5DTsZ9U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5D3A78-EBF1-4776-9E26-051F0B03C097}">
  <a:tblStyle styleId="{7A5D3A78-EBF1-4776-9E26-051F0B03C09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2B253E60-9DEB-4ED9-8295-7530D4CEAFF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Democratizar el uso de datos en la organización, asegurando que los insights generados se traduzcan en acciones concretas de negocio y no queden como análisis sin impacto.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Garantizar la integridad y calidad de los datos del cliente en un entorno con múltiples fuentes y canales, manteniendo la confiabilidad de los modelos analíticos.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Selección de modelos de atribución y herramientas de visualización de datos para las áreas comerciales, evaluando precisión, usabilidad y costo de implementación.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de integraciones de fuentes de datos en el CDP, considerando impacto en la calidad de los insights, complejidad técnica y urgencia del negocio.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las capacidades analíticas sobre el comportamiento del cliente de OXXO México, siendo el puente entre las áreas comerciales y TI, para generar insights que permitan la personalización de ofertas, la optimización de la estrategia digital y la toma de decisiones basada en datos en toda la organización.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Responsable Analytics y Customer Insight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Soluciones Customer y Digital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{7A5D3A78-EBF1-4776-9E26-051F0B03C097}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Analytics: priorizando en conjunto con las áreas de Comercial y el Gerente Soluciones Customer y Digital, para asegurar que el portafolio analítico responda a las necesidades de decisión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de información y analítica de las áreas comerciales: mediante sesiones de trabajo y análisis de los procesos de toma de decisiones, para traducirlas en requerimientos funcionales claros dirigidos a los equipos de datos y desarrollo.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Diseñar y mantener modelos de datos y dashboards para el seguimiento de métricas clave del cliente (Churn, CLV, CAC), integrando fuentes del CDP, CRM y canales digitales, para habilitar la toma de decisiones basada en datos por parte de las áreas comerciales.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analíticas: desde la definición de requerimientos hasta la puesta en producción, alineando con el equipo de Backend, Desarrollo de Soluciones y Arquitectura TI para garantizar entregas de calidad y confiabilidad de la información.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modelos analíticos y herramientas de visualización: analizando precisión de los modelos, integridad de datos e impacto en las decisiones comerciales, para apoyar las decisiones del Gerente Soluciones Customer y Digital.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de las soluciones analíticas: documentando calidad de datos, adopción de dashboards y áreas de mejora, para garantizar la confiabilidad del servicio y la toma de decisiones oportuna.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Implementar herramientas de analítica digital dentro de la App y Web mediante SDKs y eventos de tracking, para entender patrones de navegación y conversión del usuario y retroalimentar al equipo de producto con insights accionables.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procesos de validación, limpieza y gobierno de datos en el Customer Data Platform (CDP), para asegurar que los modelos analíticos y las campañas de personalización operen sobre datos confiables y de alta calidad.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Responsable Canales Digitales App y Web, Responsable Pagos Digitales y Servicios, Responsable Soluciones Loyalty y CRM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{2B253E60-9DEB-4ED9-8295-7530D4CEAFF3}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Soluciones Customer y Digital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 Comercial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Presentar hallazgos sobre tendencias de consumo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Equipo Backend / Datos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Extracción, integración y calidad de datos del cliente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Gobernanza de Datos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Asegurar cumplimiento de políticas de uso de datos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Responsable Analytics y Customer Insight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Soluciones Customer y Digital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