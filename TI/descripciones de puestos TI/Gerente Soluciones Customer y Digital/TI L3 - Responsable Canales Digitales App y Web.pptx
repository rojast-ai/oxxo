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J6FkoPBAP5kDs9qmd7PxxmqNs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10A657-69D1-4246-825B-9857B863BF24}">
  <a:tblStyle styleId="{5D10A657-69D1-4246-825B-9857B863BF2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8589FD17-3342-47ED-9EF4-636EB8D79E4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Lograr una experiencia de usuario de clase mundial en una aplicación con alta complejidad de servicios financieros y de retail, manteniendo estabilidad y velocidad de entrega simultáneamente.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Asegurar la disponibilidad 24/7 de los canales digitales en un entorno de alta demanda y constante evolución tecnológica, minimizando el impacto de incidencias en la experiencia del cliente.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 canales digitales: priorizando en conjunto con los equipos de Marketing Digital y el Gerente Soluciones Customer y Digital, para asegurar que el portafolio de evolución de la App y Web responda a las necesidades del negocio y del cliente.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los equipos de Diseño UX y áreas usuarias: mediante sesiones de trabajo y análisis de journeys del usuario, para traducirlas en requerimientos funcionales claros dirigidos a los equipos de desarrollo.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completo del desarrollo de la App móvil y plataformas web: desde la concepción hasta la publicación en tiendas (App Store y Google Play), alineando con Backend e Infraestructura para garantizar lanzamientos estables con la funcionalidad esperada.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nuevas funcionalidades y stack tecnológico: analizando impacto en la experiencia del usuario, estabilidad de la plataforma y compatibilidad con los sistemas existentes, para apoyar las decisiones del Gerente Soluciones Customer y Digital.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de los canales digitales: documentando disponibilidad, tiempos de carga, tasa de conversión y bugs críticos, para garantizar la continuidad del servicio y la toma de decisiones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técnicas de performance engineering (lazy loading, CDN, caché) y monitoreo continuo en la App y Web, para optimizar tiempos de carga, mejorar la tasa de conversión y reducir el abandono de sesión del usuario.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planes de contingencia y alertas proactivas en coordinación con Infraestructura y DevOps, para asegurar la disponibilidad 24/7 de los servicios digitales y minimizar el tiempo de inactividad ante incidencias.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documentación técnica y funcional de las plataformas digitales para asegurar la transferencia de conocimiento, la trazabilidad de cambios y la continuidad operativa del equipo.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 evolución técnica de las plataformas digitales de cara al cliente (App OXXO y sitios web), siendo el puente entre los equipos de Diseño UX, Backend e Infraestructura y TI, para ofrecer una experiencia de compra digital fluida, sin fricciones y con alta disponibilidad para los usuarios de OXXO México.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Canales Digitales App y Web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Customer y Digital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{5D10A657-69D1-4246-825B-9857B863BF24}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Determinación del stack tecnológico para nuevas funcionalidades móviles y web, evaluando compatibilidad, escalabilidad y costo de implementación.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correcciones críticas de UX e incidencias de estabilidad, balanceando impacto en la experiencia del usuario y capacidad de ejecución del equipo de desarrollo.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Responsable Analytics y Customer Insight, Responsable Pagos Digitales y Servicios, Responsable Soluciones Loyalty y CRM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{8589FD17-3342-47ED-9EF4-636EB8D79E4C}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Soluciones Customer y Digital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UI/UX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nuevos journeys y prototipos digitales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Infraestructura / DevOps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Gestionar servicios de nube y disponibilidad de la App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estándares técnicos y evolución de plataformas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Canales Digitales App y Web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Customer y Digital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