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eyWaBOxUHueKB7Vi67pDLm5Kz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F4A7C9-9338-4457-9764-6E7087FA0ABE}">
  <a:tblStyle styleId="{BFF4A7C9-9338-4457-9764-6E7087FA0A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5536D37-08AE-4282-B80F-CBD84722BEB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Garantizar la consistencia de los beneficios del programa de lealtad en tiempo real a través de todos los canales de venta, en un entorno con alta volumetría de transacciones y múltiples puntos de contacto.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Asegurar la correcta integración y calidad de los datos de clientes entre el CRM y los canales digitales, manteniendo el cumplimiento de las políticas de privacidad y protección de datos personales.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Definición de prioridades técnicas en el backlog de Loyalty y selección de herramientas de segmentación de clientes, evaluando funcionalidad, integración con el ecosistema existente y costo.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ajustes en las reglas sistémicas de acumulación y canje de puntos, asegurando la consistencia de los beneficios del programa en tiempo real a través de todos los canales de venta.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Loyalty y CRM: priorizando en conjunto con las áreas de Marketing y Comercial y el Gerente Soluciones Customer y Digital, para asegurar que el portafolio refleje las mecánicas de lealtad y las necesidades de gestión de clientes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Marketing y Lealtad: mediante sesiones de trabajo y análisis de los procesos de acumulación, canje y segmentación de clientes, para traducirlas en requerimientos funcionales claros dirigidos a los equipos de desarrollo y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 Loyalty y CRM: desde la definición de requerimientos hasta la puesta en producción, alineando con Desarrollo de Soluciones, Arquitectura TI y Ciberseguridad para garantizar entregas de calidad con los estándares de privacidad requeridos.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funcionalidades del programa de lealtad: analizando correcta implementación de las mecánicas promocionales, integridad de datos de puntos y compatibilidad con los canales de contacto (Email, App, Push), para apoyar las decisiones del Gerente Soluciones Customer y Digital.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de las plataformas de Loyalty y CRM: documentando adopción, incidencias y calidad de datos de clientes, para garantizar la continuidad del servicio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y mantener los flujos de sincronización de datos de clientes entre el CRM y los canales de contacto, validando la calidad de los datos con el equipo de Analytics para garantizar que las comunicaciones lleguen al segmento correcto en el momento oportuno.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la gestión de escalabilidad de las plataformas de recompensas: coordinando con Infraestructura y DevOps la capacidad de cómputo necesaria para soportar picos de demanda durante campañas masivas de marketing sin degradar la experiencia del usuario.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 Loyalty y CRM para asegurar la transferencia de conocimiento, la trazabilidad de cambios y la continuidad operativa del equipo.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soluciones tecnológicas orientadas a la fidelización del cliente y la gestión de relaciones (CRM) de OXXO México, siendo el puente entre las áreas de Marketing, Comercial y TI, para impulsar la recurrencia y el valor del ciclo de vida del consumidor mediante plataformas confiables, escalables y alineadas a la estrategia de lealtad del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Loyalty y CRM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{BFF4A7C9-9338-4457-9764-6E7087FA0ABE}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Analytics y Customer Insight, Responsable Canales Digitales App y Web, Responsable Pagos Digitales y Servicios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{A5536D37-08AE-4282-B80F-CBD84722BEBB}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Customer y Digital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 / Lealtad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promociones, dinámicas de puntos y segmentación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Ciberseguridad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Protección de datos personales y cumplimiento de privacidad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flujos de datos de clientes y estándares técnicos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Loyalty y CRM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