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4.xml" ContentType="application/vnd.openxmlformats-officedocument.presentationml.notesSlide+xml"/>
  <Override PartName="/ppt/tags/tag73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90.xml" ContentType="application/vnd.openxmlformats-officedocument.presentationml.slide+xml"/>
  <Override PartName="/ppt/slides/slide60.xml" ContentType="application/vnd.openxmlformats-officedocument.presentationml.slide+xml"/>
  <Override PartName="/ppt/slides/slide10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notesSlides/notesSlide30.xml" ContentType="application/vnd.openxmlformats-officedocument.presentationml.notesSlide+xml"/>
  <Override PartName="/ppt/slideLayouts/slideLayout140.xml" ContentType="application/vnd.openxmlformats-officedocument.presentationml.slideLayout+xml"/>
  <Override PartName="/ppt/theme/themeOverride60.xml" ContentType="application/vnd.openxmlformats-officedocument.themeOverride+xml"/>
  <Override PartName="/ppt/slides/slide20.xml" ContentType="application/vnd.openxmlformats-officedocument.presentationml.slide+xml"/>
  <Override PartName="/ppt/theme/themeOverride30.xml" ContentType="application/vnd.openxmlformats-officedocument.themeOverride+xml"/>
  <Override PartName="/ppt/theme/themeOverride7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9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48" r:id="rId12"/>
    <p:sldId id="270" r:id="rId13"/>
    <p:sldId id="258" r:id="rId14"/>
    <p:sldId id="2147482945" r:id="rId15"/>
    <p:sldId id="2147482949" r:id="rId16"/>
    <p:sldId id="2147482954" r:id="rId17"/>
    <p:sldId id="2147482951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48"/>
            <p14:sldId id="270"/>
          </p14:sldIdLst>
        </p14:section>
        <p14:section name="Principales contribuciones del área" id="{ECBA4FCF-4ABC-4772-872D-193AE93BB28B}">
          <p14:sldIdLst>
            <p14:sldId id="258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B627B6-C4CA-4AC1-BA21-C5E45D03D8CA}" v="23" dt="2026-04-06T14:53:52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67" d="100"/>
          <a:sy n="67" d="100"/>
        </p:scale>
        <p:origin x="55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Barcenas Beatriz Adriana" userId="9d0e2705-d1ec-45d6-a10d-58461a4a334f" providerId="ADAL" clId="{812CDC9A-941A-4B28-B06D-1FCB72D96FFB}"/>
    <pc:docChg chg="undo redo custSel addSld delSld modSld modSection">
      <pc:chgData name="Rodriguez Barcenas Beatriz Adriana" userId="9d0e2705-d1ec-45d6-a10d-58461a4a334f" providerId="ADAL" clId="{812CDC9A-941A-4B28-B06D-1FCB72D96FFB}" dt="2026-04-06T14:54:06.630" v="6992" actId="1076"/>
      <pc:docMkLst>
        <pc:docMk/>
      </pc:docMkLst>
      <pc:sldChg chg="addSp delSp modSp mod">
        <pc:chgData name="Rodriguez Barcenas Beatriz Adriana" userId="9d0e2705-d1ec-45d6-a10d-58461a4a334f" providerId="ADAL" clId="{812CDC9A-941A-4B28-B06D-1FCB72D96FFB}" dt="2026-04-06T14:54:06.630" v="6992" actId="1076"/>
        <pc:sldMkLst>
          <pc:docMk/>
          <pc:sldMk cId="456374482" sldId="258"/>
        </pc:sldMkLst>
        <pc:spChg chg="mod">
          <ac:chgData name="Rodriguez Barcenas Beatriz Adriana" userId="9d0e2705-d1ec-45d6-a10d-58461a4a334f" providerId="ADAL" clId="{812CDC9A-941A-4B28-B06D-1FCB72D96FFB}" dt="2026-04-06T14:43:56.900" v="6703" actId="14100"/>
          <ac:spMkLst>
            <pc:docMk/>
            <pc:sldMk cId="456374482" sldId="258"/>
            <ac:spMk id="2" creationId="{15943841-D0E0-2FDA-A509-DF366A3D331D}"/>
          </ac:spMkLst>
        </pc:spChg>
        <pc:spChg chg="mod">
          <ac:chgData name="Rodriguez Barcenas Beatriz Adriana" userId="9d0e2705-d1ec-45d6-a10d-58461a4a334f" providerId="ADAL" clId="{812CDC9A-941A-4B28-B06D-1FCB72D96FFB}" dt="2026-03-25T21:50:55.621" v="4343" actId="20577"/>
          <ac:spMkLst>
            <pc:docMk/>
            <pc:sldMk cId="456374482" sldId="258"/>
            <ac:spMk id="3" creationId="{202F7401-ED31-48E2-0F9A-CABF5C4E96BD}"/>
          </ac:spMkLst>
        </pc:spChg>
        <pc:spChg chg="mod">
          <ac:chgData name="Rodriguez Barcenas Beatriz Adriana" userId="9d0e2705-d1ec-45d6-a10d-58461a4a334f" providerId="ADAL" clId="{812CDC9A-941A-4B28-B06D-1FCB72D96FFB}" dt="2026-03-25T21:51:42.092" v="4351" actId="20577"/>
          <ac:spMkLst>
            <pc:docMk/>
            <pc:sldMk cId="456374482" sldId="258"/>
            <ac:spMk id="4" creationId="{F5AAEC53-D683-4F11-4911-0A1D330C51DB}"/>
          </ac:spMkLst>
        </pc:spChg>
        <pc:spChg chg="mod">
          <ac:chgData name="Rodriguez Barcenas Beatriz Adriana" userId="9d0e2705-d1ec-45d6-a10d-58461a4a334f" providerId="ADAL" clId="{812CDC9A-941A-4B28-B06D-1FCB72D96FFB}" dt="2026-03-25T21:53:57.069" v="4490" actId="1037"/>
          <ac:spMkLst>
            <pc:docMk/>
            <pc:sldMk cId="456374482" sldId="258"/>
            <ac:spMk id="5" creationId="{2A03BDC4-669B-0F96-65D6-08CFAF2AB1D3}"/>
          </ac:spMkLst>
        </pc:spChg>
        <pc:spChg chg="mod">
          <ac:chgData name="Rodriguez Barcenas Beatriz Adriana" userId="9d0e2705-d1ec-45d6-a10d-58461a4a334f" providerId="ADAL" clId="{812CDC9A-941A-4B28-B06D-1FCB72D96FFB}" dt="2026-04-06T14:44:26.412" v="6712" actId="1076"/>
          <ac:spMkLst>
            <pc:docMk/>
            <pc:sldMk cId="456374482" sldId="258"/>
            <ac:spMk id="6" creationId="{2C749DC5-650F-E603-E734-0BF332E932F8}"/>
          </ac:spMkLst>
        </pc:spChg>
        <pc:spChg chg="mod">
          <ac:chgData name="Rodriguez Barcenas Beatriz Adriana" userId="9d0e2705-d1ec-45d6-a10d-58461a4a334f" providerId="ADAL" clId="{812CDC9A-941A-4B28-B06D-1FCB72D96FFB}" dt="2026-04-06T14:44:19.881" v="6711" actId="1076"/>
          <ac:spMkLst>
            <pc:docMk/>
            <pc:sldMk cId="456374482" sldId="258"/>
            <ac:spMk id="7" creationId="{025BF223-6AFC-6967-F475-435C163332D5}"/>
          </ac:spMkLst>
        </pc:spChg>
        <pc:spChg chg="add mod">
          <ac:chgData name="Rodriguez Barcenas Beatriz Adriana" userId="9d0e2705-d1ec-45d6-a10d-58461a4a334f" providerId="ADAL" clId="{812CDC9A-941A-4B28-B06D-1FCB72D96FFB}" dt="2026-04-06T14:53:47.880" v="6953" actId="20577"/>
          <ac:spMkLst>
            <pc:docMk/>
            <pc:sldMk cId="456374482" sldId="258"/>
            <ac:spMk id="10" creationId="{6216628D-3519-65D0-0A2C-7D45C2451F50}"/>
          </ac:spMkLst>
        </pc:spChg>
        <pc:spChg chg="add del mod">
          <ac:chgData name="Rodriguez Barcenas Beatriz Adriana" userId="9d0e2705-d1ec-45d6-a10d-58461a4a334f" providerId="ADAL" clId="{812CDC9A-941A-4B28-B06D-1FCB72D96FFB}" dt="2026-04-06T14:49:20.423" v="6881" actId="478"/>
          <ac:spMkLst>
            <pc:docMk/>
            <pc:sldMk cId="456374482" sldId="258"/>
            <ac:spMk id="11" creationId="{19DE8427-62D0-9F55-B2F8-C2D48EABFECD}"/>
          </ac:spMkLst>
        </pc:spChg>
        <pc:spChg chg="mod">
          <ac:chgData name="Rodriguez Barcenas Beatriz Adriana" userId="9d0e2705-d1ec-45d6-a10d-58461a4a334f" providerId="ADAL" clId="{812CDC9A-941A-4B28-B06D-1FCB72D96FFB}" dt="2026-03-25T21:51:57.604" v="4354" actId="20577"/>
          <ac:spMkLst>
            <pc:docMk/>
            <pc:sldMk cId="456374482" sldId="258"/>
            <ac:spMk id="12" creationId="{3B16A55E-E607-9EE6-ECFC-FACE45B08E2C}"/>
          </ac:spMkLst>
        </pc:spChg>
        <pc:spChg chg="add del mod">
          <ac:chgData name="Rodriguez Barcenas Beatriz Adriana" userId="9d0e2705-d1ec-45d6-a10d-58461a4a334f" providerId="ADAL" clId="{812CDC9A-941A-4B28-B06D-1FCB72D96FFB}" dt="2026-04-06T14:52:33.154" v="6925" actId="478"/>
          <ac:spMkLst>
            <pc:docMk/>
            <pc:sldMk cId="456374482" sldId="258"/>
            <ac:spMk id="17" creationId="{56152979-8C9F-3540-EFF4-A45B6D6DB8BF}"/>
          </ac:spMkLst>
        </pc:spChg>
        <pc:spChg chg="add mod">
          <ac:chgData name="Rodriguez Barcenas Beatriz Adriana" userId="9d0e2705-d1ec-45d6-a10d-58461a4a334f" providerId="ADAL" clId="{812CDC9A-941A-4B28-B06D-1FCB72D96FFB}" dt="2026-03-27T17:55:41.627" v="6434" actId="1076"/>
          <ac:spMkLst>
            <pc:docMk/>
            <pc:sldMk cId="456374482" sldId="258"/>
            <ac:spMk id="19" creationId="{9C611B52-A73A-C4E4-CFFC-874AD27F8650}"/>
          </ac:spMkLst>
        </pc:spChg>
        <pc:spChg chg="add del mod">
          <ac:chgData name="Rodriguez Barcenas Beatriz Adriana" userId="9d0e2705-d1ec-45d6-a10d-58461a4a334f" providerId="ADAL" clId="{812CDC9A-941A-4B28-B06D-1FCB72D96FFB}" dt="2026-04-06T14:52:30.831" v="6924" actId="478"/>
          <ac:spMkLst>
            <pc:docMk/>
            <pc:sldMk cId="456374482" sldId="258"/>
            <ac:spMk id="20" creationId="{9AF347B1-F4EE-0BE1-3D8B-1B2D38662631}"/>
          </ac:spMkLst>
        </pc:spChg>
        <pc:spChg chg="add mod">
          <ac:chgData name="Rodriguez Barcenas Beatriz Adriana" userId="9d0e2705-d1ec-45d6-a10d-58461a4a334f" providerId="ADAL" clId="{812CDC9A-941A-4B28-B06D-1FCB72D96FFB}" dt="2026-03-25T22:03:10.982" v="4890" actId="207"/>
          <ac:spMkLst>
            <pc:docMk/>
            <pc:sldMk cId="456374482" sldId="258"/>
            <ac:spMk id="21" creationId="{D0BB167D-2C7D-D430-1D45-DB6FE8827566}"/>
          </ac:spMkLst>
        </pc:spChg>
        <pc:spChg chg="add del mod">
          <ac:chgData name="Rodriguez Barcenas Beatriz Adriana" userId="9d0e2705-d1ec-45d6-a10d-58461a4a334f" providerId="ADAL" clId="{812CDC9A-941A-4B28-B06D-1FCB72D96FFB}" dt="2026-04-06T14:51:53.615" v="6908" actId="478"/>
          <ac:spMkLst>
            <pc:docMk/>
            <pc:sldMk cId="456374482" sldId="258"/>
            <ac:spMk id="22" creationId="{A4F71ED5-7887-D906-BA8C-90A78CDFE37A}"/>
          </ac:spMkLst>
        </pc:spChg>
        <pc:spChg chg="add mod">
          <ac:chgData name="Rodriguez Barcenas Beatriz Adriana" userId="9d0e2705-d1ec-45d6-a10d-58461a4a334f" providerId="ADAL" clId="{812CDC9A-941A-4B28-B06D-1FCB72D96FFB}" dt="2026-04-06T14:43:54.053" v="6702" actId="14100"/>
          <ac:spMkLst>
            <pc:docMk/>
            <pc:sldMk cId="456374482" sldId="258"/>
            <ac:spMk id="23" creationId="{927DAB1C-05BC-8C2C-1A36-20C4C62E896B}"/>
          </ac:spMkLst>
        </pc:spChg>
        <pc:spChg chg="add mod">
          <ac:chgData name="Rodriguez Barcenas Beatriz Adriana" userId="9d0e2705-d1ec-45d6-a10d-58461a4a334f" providerId="ADAL" clId="{812CDC9A-941A-4B28-B06D-1FCB72D96FFB}" dt="2026-04-06T14:47:47.118" v="6871" actId="1076"/>
          <ac:spMkLst>
            <pc:docMk/>
            <pc:sldMk cId="456374482" sldId="258"/>
            <ac:spMk id="24" creationId="{EFDFE53C-ED28-7F27-E65C-75E3CF14A536}"/>
          </ac:spMkLst>
        </pc:spChg>
        <pc:spChg chg="add del mod">
          <ac:chgData name="Rodriguez Barcenas Beatriz Adriana" userId="9d0e2705-d1ec-45d6-a10d-58461a4a334f" providerId="ADAL" clId="{812CDC9A-941A-4B28-B06D-1FCB72D96FFB}" dt="2026-04-06T14:44:37.366" v="6715" actId="478"/>
          <ac:spMkLst>
            <pc:docMk/>
            <pc:sldMk cId="456374482" sldId="258"/>
            <ac:spMk id="29" creationId="{2955D3BA-E6B7-309A-C800-387AF33D9AFA}"/>
          </ac:spMkLst>
        </pc:spChg>
        <pc:spChg chg="mod">
          <ac:chgData name="Rodriguez Barcenas Beatriz Adriana" userId="9d0e2705-d1ec-45d6-a10d-58461a4a334f" providerId="ADAL" clId="{812CDC9A-941A-4B28-B06D-1FCB72D96FFB}" dt="2026-03-25T14:56:40.571" v="2763" actId="20577"/>
          <ac:spMkLst>
            <pc:docMk/>
            <pc:sldMk cId="456374482" sldId="258"/>
            <ac:spMk id="31" creationId="{6975D636-73BB-21EF-E5A3-82114D16F5CC}"/>
          </ac:spMkLst>
        </pc:spChg>
        <pc:spChg chg="add mod">
          <ac:chgData name="Rodriguez Barcenas Beatriz Adriana" userId="9d0e2705-d1ec-45d6-a10d-58461a4a334f" providerId="ADAL" clId="{812CDC9A-941A-4B28-B06D-1FCB72D96FFB}" dt="2026-04-06T14:53:18.981" v="6950" actId="404"/>
          <ac:spMkLst>
            <pc:docMk/>
            <pc:sldMk cId="456374482" sldId="258"/>
            <ac:spMk id="34" creationId="{705577A6-65D8-D6AC-6FB6-531660A25073}"/>
          </ac:spMkLst>
        </pc:spChg>
        <pc:spChg chg="add del mod">
          <ac:chgData name="Rodriguez Barcenas Beatriz Adriana" userId="9d0e2705-d1ec-45d6-a10d-58461a4a334f" providerId="ADAL" clId="{812CDC9A-941A-4B28-B06D-1FCB72D96FFB}" dt="2026-04-06T14:44:37.366" v="6715" actId="478"/>
          <ac:spMkLst>
            <pc:docMk/>
            <pc:sldMk cId="456374482" sldId="258"/>
            <ac:spMk id="35" creationId="{0DFCA0E1-EA04-5D21-4D31-538492562D37}"/>
          </ac:spMkLst>
        </pc:spChg>
        <pc:spChg chg="add mod">
          <ac:chgData name="Rodriguez Barcenas Beatriz Adriana" userId="9d0e2705-d1ec-45d6-a10d-58461a4a334f" providerId="ADAL" clId="{812CDC9A-941A-4B28-B06D-1FCB72D96FFB}" dt="2026-04-06T14:52:26.147" v="6923" actId="207"/>
          <ac:spMkLst>
            <pc:docMk/>
            <pc:sldMk cId="456374482" sldId="258"/>
            <ac:spMk id="37" creationId="{93A0D835-3953-54D0-1462-FE231A17BA37}"/>
          </ac:spMkLst>
        </pc:spChg>
        <pc:spChg chg="add mod">
          <ac:chgData name="Rodriguez Barcenas Beatriz Adriana" userId="9d0e2705-d1ec-45d6-a10d-58461a4a334f" providerId="ADAL" clId="{812CDC9A-941A-4B28-B06D-1FCB72D96FFB}" dt="2026-04-06T14:47:41.814" v="6870" actId="1076"/>
          <ac:spMkLst>
            <pc:docMk/>
            <pc:sldMk cId="456374482" sldId="258"/>
            <ac:spMk id="38" creationId="{11208DB5-0C15-8E2C-A216-0A860B3951B4}"/>
          </ac:spMkLst>
        </pc:spChg>
        <pc:spChg chg="add mod">
          <ac:chgData name="Rodriguez Barcenas Beatriz Adriana" userId="9d0e2705-d1ec-45d6-a10d-58461a4a334f" providerId="ADAL" clId="{812CDC9A-941A-4B28-B06D-1FCB72D96FFB}" dt="2026-04-06T14:44:43.312" v="6718" actId="14100"/>
          <ac:spMkLst>
            <pc:docMk/>
            <pc:sldMk cId="456374482" sldId="258"/>
            <ac:spMk id="41" creationId="{01FA06EB-D773-E067-A550-958213AE4C08}"/>
          </ac:spMkLst>
        </pc:spChg>
        <pc:spChg chg="add mod">
          <ac:chgData name="Rodriguez Barcenas Beatriz Adriana" userId="9d0e2705-d1ec-45d6-a10d-58461a4a334f" providerId="ADAL" clId="{812CDC9A-941A-4B28-B06D-1FCB72D96FFB}" dt="2026-04-06T14:47:36.467" v="6869" actId="1076"/>
          <ac:spMkLst>
            <pc:docMk/>
            <pc:sldMk cId="456374482" sldId="258"/>
            <ac:spMk id="43" creationId="{5C77977B-F251-E785-C4F1-041F1DB079F9}"/>
          </ac:spMkLst>
        </pc:spChg>
        <pc:spChg chg="add mod">
          <ac:chgData name="Rodriguez Barcenas Beatriz Adriana" userId="9d0e2705-d1ec-45d6-a10d-58461a4a334f" providerId="ADAL" clId="{812CDC9A-941A-4B28-B06D-1FCB72D96FFB}" dt="2026-04-06T14:53:32.542" v="6952" actId="113"/>
          <ac:spMkLst>
            <pc:docMk/>
            <pc:sldMk cId="456374482" sldId="258"/>
            <ac:spMk id="44" creationId="{785816D4-EEA8-FFED-8382-2930E7FDC499}"/>
          </ac:spMkLst>
        </pc:spChg>
        <pc:spChg chg="add mod">
          <ac:chgData name="Rodriguez Barcenas Beatriz Adriana" userId="9d0e2705-d1ec-45d6-a10d-58461a4a334f" providerId="ADAL" clId="{812CDC9A-941A-4B28-B06D-1FCB72D96FFB}" dt="2026-04-06T14:53:27.127" v="6951" actId="113"/>
          <ac:spMkLst>
            <pc:docMk/>
            <pc:sldMk cId="456374482" sldId="258"/>
            <ac:spMk id="46" creationId="{8173CB6E-6CFB-DFB3-A751-6A14C6F80B29}"/>
          </ac:spMkLst>
        </pc:spChg>
        <pc:spChg chg="add mod">
          <ac:chgData name="Rodriguez Barcenas Beatriz Adriana" userId="9d0e2705-d1ec-45d6-a10d-58461a4a334f" providerId="ADAL" clId="{812CDC9A-941A-4B28-B06D-1FCB72D96FFB}" dt="2026-03-25T22:01:10.208" v="4844" actId="14100"/>
          <ac:spMkLst>
            <pc:docMk/>
            <pc:sldMk cId="456374482" sldId="258"/>
            <ac:spMk id="47" creationId="{FF4D6CDA-287A-B9CF-1939-CD286C18AD02}"/>
          </ac:spMkLst>
        </pc:spChg>
        <pc:spChg chg="add mod">
          <ac:chgData name="Rodriguez Barcenas Beatriz Adriana" userId="9d0e2705-d1ec-45d6-a10d-58461a4a334f" providerId="ADAL" clId="{812CDC9A-941A-4B28-B06D-1FCB72D96FFB}" dt="2026-04-06T14:53:04.769" v="6947" actId="1076"/>
          <ac:spMkLst>
            <pc:docMk/>
            <pc:sldMk cId="456374482" sldId="258"/>
            <ac:spMk id="48" creationId="{905BEAB6-6DE0-74A5-6E92-EC4C437F7B25}"/>
          </ac:spMkLst>
        </pc:spChg>
        <pc:spChg chg="add mod">
          <ac:chgData name="Rodriguez Barcenas Beatriz Adriana" userId="9d0e2705-d1ec-45d6-a10d-58461a4a334f" providerId="ADAL" clId="{812CDC9A-941A-4B28-B06D-1FCB72D96FFB}" dt="2026-04-06T14:46:32.113" v="6773" actId="1076"/>
          <ac:spMkLst>
            <pc:docMk/>
            <pc:sldMk cId="456374482" sldId="258"/>
            <ac:spMk id="49" creationId="{17885805-6CCB-65F3-988C-B9794A18EFDD}"/>
          </ac:spMkLst>
        </pc:spChg>
        <pc:spChg chg="add del mod">
          <ac:chgData name="Rodriguez Barcenas Beatriz Adriana" userId="9d0e2705-d1ec-45d6-a10d-58461a4a334f" providerId="ADAL" clId="{812CDC9A-941A-4B28-B06D-1FCB72D96FFB}" dt="2026-04-06T14:44:15.909" v="6708"/>
          <ac:spMkLst>
            <pc:docMk/>
            <pc:sldMk cId="456374482" sldId="258"/>
            <ac:spMk id="50" creationId="{87F08DF6-2E27-E32A-87E8-CA14B032E76E}"/>
          </ac:spMkLst>
        </pc:spChg>
        <pc:spChg chg="add del mod">
          <ac:chgData name="Rodriguez Barcenas Beatriz Adriana" userId="9d0e2705-d1ec-45d6-a10d-58461a4a334f" providerId="ADAL" clId="{812CDC9A-941A-4B28-B06D-1FCB72D96FFB}" dt="2026-04-06T14:44:15.909" v="6710"/>
          <ac:spMkLst>
            <pc:docMk/>
            <pc:sldMk cId="456374482" sldId="258"/>
            <ac:spMk id="51" creationId="{45F8DF83-2CF7-EFB8-21CA-2B82488A4D71}"/>
          </ac:spMkLst>
        </pc:spChg>
        <pc:spChg chg="add mod">
          <ac:chgData name="Rodriguez Barcenas Beatriz Adriana" userId="9d0e2705-d1ec-45d6-a10d-58461a4a334f" providerId="ADAL" clId="{812CDC9A-941A-4B28-B06D-1FCB72D96FFB}" dt="2026-04-06T14:53:09.342" v="6949" actId="404"/>
          <ac:spMkLst>
            <pc:docMk/>
            <pc:sldMk cId="456374482" sldId="258"/>
            <ac:spMk id="52" creationId="{B4845A45-C045-A44B-385F-06F32EEAA785}"/>
          </ac:spMkLst>
        </pc:spChg>
        <pc:spChg chg="add mod">
          <ac:chgData name="Rodriguez Barcenas Beatriz Adriana" userId="9d0e2705-d1ec-45d6-a10d-58461a4a334f" providerId="ADAL" clId="{812CDC9A-941A-4B28-B06D-1FCB72D96FFB}" dt="2026-04-06T14:47:33.694" v="6868" actId="1038"/>
          <ac:spMkLst>
            <pc:docMk/>
            <pc:sldMk cId="456374482" sldId="258"/>
            <ac:spMk id="53" creationId="{4A75FD59-BCDD-8625-E507-09B86030C902}"/>
          </ac:spMkLst>
        </pc:spChg>
        <pc:spChg chg="add mod">
          <ac:chgData name="Rodriguez Barcenas Beatriz Adriana" userId="9d0e2705-d1ec-45d6-a10d-58461a4a334f" providerId="ADAL" clId="{812CDC9A-941A-4B28-B06D-1FCB72D96FFB}" dt="2026-04-06T14:54:06.630" v="6992" actId="1076"/>
          <ac:spMkLst>
            <pc:docMk/>
            <pc:sldMk cId="456374482" sldId="258"/>
            <ac:spMk id="54" creationId="{12D35429-ADC9-9533-B71D-392CC31D653A}"/>
          </ac:spMkLst>
        </pc:spChg>
        <pc:spChg chg="add mod">
          <ac:chgData name="Rodriguez Barcenas Beatriz Adriana" userId="9d0e2705-d1ec-45d6-a10d-58461a4a334f" providerId="ADAL" clId="{812CDC9A-941A-4B28-B06D-1FCB72D96FFB}" dt="2026-04-06T14:49:34.698" v="6892" actId="1076"/>
          <ac:spMkLst>
            <pc:docMk/>
            <pc:sldMk cId="456374482" sldId="258"/>
            <ac:spMk id="57" creationId="{B29FBE61-8C70-8C63-D818-DFF261526BB6}"/>
          </ac:spMkLst>
        </pc:spChg>
        <pc:spChg chg="add mod">
          <ac:chgData name="Rodriguez Barcenas Beatriz Adriana" userId="9d0e2705-d1ec-45d6-a10d-58461a4a334f" providerId="ADAL" clId="{812CDC9A-941A-4B28-B06D-1FCB72D96FFB}" dt="2026-04-06T14:44:29.394" v="6713" actId="1076"/>
          <ac:spMkLst>
            <pc:docMk/>
            <pc:sldMk cId="456374482" sldId="258"/>
            <ac:spMk id="58" creationId="{2379BE6C-162A-5764-6E48-1DE8C8D0EFE7}"/>
          </ac:spMkLst>
        </pc:spChg>
        <pc:spChg chg="mod">
          <ac:chgData name="Rodriguez Barcenas Beatriz Adriana" userId="9d0e2705-d1ec-45d6-a10d-58461a4a334f" providerId="ADAL" clId="{812CDC9A-941A-4B28-B06D-1FCB72D96FFB}" dt="2026-03-25T21:51:05.703" v="4345"/>
          <ac:spMkLst>
            <pc:docMk/>
            <pc:sldMk cId="456374482" sldId="258"/>
            <ac:spMk id="261" creationId="{07283218-3E23-D281-2EC9-3CE8DA51E908}"/>
          </ac:spMkLst>
        </pc:spChg>
        <pc:cxnChg chg="add mod">
          <ac:chgData name="Rodriguez Barcenas Beatriz Adriana" userId="9d0e2705-d1ec-45d6-a10d-58461a4a334f" providerId="ADAL" clId="{812CDC9A-941A-4B28-B06D-1FCB72D96FFB}" dt="2026-03-25T22:27:30.399" v="4934" actId="14100"/>
          <ac:cxnSpMkLst>
            <pc:docMk/>
            <pc:sldMk cId="456374482" sldId="258"/>
            <ac:cxnSpMk id="8" creationId="{2163C286-3896-2252-A3A9-D622DE5C25D6}"/>
          </ac:cxnSpMkLst>
        </pc:cxnChg>
        <pc:cxnChg chg="add mod">
          <ac:chgData name="Rodriguez Barcenas Beatriz Adriana" userId="9d0e2705-d1ec-45d6-a10d-58461a4a334f" providerId="ADAL" clId="{812CDC9A-941A-4B28-B06D-1FCB72D96FFB}" dt="2026-04-06T14:47:13.384" v="6811" actId="14100"/>
          <ac:cxnSpMkLst>
            <pc:docMk/>
            <pc:sldMk cId="456374482" sldId="258"/>
            <ac:cxnSpMk id="9" creationId="{C3C25EFE-7262-0D97-AE9E-9B77CFBE09C3}"/>
          </ac:cxnSpMkLst>
        </pc:cxnChg>
        <pc:cxnChg chg="mod">
          <ac:chgData name="Rodriguez Barcenas Beatriz Adriana" userId="9d0e2705-d1ec-45d6-a10d-58461a4a334f" providerId="ADAL" clId="{812CDC9A-941A-4B28-B06D-1FCB72D96FFB}" dt="2026-03-25T20:07:35.891" v="3185" actId="1038"/>
          <ac:cxnSpMkLst>
            <pc:docMk/>
            <pc:sldMk cId="456374482" sldId="258"/>
            <ac:cxnSpMk id="13" creationId="{8CFBAECC-008D-7D9C-88C2-8918D83F8FBB}"/>
          </ac:cxnSpMkLst>
        </pc:cxnChg>
        <pc:cxnChg chg="mod">
          <ac:chgData name="Rodriguez Barcenas Beatriz Adriana" userId="9d0e2705-d1ec-45d6-a10d-58461a4a334f" providerId="ADAL" clId="{812CDC9A-941A-4B28-B06D-1FCB72D96FFB}" dt="2026-04-06T14:44:19.881" v="6711" actId="1076"/>
          <ac:cxnSpMkLst>
            <pc:docMk/>
            <pc:sldMk cId="456374482" sldId="258"/>
            <ac:cxnSpMk id="14" creationId="{D91F3CF3-2065-DF23-B486-AAD3472C6661}"/>
          </ac:cxnSpMkLst>
        </pc:cxnChg>
        <pc:cxnChg chg="mod">
          <ac:chgData name="Rodriguez Barcenas Beatriz Adriana" userId="9d0e2705-d1ec-45d6-a10d-58461a4a334f" providerId="ADAL" clId="{812CDC9A-941A-4B28-B06D-1FCB72D96FFB}" dt="2026-03-25T21:53:57.069" v="4490" actId="1037"/>
          <ac:cxnSpMkLst>
            <pc:docMk/>
            <pc:sldMk cId="456374482" sldId="258"/>
            <ac:cxnSpMk id="15" creationId="{5F75D40F-AC0E-E83F-BD30-5CCA2AD3B2FA}"/>
          </ac:cxnSpMkLst>
        </pc:cxnChg>
        <pc:cxnChg chg="mod">
          <ac:chgData name="Rodriguez Barcenas Beatriz Adriana" userId="9d0e2705-d1ec-45d6-a10d-58461a4a334f" providerId="ADAL" clId="{812CDC9A-941A-4B28-B06D-1FCB72D96FFB}" dt="2026-04-06T14:44:26.412" v="6712" actId="1076"/>
          <ac:cxnSpMkLst>
            <pc:docMk/>
            <pc:sldMk cId="456374482" sldId="258"/>
            <ac:cxnSpMk id="16" creationId="{EB6A592B-BC3E-8B5C-FA54-5FACD425AC2E}"/>
          </ac:cxnSpMkLst>
        </pc:cxnChg>
        <pc:cxnChg chg="add mod">
          <ac:chgData name="Rodriguez Barcenas Beatriz Adriana" userId="9d0e2705-d1ec-45d6-a10d-58461a4a334f" providerId="ADAL" clId="{812CDC9A-941A-4B28-B06D-1FCB72D96FFB}" dt="2026-03-25T21:54:29.191" v="4574" actId="692"/>
          <ac:cxnSpMkLst>
            <pc:docMk/>
            <pc:sldMk cId="456374482" sldId="258"/>
            <ac:cxnSpMk id="18" creationId="{8B31DA96-0495-391A-DD4C-34A1B5A110AA}"/>
          </ac:cxnSpMkLst>
        </pc:cxnChg>
        <pc:cxnChg chg="add mod">
          <ac:chgData name="Rodriguez Barcenas Beatriz Adriana" userId="9d0e2705-d1ec-45d6-a10d-58461a4a334f" providerId="ADAL" clId="{812CDC9A-941A-4B28-B06D-1FCB72D96FFB}" dt="2026-04-06T14:47:01.251" v="6796" actId="14100"/>
          <ac:cxnSpMkLst>
            <pc:docMk/>
            <pc:sldMk cId="456374482" sldId="258"/>
            <ac:cxnSpMk id="25" creationId="{F0E10A76-221D-74C3-C1B0-CA04F3AF87DB}"/>
          </ac:cxnSpMkLst>
        </pc:cxnChg>
        <pc:cxnChg chg="add del mod">
          <ac:chgData name="Rodriguez Barcenas Beatriz Adriana" userId="9d0e2705-d1ec-45d6-a10d-58461a4a334f" providerId="ADAL" clId="{812CDC9A-941A-4B28-B06D-1FCB72D96FFB}" dt="2026-04-06T14:44:38.981" v="6716" actId="478"/>
          <ac:cxnSpMkLst>
            <pc:docMk/>
            <pc:sldMk cId="456374482" sldId="258"/>
            <ac:cxnSpMk id="26" creationId="{CBFC0193-FB30-404A-2465-29FDFBB056A7}"/>
          </ac:cxnSpMkLst>
        </pc:cxnChg>
        <pc:cxnChg chg="add mod">
          <ac:chgData name="Rodriguez Barcenas Beatriz Adriana" userId="9d0e2705-d1ec-45d6-a10d-58461a4a334f" providerId="ADAL" clId="{812CDC9A-941A-4B28-B06D-1FCB72D96FFB}" dt="2026-04-06T14:46:47.406" v="6782" actId="1036"/>
          <ac:cxnSpMkLst>
            <pc:docMk/>
            <pc:sldMk cId="456374482" sldId="258"/>
            <ac:cxnSpMk id="40" creationId="{3250BA15-7871-36CC-510D-88C4EEC62D81}"/>
          </ac:cxnSpMkLst>
        </pc:cxnChg>
      </pc:sldChg>
      <pc:sldChg chg="addSp delSp modSp mod">
        <pc:chgData name="Rodriguez Barcenas Beatriz Adriana" userId="9d0e2705-d1ec-45d6-a10d-58461a4a334f" providerId="ADAL" clId="{812CDC9A-941A-4B28-B06D-1FCB72D96FFB}" dt="2026-04-06T14:42:17.530" v="6661" actId="13926"/>
        <pc:sldMkLst>
          <pc:docMk/>
          <pc:sldMk cId="1530523345" sldId="270"/>
        </pc:sldMkLst>
        <pc:spChg chg="mod">
          <ac:chgData name="Rodriguez Barcenas Beatriz Adriana" userId="9d0e2705-d1ec-45d6-a10d-58461a4a334f" providerId="ADAL" clId="{812CDC9A-941A-4B28-B06D-1FCB72D96FFB}" dt="2026-03-25T21:49:30.917" v="4318"/>
          <ac:spMkLst>
            <pc:docMk/>
            <pc:sldMk cId="1530523345" sldId="270"/>
            <ac:spMk id="11" creationId="{5079D1B5-39DA-A17E-E874-D9C06961D0EE}"/>
          </ac:spMkLst>
        </pc:spChg>
        <pc:spChg chg="mod">
          <ac:chgData name="Rodriguez Barcenas Beatriz Adriana" userId="9d0e2705-d1ec-45d6-a10d-58461a4a334f" providerId="ADAL" clId="{812CDC9A-941A-4B28-B06D-1FCB72D96FFB}" dt="2026-04-06T14:41:27.987" v="6658" actId="13926"/>
          <ac:spMkLst>
            <pc:docMk/>
            <pc:sldMk cId="1530523345" sldId="270"/>
            <ac:spMk id="16" creationId="{CB728A93-DECE-EA2D-9025-C4B1BD67C1A8}"/>
          </ac:spMkLst>
        </pc:spChg>
        <pc:spChg chg="mod">
          <ac:chgData name="Rodriguez Barcenas Beatriz Adriana" userId="9d0e2705-d1ec-45d6-a10d-58461a4a334f" providerId="ADAL" clId="{812CDC9A-941A-4B28-B06D-1FCB72D96FFB}" dt="2026-04-06T14:42:17.530" v="6661" actId="13926"/>
          <ac:spMkLst>
            <pc:docMk/>
            <pc:sldMk cId="1530523345" sldId="270"/>
            <ac:spMk id="18" creationId="{6037BFC9-94B9-A0A1-59DB-B234D6CD0E61}"/>
          </ac:spMkLst>
        </pc:spChg>
        <pc:graphicFrameChg chg="add del mod">
          <ac:chgData name="Rodriguez Barcenas Beatriz Adriana" userId="9d0e2705-d1ec-45d6-a10d-58461a4a334f" providerId="ADAL" clId="{812CDC9A-941A-4B28-B06D-1FCB72D96FFB}" dt="2026-04-06T14:41:21.938" v="6656" actId="478"/>
          <ac:graphicFrameMkLst>
            <pc:docMk/>
            <pc:sldMk cId="1530523345" sldId="270"/>
            <ac:graphicFrameMk id="2" creationId="{E59971E2-4766-8BE3-8C44-84CF97AA01D0}"/>
          </ac:graphicFrameMkLst>
        </pc:graphicFrameChg>
      </pc:sldChg>
      <pc:sldChg chg="modSp mod">
        <pc:chgData name="Rodriguez Barcenas Beatriz Adriana" userId="9d0e2705-d1ec-45d6-a10d-58461a4a334f" providerId="ADAL" clId="{812CDC9A-941A-4B28-B06D-1FCB72D96FFB}" dt="2026-03-25T20:47:54.140" v="4212" actId="20577"/>
        <pc:sldMkLst>
          <pc:docMk/>
          <pc:sldMk cId="3748555724" sldId="2147482941"/>
        </pc:sldMkLst>
        <pc:spChg chg="mod">
          <ac:chgData name="Rodriguez Barcenas Beatriz Adriana" userId="9d0e2705-d1ec-45d6-a10d-58461a4a334f" providerId="ADAL" clId="{812CDC9A-941A-4B28-B06D-1FCB72D96FFB}" dt="2026-03-07T07:22:34.091" v="185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Rodriguez Barcenas Beatriz Adriana" userId="9d0e2705-d1ec-45d6-a10d-58461a4a334f" providerId="ADAL" clId="{812CDC9A-941A-4B28-B06D-1FCB72D96FFB}" dt="2026-03-25T20:47:54.140" v="4212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4-01T19:10:54.919" v="6435" actId="207"/>
        <pc:sldMkLst>
          <pc:docMk/>
          <pc:sldMk cId="946345740" sldId="2147482944"/>
        </pc:sldMkLst>
        <pc:spChg chg="mod">
          <ac:chgData name="Rodriguez Barcenas Beatriz Adriana" userId="9d0e2705-d1ec-45d6-a10d-58461a4a334f" providerId="ADAL" clId="{812CDC9A-941A-4B28-B06D-1FCB72D96FFB}" dt="2026-04-01T19:10:54.919" v="6435" actId="207"/>
          <ac:spMkLst>
            <pc:docMk/>
            <pc:sldMk cId="946345740" sldId="2147482944"/>
            <ac:spMk id="15" creationId="{31B8A6E4-AF49-5BBB-2D6D-34655455BB58}"/>
          </ac:spMkLst>
        </pc:spChg>
        <pc:spChg chg="mod">
          <ac:chgData name="Rodriguez Barcenas Beatriz Adriana" userId="9d0e2705-d1ec-45d6-a10d-58461a4a334f" providerId="ADAL" clId="{812CDC9A-941A-4B28-B06D-1FCB72D96FFB}" dt="2026-04-01T19:10:54.919" v="6435" actId="207"/>
          <ac:spMkLst>
            <pc:docMk/>
            <pc:sldMk cId="946345740" sldId="2147482944"/>
            <ac:spMk id="26" creationId="{47C3E97C-D33B-9B32-142A-8681DE8DDAEF}"/>
          </ac:spMkLst>
        </pc:spChg>
        <pc:spChg chg="mod">
          <ac:chgData name="Rodriguez Barcenas Beatriz Adriana" userId="9d0e2705-d1ec-45d6-a10d-58461a4a334f" providerId="ADAL" clId="{812CDC9A-941A-4B28-B06D-1FCB72D96FFB}" dt="2026-04-01T19:10:54.919" v="6435" actId="207"/>
          <ac:spMkLst>
            <pc:docMk/>
            <pc:sldMk cId="946345740" sldId="2147482944"/>
            <ac:spMk id="31" creationId="{D4C25EC9-011F-3816-1A58-2C6E58DB342E}"/>
          </ac:spMkLst>
        </pc:spChg>
        <pc:spChg chg="mod">
          <ac:chgData name="Rodriguez Barcenas Beatriz Adriana" userId="9d0e2705-d1ec-45d6-a10d-58461a4a334f" providerId="ADAL" clId="{812CDC9A-941A-4B28-B06D-1FCB72D96FFB}" dt="2026-04-01T19:10:54.919" v="6435" actId="207"/>
          <ac:spMkLst>
            <pc:docMk/>
            <pc:sldMk cId="946345740" sldId="2147482944"/>
            <ac:spMk id="36" creationId="{10011520-7618-A3C8-798B-5836617AD8CC}"/>
          </ac:spMkLst>
        </pc:spChg>
        <pc:spChg chg="mod">
          <ac:chgData name="Rodriguez Barcenas Beatriz Adriana" userId="9d0e2705-d1ec-45d6-a10d-58461a4a334f" providerId="ADAL" clId="{812CDC9A-941A-4B28-B06D-1FCB72D96FFB}" dt="2026-04-01T19:10:54.919" v="6435" actId="207"/>
          <ac:spMkLst>
            <pc:docMk/>
            <pc:sldMk cId="946345740" sldId="2147482944"/>
            <ac:spMk id="41" creationId="{F2DFFA15-F145-F25C-0AEC-D3991E68F61F}"/>
          </ac:spMkLst>
        </pc:spChg>
      </pc:sldChg>
      <pc:sldChg chg="addSp delSp modSp mod">
        <pc:chgData name="Rodriguez Barcenas Beatriz Adriana" userId="9d0e2705-d1ec-45d6-a10d-58461a4a334f" providerId="ADAL" clId="{812CDC9A-941A-4B28-B06D-1FCB72D96FFB}" dt="2026-03-25T22:29:19.673" v="4964" actId="478"/>
        <pc:sldMkLst>
          <pc:docMk/>
          <pc:sldMk cId="2944001035" sldId="2147482945"/>
        </pc:sldMkLst>
        <pc:spChg chg="add mod">
          <ac:chgData name="Rodriguez Barcenas Beatriz Adriana" userId="9d0e2705-d1ec-45d6-a10d-58461a4a334f" providerId="ADAL" clId="{812CDC9A-941A-4B28-B06D-1FCB72D96FFB}" dt="2026-03-25T22:28:55.329" v="4957"/>
          <ac:spMkLst>
            <pc:docMk/>
            <pc:sldMk cId="2944001035" sldId="2147482945"/>
            <ac:spMk id="2" creationId="{26556BDD-D6EE-CB29-8EBE-F10B90AD91DC}"/>
          </ac:spMkLst>
        </pc:spChg>
        <pc:spChg chg="mod">
          <ac:chgData name="Rodriguez Barcenas Beatriz Adriana" userId="9d0e2705-d1ec-45d6-a10d-58461a4a334f" providerId="ADAL" clId="{812CDC9A-941A-4B28-B06D-1FCB72D96FFB}" dt="2026-03-10T02:36:09.645" v="2452" actId="1076"/>
          <ac:spMkLst>
            <pc:docMk/>
            <pc:sldMk cId="2944001035" sldId="2147482945"/>
            <ac:spMk id="3" creationId="{8B80DD89-91A3-35BF-46F8-436A28D7C493}"/>
          </ac:spMkLst>
        </pc:spChg>
        <pc:spChg chg="add mod">
          <ac:chgData name="Rodriguez Barcenas Beatriz Adriana" userId="9d0e2705-d1ec-45d6-a10d-58461a4a334f" providerId="ADAL" clId="{812CDC9A-941A-4B28-B06D-1FCB72D96FFB}" dt="2026-03-25T22:29:00.545" v="4958"/>
          <ac:spMkLst>
            <pc:docMk/>
            <pc:sldMk cId="2944001035" sldId="2147482945"/>
            <ac:spMk id="4" creationId="{EC81B558-E5CB-5883-53C6-64D6AE0ECAB1}"/>
          </ac:spMkLst>
        </pc:spChg>
        <pc:spChg chg="add mod">
          <ac:chgData name="Rodriguez Barcenas Beatriz Adriana" userId="9d0e2705-d1ec-45d6-a10d-58461a4a334f" providerId="ADAL" clId="{812CDC9A-941A-4B28-B06D-1FCB72D96FFB}" dt="2026-03-25T22:28:41.608" v="4956"/>
          <ac:spMkLst>
            <pc:docMk/>
            <pc:sldMk cId="2944001035" sldId="2147482945"/>
            <ac:spMk id="5" creationId="{5DF529FD-B6C4-4983-2BBD-7082564AB2A8}"/>
          </ac:spMkLst>
        </pc:spChg>
        <pc:spChg chg="add mod">
          <ac:chgData name="Rodriguez Barcenas Beatriz Adriana" userId="9d0e2705-d1ec-45d6-a10d-58461a4a334f" providerId="ADAL" clId="{812CDC9A-941A-4B28-B06D-1FCB72D96FFB}" dt="2026-03-25T22:29:16.179" v="4963" actId="20577"/>
          <ac:spMkLst>
            <pc:docMk/>
            <pc:sldMk cId="2944001035" sldId="2147482945"/>
            <ac:spMk id="6" creationId="{449EA707-9460-C8EC-3ECD-C3DC35E7B74E}"/>
          </ac:spMkLst>
        </pc:spChg>
        <pc:spChg chg="add mod">
          <ac:chgData name="Rodriguez Barcenas Beatriz Adriana" userId="9d0e2705-d1ec-45d6-a10d-58461a4a334f" providerId="ADAL" clId="{812CDC9A-941A-4B28-B06D-1FCB72D96FFB}" dt="2026-03-25T22:28:34.576" v="4955" actId="20577"/>
          <ac:spMkLst>
            <pc:docMk/>
            <pc:sldMk cId="2944001035" sldId="2147482945"/>
            <ac:spMk id="7" creationId="{A89D09B8-BE7A-4A45-EB27-1DE318E563FB}"/>
          </ac:spMkLst>
        </pc:spChg>
        <pc:spChg chg="mod">
          <ac:chgData name="Rodriguez Barcenas Beatriz Adriana" userId="9d0e2705-d1ec-45d6-a10d-58461a4a334f" providerId="ADAL" clId="{812CDC9A-941A-4B28-B06D-1FCB72D96FFB}" dt="2026-03-25T22:28:25.361" v="4953"/>
          <ac:spMkLst>
            <pc:docMk/>
            <pc:sldMk cId="2944001035" sldId="2147482945"/>
            <ac:spMk id="8" creationId="{35769B02-838B-10EC-DB8D-8A4ED180CC34}"/>
          </ac:spMkLst>
        </pc:spChg>
        <pc:spChg chg="add mod">
          <ac:chgData name="Rodriguez Barcenas Beatriz Adriana" userId="9d0e2705-d1ec-45d6-a10d-58461a4a334f" providerId="ADAL" clId="{812CDC9A-941A-4B28-B06D-1FCB72D96FFB}" dt="2026-03-25T22:28:19.586" v="4952"/>
          <ac:spMkLst>
            <pc:docMk/>
            <pc:sldMk cId="2944001035" sldId="2147482945"/>
            <ac:spMk id="10" creationId="{D0EDDB1D-E6AF-D645-DD81-290902B1A103}"/>
          </ac:spMkLst>
        </pc:spChg>
        <pc:spChg chg="add mod">
          <ac:chgData name="Rodriguez Barcenas Beatriz Adriana" userId="9d0e2705-d1ec-45d6-a10d-58461a4a334f" providerId="ADAL" clId="{812CDC9A-941A-4B28-B06D-1FCB72D96FFB}" dt="2026-03-25T20:35:51.461" v="3875" actId="14100"/>
          <ac:spMkLst>
            <pc:docMk/>
            <pc:sldMk cId="2944001035" sldId="2147482945"/>
            <ac:spMk id="57" creationId="{76B4E10F-C551-0C56-EA0C-EBB9F8115B10}"/>
          </ac:spMkLst>
        </pc:spChg>
        <pc:spChg chg="add mod">
          <ac:chgData name="Rodriguez Barcenas Beatriz Adriana" userId="9d0e2705-d1ec-45d6-a10d-58461a4a334f" providerId="ADAL" clId="{812CDC9A-941A-4B28-B06D-1FCB72D96FFB}" dt="2026-03-25T20:35:54.654" v="3876" actId="14100"/>
          <ac:spMkLst>
            <pc:docMk/>
            <pc:sldMk cId="2944001035" sldId="2147482945"/>
            <ac:spMk id="58" creationId="{DFA23498-B8FF-3E9E-261E-E9A99B9530E1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59" creationId="{9C39A803-E9D0-AE97-C40E-B0BB62CEBBCF}"/>
          </ac:spMkLst>
        </pc:spChg>
        <pc:spChg chg="mod">
          <ac:chgData name="Rodriguez Barcenas Beatriz Adriana" userId="9d0e2705-d1ec-45d6-a10d-58461a4a334f" providerId="ADAL" clId="{812CDC9A-941A-4B28-B06D-1FCB72D96FFB}" dt="2026-03-09T10:29:49.684" v="1803" actId="1037"/>
          <ac:spMkLst>
            <pc:docMk/>
            <pc:sldMk cId="2944001035" sldId="2147482945"/>
            <ac:spMk id="60" creationId="{E1FE4831-9D8F-BE77-6CC0-72B0BC9C2214}"/>
          </ac:spMkLst>
        </pc:spChg>
        <pc:spChg chg="mod">
          <ac:chgData name="Rodriguez Barcenas Beatriz Adriana" userId="9d0e2705-d1ec-45d6-a10d-58461a4a334f" providerId="ADAL" clId="{812CDC9A-941A-4B28-B06D-1FCB72D96FFB}" dt="2026-03-09T10:29:54.630" v="1836" actId="1037"/>
          <ac:spMkLst>
            <pc:docMk/>
            <pc:sldMk cId="2944001035" sldId="2147482945"/>
            <ac:spMk id="61" creationId="{21345EEA-FE5F-8CFE-4E7B-6895E5872A9C}"/>
          </ac:spMkLst>
        </pc:spChg>
        <pc:spChg chg="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62" creationId="{FB3CB5BB-6E04-846F-FBBD-8CB6B62B48DC}"/>
          </ac:spMkLst>
        </pc:spChg>
        <pc:spChg chg="add 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3" creationId="{013C3E41-8533-A376-95B8-154ACECD76F9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64" creationId="{73C07C05-BCF8-B968-F9E9-B81F2BF448F6}"/>
          </ac:spMkLst>
        </pc:spChg>
        <pc:spChg chg="add 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65" creationId="{8A80BF0C-3322-5528-84E9-60773F3CDC2B}"/>
          </ac:spMkLst>
        </pc:spChg>
        <pc:spChg chg="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6" creationId="{FD8C14BA-4A46-CBDD-C6A5-222F54DCB334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67" creationId="{531F763A-86B3-AD2A-94E9-E9EE7C55B0F5}"/>
          </ac:spMkLst>
        </pc:spChg>
        <pc:spChg chg="add 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68" creationId="{5DD6C0FD-F1C7-E78F-B3C0-E7DF989CAD1A}"/>
          </ac:spMkLst>
        </pc:spChg>
        <pc:spChg chg="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9" creationId="{E1B1A847-EA35-9D0C-8206-010EE4D63B47}"/>
          </ac:spMkLst>
        </pc:spChg>
        <pc:spChg chg="add 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70" creationId="{AD4C895D-B746-275C-09BB-27F322E2835A}"/>
          </ac:spMkLst>
        </pc:spChg>
        <pc:spChg chg="add 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71" creationId="{2DB2D4E6-953F-0472-E08E-0343B1EFD171}"/>
          </ac:spMkLst>
        </pc:spChg>
        <pc:spChg chg="add 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72" creationId="{5B4FDDA6-4FBE-7090-8C12-D2D765B5B191}"/>
          </ac:spMkLst>
        </pc:spChg>
        <pc:spChg chg="add 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73" creationId="{BE28F30B-A771-32DF-29C1-3158D124F8B5}"/>
          </ac:spMkLst>
        </pc:spChg>
        <pc:spChg chg="mod">
          <ac:chgData name="Rodriguez Barcenas Beatriz Adriana" userId="9d0e2705-d1ec-45d6-a10d-58461a4a334f" providerId="ADAL" clId="{812CDC9A-941A-4B28-B06D-1FCB72D96FFB}" dt="2026-03-25T20:36:16.020" v="3878" actId="14100"/>
          <ac:spMkLst>
            <pc:docMk/>
            <pc:sldMk cId="2944001035" sldId="2147482945"/>
            <ac:spMk id="74" creationId="{0E4F1F5C-4815-C42D-4A51-1460F838CEC5}"/>
          </ac:spMkLst>
        </pc:spChg>
        <pc:spChg chg="add 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75" creationId="{44E95411-248D-7909-92EC-4A8FCAAE692D}"/>
          </ac:spMkLst>
        </pc:spChg>
        <pc:cxnChg chg="add mod">
          <ac:chgData name="Rodriguez Barcenas Beatriz Adriana" userId="9d0e2705-d1ec-45d6-a10d-58461a4a334f" providerId="ADAL" clId="{812CDC9A-941A-4B28-B06D-1FCB72D96FFB}" dt="2026-03-25T20:36:56.962" v="4039" actId="1038"/>
          <ac:cxnSpMkLst>
            <pc:docMk/>
            <pc:sldMk cId="2944001035" sldId="2147482945"/>
            <ac:cxnSpMk id="11" creationId="{60651784-56FD-8241-617B-6E76C22FB8D1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7:02.077" v="4066" actId="1037"/>
          <ac:cxnSpMkLst>
            <pc:docMk/>
            <pc:sldMk cId="2944001035" sldId="2147482945"/>
            <ac:cxnSpMk id="12" creationId="{567104B3-C821-D667-4CBD-8B21FA9AF152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6:46.051" v="3988" actId="1037"/>
          <ac:cxnSpMkLst>
            <pc:docMk/>
            <pc:sldMk cId="2944001035" sldId="2147482945"/>
            <ac:cxnSpMk id="13" creationId="{524925C4-602D-AB3B-B22D-780F9C87937E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6:39.536" v="3959" actId="1038"/>
          <ac:cxnSpMkLst>
            <pc:docMk/>
            <pc:sldMk cId="2944001035" sldId="2147482945"/>
            <ac:cxnSpMk id="14" creationId="{8654B92E-C880-E9EC-A05B-E8FCF772E3E0}"/>
          </ac:cxnSpMkLst>
        </pc:cxnChg>
        <pc:cxnChg chg="add mod">
          <ac:chgData name="Rodriguez Barcenas Beatriz Adriana" userId="9d0e2705-d1ec-45d6-a10d-58461a4a334f" providerId="ADAL" clId="{812CDC9A-941A-4B28-B06D-1FCB72D96FFB}" dt="2026-03-25T20:36:33.810" v="3932" actId="1037"/>
          <ac:cxnSpMkLst>
            <pc:docMk/>
            <pc:sldMk cId="2944001035" sldId="2147482945"/>
            <ac:cxnSpMk id="15" creationId="{AC041544-EA10-DD8E-B078-2C08451FBC39}"/>
          </ac:cxnSpMkLst>
        </pc:cxnChg>
        <pc:cxnChg chg="mod">
          <ac:chgData name="Rodriguez Barcenas Beatriz Adriana" userId="9d0e2705-d1ec-45d6-a10d-58461a4a334f" providerId="ADAL" clId="{812CDC9A-941A-4B28-B06D-1FCB72D96FFB}" dt="2026-03-25T20:36:52.100" v="4016" actId="1037"/>
          <ac:cxnSpMkLst>
            <pc:docMk/>
            <pc:sldMk cId="2944001035" sldId="2147482945"/>
            <ac:cxnSpMk id="77" creationId="{4402E3D7-DDAA-EC27-11C0-19F04A1739F3}"/>
          </ac:cxnSpMkLst>
        </pc:cxnChg>
      </pc:sldChg>
      <pc:sldChg chg="addSp delSp modSp mod">
        <pc:chgData name="Rodriguez Barcenas Beatriz Adriana" userId="9d0e2705-d1ec-45d6-a10d-58461a4a334f" providerId="ADAL" clId="{812CDC9A-941A-4B28-B06D-1FCB72D96FFB}" dt="2026-04-06T14:39:46.696" v="6653" actId="13926"/>
        <pc:sldMkLst>
          <pc:docMk/>
          <pc:sldMk cId="679105534" sldId="2147482948"/>
        </pc:sldMkLst>
        <pc:spChg chg="mod">
          <ac:chgData name="Rodriguez Barcenas Beatriz Adriana" userId="9d0e2705-d1ec-45d6-a10d-58461a4a334f" providerId="ADAL" clId="{812CDC9A-941A-4B28-B06D-1FCB72D96FFB}" dt="2026-03-25T20:48:14.876" v="4250" actId="20577"/>
          <ac:spMkLst>
            <pc:docMk/>
            <pc:sldMk cId="679105534" sldId="2147482948"/>
            <ac:spMk id="46" creationId="{BF4FBAF8-EEF3-881A-D787-8647C59DBF10}"/>
          </ac:spMkLst>
        </pc:spChg>
        <pc:spChg chg="mod">
          <ac:chgData name="Rodriguez Barcenas Beatriz Adriana" userId="9d0e2705-d1ec-45d6-a10d-58461a4a334f" providerId="ADAL" clId="{812CDC9A-941A-4B28-B06D-1FCB72D96FFB}" dt="2026-04-06T14:39:46.696" v="6653" actId="13926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Rodriguez Barcenas Beatriz Adriana" userId="9d0e2705-d1ec-45d6-a10d-58461a4a334f" providerId="ADAL" clId="{812CDC9A-941A-4B28-B06D-1FCB72D96FFB}" dt="2026-04-06T14:34:11.103" v="6440" actId="113"/>
          <ac:spMkLst>
            <pc:docMk/>
            <pc:sldMk cId="679105534" sldId="2147482948"/>
            <ac:spMk id="56" creationId="{10AE335B-E5D2-A6A7-EFF5-4DBB7DACAAF6}"/>
          </ac:spMkLst>
        </pc:spChg>
        <pc:graphicFrameChg chg="add del mod">
          <ac:chgData name="Rodriguez Barcenas Beatriz Adriana" userId="9d0e2705-d1ec-45d6-a10d-58461a4a334f" providerId="ADAL" clId="{812CDC9A-941A-4B28-B06D-1FCB72D96FFB}" dt="2026-04-06T14:33:58.725" v="6437" actId="478"/>
          <ac:graphicFrameMkLst>
            <pc:docMk/>
            <pc:sldMk cId="679105534" sldId="2147482948"/>
            <ac:graphicFrameMk id="2" creationId="{77729B92-9650-8D3F-CD47-05F0D70820E8}"/>
          </ac:graphicFrameMkLst>
        </pc:graphicFrameChg>
      </pc:sldChg>
      <pc:sldChg chg="modSp mod">
        <pc:chgData name="Rodriguez Barcenas Beatriz Adriana" userId="9d0e2705-d1ec-45d6-a10d-58461a4a334f" providerId="ADAL" clId="{812CDC9A-941A-4B28-B06D-1FCB72D96FFB}" dt="2026-03-07T07:38:30.973" v="690" actId="20577"/>
        <pc:sldMkLst>
          <pc:docMk/>
          <pc:sldMk cId="3429756509" sldId="2147482951"/>
        </pc:sldMkLst>
        <pc:spChg chg="mod">
          <ac:chgData name="Rodriguez Barcenas Beatriz Adriana" userId="9d0e2705-d1ec-45d6-a10d-58461a4a334f" providerId="ADAL" clId="{812CDC9A-941A-4B28-B06D-1FCB72D96FFB}" dt="2026-03-07T07:38:30.973" v="690" actId="20577"/>
          <ac:spMkLst>
            <pc:docMk/>
            <pc:sldMk cId="3429756509" sldId="2147482951"/>
            <ac:spMk id="2" creationId="{1D08F26C-A573-6591-62BD-A45EB58DF6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s-MX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31/03/2026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0.xml"/><Relationship Id="rId3" Type="http://schemas.openxmlformats.org/officeDocument/2006/relationships/image" Target="../media/image6.png"/><Relationship Id="rId7" Type="http://schemas.openxmlformats.org/officeDocument/2006/relationships/slide" Target="slide90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60.xml"/><Relationship Id="rId5" Type="http://schemas.openxmlformats.org/officeDocument/2006/relationships/image" Target="../media/image11.png"/><Relationship Id="rId4" Type="http://schemas.openxmlformats.org/officeDocument/2006/relationships/slide" Target="slide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/>
              <a:t>Director Administrativo Nacional OXXO</a:t>
            </a:r>
            <a:br>
              <a:rPr lang="es-ES_tradnl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5931233"/>
                  </p:ext>
                </p:extLst>
              </p:nvPr>
            </p:nvGraphicFramePr>
            <p:xfrm>
              <a:off x="8283257" y="3911036"/>
              <a:ext cx="1974321" cy="1227807"/>
            </p:xfrm>
            <a:graphic>
              <a:graphicData uri="http://schemas.microsoft.com/office/powerpoint/2016/slidezoom">
                <pslz:sldZm>
                  <pslz:sldZmObj sldId="258" cId="456374482">
                    <pslz:zmPr id="{777291E2-0FE2-4704-8BA7-655626E98D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1" cy="12278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3257" y="3911036"/>
                <a:ext cx="1974321" cy="12278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29025"/>
                  </p:ext>
                </p:extLst>
              </p:nvPr>
            </p:nvGraphicFramePr>
            <p:xfrm>
              <a:off x="9426820" y="4565208"/>
              <a:ext cx="1974320" cy="1110555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0" cy="11105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26820" y="4565208"/>
                <a:ext cx="1974320" cy="11105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5</a:t>
            </a:r>
            <a:endParaRPr lang="es-MX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Director Administrativo Nacional OXXO</a:t>
            </a:r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1771784"/>
            <a:ext cx="11668125" cy="50013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100" b="1" dirty="0">
                <a:solidFill>
                  <a:prstClr val="black"/>
                </a:solidFill>
                <a:latin typeface="+mn-lt"/>
              </a:rPr>
              <a:t>Contribuciones:</a:t>
            </a:r>
            <a:endParaRPr lang="es-MX" sz="1100" b="1" dirty="0">
              <a:solidFill>
                <a:prstClr val="black"/>
              </a:solidFill>
            </a:endParaRP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r>
              <a:rPr lang="es-MX" sz="1100" dirty="0"/>
              <a:t>Asegurar la aplicación y actualización de los Procedimientos contables y administrativos a través de las políticas y normas de la compañía que permitan garantizar la estabilidad Normativa y de control en OXXO. </a:t>
            </a:r>
          </a:p>
          <a:p>
            <a:pPr>
              <a:spcBef>
                <a:spcPts val="0"/>
              </a:spcBef>
            </a:pPr>
            <a:endParaRPr lang="es-MX" sz="11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r>
              <a:rPr lang="es-MX" sz="1100" dirty="0"/>
              <a:t>Garantizar el mantenimiento del Sistema de Trabajo Administrativo a través de la actualización y alineación de procesos y rituales que propicien la estandarización de los mecanismos de Gestión.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endParaRPr lang="es-MX" sz="11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r>
              <a:rPr lang="es-MX" sz="1100" dirty="0"/>
              <a:t>Garantizar el diseño e implementación de Herramientas de Gestión que, apoyadas en la generación y entrega de </a:t>
            </a:r>
            <a:r>
              <a:rPr lang="es-MX" sz="1100" dirty="0" err="1"/>
              <a:t>KPIs</a:t>
            </a:r>
            <a:r>
              <a:rPr lang="es-MX" sz="1100" dirty="0"/>
              <a:t>, propicien la alineación y oportuna toma de decisiones. 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endParaRPr lang="es-MX" sz="11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r>
              <a:rPr lang="es-MX" sz="1100" dirty="0"/>
              <a:t>Garantizar el proceso de inventarios de Tienda y del manejo de efectivo en tienda, mediante estrategias que ayuden al control y asegurando la capacidad instalada (recursos, sistemas, tecnología) para llevarlo a cabo 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endParaRPr lang="es-MX" sz="11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r>
              <a:rPr lang="es-MX" sz="1100" dirty="0"/>
              <a:t>Asegurar la entrega oportuna y veraz de la Información Financiera mediante la revisión y análisis de indicadores clave a través de la generación de diálogos de acción enfocados al cumplimiento de los Objetivos. 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endParaRPr lang="es-MX" sz="11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r>
              <a:rPr lang="es-MX" sz="1100" dirty="0"/>
              <a:t>Garantizar la expansión de calidad a través del diseño de procesos y controles en la autorización de tiendas nuevas. 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endParaRPr lang="es-MX" sz="11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r>
              <a:rPr lang="es-MX" sz="1100" dirty="0"/>
              <a:t>Definir el Plan anual de Normatividad y Control Interno en Plazas OXXO, mediante la asignación diferenciada de revisiones en base a criticidad y riesgos que disminuyan la posibilidad de riesgos en Plazas. 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endParaRPr lang="es-MX" sz="1100" dirty="0"/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r>
              <a:rPr lang="es-MX" sz="1100" dirty="0"/>
              <a:t> Establecer y Asegurar la alineación de FCE Administrativo mediante la alineación de Estrategias DAF y Plataformas que contribuyan con el Desarrollo Estratégico del área.</a:t>
            </a:r>
          </a:p>
          <a:p>
            <a:pPr marL="228600" indent="-228600">
              <a:spcBef>
                <a:spcPts val="0"/>
              </a:spcBef>
              <a:buFont typeface="+mj-lt"/>
              <a:buAutoNum type="arabicPeriod" startAt="2"/>
            </a:pPr>
            <a:endParaRPr lang="es-MX" sz="1100" dirty="0"/>
          </a:p>
          <a:p>
            <a:pPr marL="174625" indent="-174625">
              <a:buFont typeface="+mj-lt"/>
              <a:buAutoNum type="arabicPeriod" startAt="2"/>
            </a:pPr>
            <a:r>
              <a:rPr lang="es-MX" sz="1100" dirty="0"/>
              <a:t> Asegurar la definición de acciones ante eventos relevantes, no recurrentes, mediante el involucramiento y coordinación con las diferentes plataformas para la toma de decisiones y contención de riesgos. </a:t>
            </a:r>
          </a:p>
          <a:p>
            <a:pPr marL="174625" indent="-174625">
              <a:buFont typeface="+mj-lt"/>
              <a:buAutoNum type="arabicPeriod" startAt="2"/>
            </a:pPr>
            <a:endParaRPr lang="es-MX" sz="1100" dirty="0"/>
          </a:p>
          <a:p>
            <a:pPr marL="174625" indent="-174625">
              <a:buFont typeface="+mj-lt"/>
              <a:buAutoNum type="arabicPeriod" startAt="2"/>
            </a:pPr>
            <a:r>
              <a:rPr lang="es-MX" sz="1100" dirty="0">
                <a:solidFill>
                  <a:schemeClr val="tx1"/>
                </a:solidFill>
              </a:rPr>
              <a:t>Asegurar la operación y sostenibilidad de los negocios periféricos y/o habilitadores, mediante una gestión financiera y de control sólida que impulse la rentabilidad y respalde los objetivos estratégicos del negocio.</a:t>
            </a:r>
          </a:p>
          <a:p>
            <a:pPr marL="174625" indent="-174625">
              <a:buFont typeface="+mj-lt"/>
              <a:buAutoNum type="arabicPeriod" startAt="2"/>
            </a:pPr>
            <a:endParaRPr lang="es-MX" sz="1100" dirty="0">
              <a:solidFill>
                <a:schemeClr val="tx1"/>
              </a:solidFill>
            </a:endParaRPr>
          </a:p>
          <a:p>
            <a:pPr marL="174625" indent="-174625">
              <a:buFont typeface="+mj-lt"/>
              <a:buAutoNum type="arabicPeriod" startAt="2"/>
            </a:pPr>
            <a:r>
              <a:rPr lang="es-MX" sz="1100" dirty="0">
                <a:solidFill>
                  <a:schemeClr val="tx1"/>
                </a:solidFill>
              </a:rPr>
              <a:t>Maximizar la rentabilidad y el crecimiento sostenible del negocio a través de planes de productividad que mitiguen impactos regulatorios y protejan el margen y los resultados financieros</a:t>
            </a:r>
            <a:endParaRPr lang="es-MX" sz="11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115928"/>
            <a:ext cx="11668125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s-MX" sz="1200" b="1" dirty="0"/>
              <a:t>Propósito: </a:t>
            </a:r>
            <a:r>
              <a:rPr lang="es-MX" sz="1200" dirty="0">
                <a:solidFill>
                  <a:schemeClr val="tx1"/>
                </a:solidFill>
              </a:rPr>
              <a:t>Contribuir a la generación de valor y rentabilidad del negocio mediante el establecimiento de procesos administrativos, financieros y de control que impulsen la alineación organizacional, la toma de decisiones oportunas y la ejecución de planes de acción, salvaguardando la confiabilidad y transparencia de la información. Asimismo, asegurar la excelencia operativa administrativa y financiera en tiendas, habilitando su crecimiento sostenible y la correcta ejecución de estrategias de expansión del negocio, mediante un seguimiento efectivo en el día a día.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Director Administrativo Nacional OXXO</a:t>
            </a:r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</a:p>
          <a:p>
            <a:pPr marL="176825" indent="-1714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MX" sz="1200" dirty="0"/>
              <a:t>Establecer o modificar estándares, procedimientos y normativas administrativas. </a:t>
            </a:r>
          </a:p>
          <a:p>
            <a:pPr marL="176825" indent="-1714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MX" sz="1200" dirty="0"/>
              <a:t>Autorización de Inversiones en OXXO (tienda nueva y/o tienda en remodelación, cierre de tiendas). </a:t>
            </a:r>
          </a:p>
          <a:p>
            <a:pPr marL="176825" indent="-1714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MX" sz="1200" dirty="0"/>
              <a:t>Definir herramientas que faciliten la toma de decisiones en plazas. </a:t>
            </a:r>
          </a:p>
          <a:p>
            <a:pPr marL="176825" indent="-1714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MX" sz="1200" dirty="0"/>
              <a:t> Definir el medio para el aseguramiento de inventarios en tienda (recursos, sistema, tecnología) </a:t>
            </a:r>
          </a:p>
          <a:p>
            <a:pPr marL="171450" indent="-171450" fontAlgn="t">
              <a:buFont typeface="Wingdings" panose="05000000000000000000" pitchFamily="2" charset="2"/>
              <a:buChar char="§"/>
            </a:pPr>
            <a:r>
              <a:rPr lang="es-MX" sz="1200" dirty="0">
                <a:solidFill>
                  <a:schemeClr val="tx1"/>
                </a:solidFill>
              </a:rPr>
              <a:t>Determinar las iniciativas clave a impulsar en cada etapa del negocio, maximizando impacto financiero y foco estratégico.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MX" sz="1200" dirty="0"/>
              <a:t>Dispersión geográfica y número de Tiendas/Zonas/Regiones/Plazas para la estandarización de prácticas, efectivo, inventarios y proveedores. </a:t>
            </a:r>
          </a:p>
          <a:p>
            <a:pPr marL="171450" indent="-1714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s-MX" sz="1200" dirty="0"/>
              <a:t> Volumen y manejo de información</a:t>
            </a:r>
          </a:p>
          <a:p>
            <a:pPr marL="171450" lvl="0" indent="-171450" fontAlgn="t">
              <a:buFont typeface="Wingdings" panose="05000000000000000000" pitchFamily="2" charset="2"/>
              <a:buChar char="§"/>
              <a:defRPr/>
            </a:pPr>
            <a:r>
              <a:rPr lang="es-MX" sz="1200" dirty="0">
                <a:solidFill>
                  <a:schemeClr val="tx1"/>
                </a:solidFill>
              </a:rPr>
              <a:t>Impulsar la estandarización mediante liderazgo de influencia, al operar directamente con áreas de operación y no desde una estructura central.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Finanzas OXXO MX </a:t>
            </a:r>
            <a:r>
              <a:rPr lang="es-MX" sz="10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Vega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192212" y="1167055"/>
            <a:ext cx="484651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b="1" dirty="0"/>
              <a:t>Propósito</a:t>
            </a:r>
          </a:p>
          <a:p>
            <a:pPr>
              <a:defRPr/>
            </a:pPr>
            <a:r>
              <a:rPr lang="es-MX" sz="1050" dirty="0"/>
              <a:t>Contribuir en la generación de valor del negocio mediante el establecimiento de procesos administrativos de control y gestión que propicien la alineación, toma de decisiones y generación de planes de acción, salvaguardando confiabilidad y transparencia. Adicional, asegurar la excelencia operativa administrativa y financiera en las tiendas; garantizando su adecuado seguimiento en el día a día.</a:t>
            </a:r>
            <a:endParaRPr lang="es-MX" sz="1100" dirty="0">
              <a:solidFill>
                <a:prstClr val="black"/>
              </a:solidFill>
              <a:ea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44826" y="3340936"/>
            <a:ext cx="12058772" cy="2678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800" dirty="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Finanzas – Administrativo OXXO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AAEC53-D683-4F11-4911-0A1D330C51DB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Administrativo OXXO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Luis Carlos Vázquez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03BDC4-669B-0F96-65D6-08CFAF2AB1D3}"/>
              </a:ext>
            </a:extLst>
          </p:cNvPr>
          <p:cNvSpPr/>
          <p:nvPr/>
        </p:nvSpPr>
        <p:spPr>
          <a:xfrm>
            <a:off x="5253347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Gestión y Control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Luis Bacco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C749DC5-650F-E603-E734-0BF332E932F8}"/>
              </a:ext>
            </a:extLst>
          </p:cNvPr>
          <p:cNvSpPr/>
          <p:nvPr/>
        </p:nvSpPr>
        <p:spPr>
          <a:xfrm>
            <a:off x="2919135" y="276343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Traslado de Valores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Karla González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5BF223-6AFC-6967-F475-435C163332D5}"/>
              </a:ext>
            </a:extLst>
          </p:cNvPr>
          <p:cNvSpPr/>
          <p:nvPr/>
        </p:nvSpPr>
        <p:spPr>
          <a:xfrm>
            <a:off x="7601768" y="2764183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Admvo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ctr">
              <a:defRPr/>
            </a:pP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Dllo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Samuel Palomino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16A55E-E607-9EE6-ECFC-FACE45B08E2C}"/>
              </a:ext>
            </a:extLst>
          </p:cNvPr>
          <p:cNvSpPr/>
          <p:nvPr/>
        </p:nvSpPr>
        <p:spPr>
          <a:xfrm>
            <a:off x="502027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BP Finanzas Plataformas EXPANSIÓN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K. García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8CFBAECC-008D-7D9C-88C2-8918D83F8FBB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3645955" y="306776"/>
            <a:ext cx="151501" cy="474735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91F3CF3-2065-DF23-B486-AAD3472C666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7191836" y="1508250"/>
            <a:ext cx="159479" cy="235238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5F75D40F-AC0E-E83F-BD30-5CCA2AD3B2F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6021615" y="2678472"/>
            <a:ext cx="151501" cy="396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B6A592B-BC3E-8B5C-FA54-5FACD425AC2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4850894" y="1518945"/>
            <a:ext cx="158731" cy="233024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0BB167D-2C7D-D430-1D45-DB6FE8827566}"/>
              </a:ext>
            </a:extLst>
          </p:cNvPr>
          <p:cNvSpPr/>
          <p:nvPr/>
        </p:nvSpPr>
        <p:spPr>
          <a:xfrm>
            <a:off x="7153273" y="1208489"/>
            <a:ext cx="4867268" cy="136801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900" b="1" dirty="0">
              <a:solidFill>
                <a:schemeClr val="tx1"/>
              </a:solidFill>
            </a:endParaRPr>
          </a:p>
          <a:p>
            <a:r>
              <a:rPr lang="es-MX" sz="900" b="1" dirty="0">
                <a:solidFill>
                  <a:schemeClr val="tx1"/>
                </a:solidFill>
              </a:rPr>
              <a:t>DIRECTOR:</a:t>
            </a:r>
          </a:p>
          <a:p>
            <a:r>
              <a:rPr lang="es-MX" sz="900" b="1" dirty="0">
                <a:solidFill>
                  <a:schemeClr val="tx1"/>
                </a:solidFill>
              </a:rPr>
              <a:t>(10) - </a:t>
            </a:r>
            <a:r>
              <a:rPr lang="es-MX" sz="900" dirty="0">
                <a:solidFill>
                  <a:schemeClr val="tx1"/>
                </a:solidFill>
              </a:rPr>
              <a:t>Establecer y Asegurar la alineación de FCE Administrativo mediante la alineación de Estrategias DAF y Plataformas que contribuyan con el Desarrollo Estratégico del área.</a:t>
            </a:r>
          </a:p>
          <a:p>
            <a:endParaRPr lang="es-MX" sz="9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900" b="1" dirty="0">
              <a:solidFill>
                <a:schemeClr val="tx1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163C286-3896-2252-A3A9-D622DE5C25D6}"/>
              </a:ext>
            </a:extLst>
          </p:cNvPr>
          <p:cNvCxnSpPr>
            <a:cxnSpLocks/>
          </p:cNvCxnSpPr>
          <p:nvPr/>
        </p:nvCxnSpPr>
        <p:spPr>
          <a:xfrm>
            <a:off x="2524125" y="3345527"/>
            <a:ext cx="0" cy="320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3C25EFE-7262-0D97-AE9E-9B77CFBE09C3}"/>
              </a:ext>
            </a:extLst>
          </p:cNvPr>
          <p:cNvCxnSpPr>
            <a:cxnSpLocks/>
          </p:cNvCxnSpPr>
          <p:nvPr/>
        </p:nvCxnSpPr>
        <p:spPr>
          <a:xfrm>
            <a:off x="4914900" y="3326477"/>
            <a:ext cx="0" cy="266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6216628D-3519-65D0-0A2C-7D45C2451F50}"/>
              </a:ext>
            </a:extLst>
          </p:cNvPr>
          <p:cNvSpPr/>
          <p:nvPr/>
        </p:nvSpPr>
        <p:spPr>
          <a:xfrm>
            <a:off x="9803641" y="2756205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*Gerente Gestión Control Zona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x4</a:t>
            </a:r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8B31DA96-0495-391A-DD4C-34A1B5A110AA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rot="16200000" flipV="1">
            <a:off x="8296762" y="403326"/>
            <a:ext cx="151501" cy="4554258"/>
          </a:xfrm>
          <a:prstGeom prst="bentConnector3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FDFE53C-ED28-7F27-E65C-75E3CF14A536}"/>
              </a:ext>
            </a:extLst>
          </p:cNvPr>
          <p:cNvSpPr txBox="1"/>
          <p:nvPr/>
        </p:nvSpPr>
        <p:spPr>
          <a:xfrm>
            <a:off x="4963829" y="3426003"/>
            <a:ext cx="22465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800" dirty="0"/>
              <a:t>(1) - Asegurar la aplicación y actualización de los Procedimientos contables y administrativos a través de las políticas y normas de la compañía que permitan garantizar la estabilidad Normativa y de control en OXXO. 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800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0E10A76-221D-74C3-C1B0-CA04F3AF87DB}"/>
              </a:ext>
            </a:extLst>
          </p:cNvPr>
          <p:cNvCxnSpPr>
            <a:cxnSpLocks/>
          </p:cNvCxnSpPr>
          <p:nvPr/>
        </p:nvCxnSpPr>
        <p:spPr>
          <a:xfrm>
            <a:off x="7212043" y="3333706"/>
            <a:ext cx="0" cy="2700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1208DB5-0C15-8E2C-A216-0A860B3951B4}"/>
              </a:ext>
            </a:extLst>
          </p:cNvPr>
          <p:cNvSpPr txBox="1"/>
          <p:nvPr/>
        </p:nvSpPr>
        <p:spPr>
          <a:xfrm>
            <a:off x="4931365" y="4113671"/>
            <a:ext cx="2243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800" dirty="0"/>
              <a:t>(4) - Garantizar el diseño e implementación de Herramientas de Gestión que, apoyadas en la generación y entrega de </a:t>
            </a:r>
            <a:r>
              <a:rPr lang="es-MX" sz="800" dirty="0" err="1"/>
              <a:t>KPIs</a:t>
            </a:r>
            <a:r>
              <a:rPr lang="es-MX" sz="800" dirty="0"/>
              <a:t>, propicien la alineación y oportuna toma de decisiones. 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1FA06EB-D773-E067-A550-958213AE4C08}"/>
              </a:ext>
            </a:extLst>
          </p:cNvPr>
          <p:cNvSpPr txBox="1"/>
          <p:nvPr/>
        </p:nvSpPr>
        <p:spPr>
          <a:xfrm>
            <a:off x="7263363" y="3466491"/>
            <a:ext cx="465029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900" dirty="0"/>
              <a:t>(5) - Contribuir en la definición de Estrategias para mejorar el Ingreso del Líder y Empleado a través del aprovechamiento de Incentivos y mejores prácticas de control en Tienda e inventarios que potencialicen su Ingreso Promedio. 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C77977B-F251-E785-C4F1-041F1DB079F9}"/>
              </a:ext>
            </a:extLst>
          </p:cNvPr>
          <p:cNvSpPr txBox="1"/>
          <p:nvPr/>
        </p:nvSpPr>
        <p:spPr>
          <a:xfrm>
            <a:off x="4920319" y="4716828"/>
            <a:ext cx="24220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800" dirty="0"/>
              <a:t>(6) - Garantizar el proceso de inventarios de Tienda, mediante estrategias que ayuden al control y asegurando la capacidad instalada (recursos, sistemas, tecnología) para llevarlo a cabo </a:t>
            </a:r>
          </a:p>
          <a:p>
            <a:pPr marL="174625" indent="-174625">
              <a:spcBef>
                <a:spcPts val="0"/>
              </a:spcBef>
              <a:buFont typeface="+mj-lt"/>
              <a:buAutoNum type="arabicPeriod"/>
            </a:pPr>
            <a:endParaRPr lang="es-MX" sz="8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F4D6CDA-287A-B9CF-1939-CD286C18AD02}"/>
              </a:ext>
            </a:extLst>
          </p:cNvPr>
          <p:cNvSpPr txBox="1"/>
          <p:nvPr/>
        </p:nvSpPr>
        <p:spPr>
          <a:xfrm>
            <a:off x="44826" y="3449087"/>
            <a:ext cx="248752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900" dirty="0"/>
              <a:t>(7) - Asegurar la entrega oportuna y veraz de la Información Financiera mediante la revisión y análisis de indicadores clave a través de la generación de diálogos de acción enfocados al cumplimiento de los Objetivos. 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7885805-6CCB-65F3-988C-B9794A18EFDD}"/>
              </a:ext>
            </a:extLst>
          </p:cNvPr>
          <p:cNvSpPr txBox="1"/>
          <p:nvPr/>
        </p:nvSpPr>
        <p:spPr>
          <a:xfrm>
            <a:off x="9807845" y="4624361"/>
            <a:ext cx="2012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900" dirty="0"/>
              <a:t>(8) - Evaluar las decisiones de Inversión en Tiendas Nuevas y Remodeladas a través de su revisión y aprobación en MWF. 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A75FD59-BCDD-8625-E507-09B86030C902}"/>
              </a:ext>
            </a:extLst>
          </p:cNvPr>
          <p:cNvSpPr txBox="1"/>
          <p:nvPr/>
        </p:nvSpPr>
        <p:spPr>
          <a:xfrm>
            <a:off x="4920319" y="5308269"/>
            <a:ext cx="2290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800" dirty="0"/>
              <a:t>(9) - Definir el Plan anual de Normatividad y Control Interno en Plazas OXXO, mediante la asignación diferenciada de revisiones en base a criticidad y riesgos que disminuyan la posibilidad de riesgos en Plazas. 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29FBE61-8C70-8C63-D818-DFF261526BB6}"/>
              </a:ext>
            </a:extLst>
          </p:cNvPr>
          <p:cNvSpPr txBox="1"/>
          <p:nvPr/>
        </p:nvSpPr>
        <p:spPr>
          <a:xfrm>
            <a:off x="36636" y="4181848"/>
            <a:ext cx="235860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/>
              <a:t>(11) - Planear, organizar y controlar la información financiera de la organización y el suministro de la misma a las demás áreas del negocio y a entidades externas para facilitar el acceso oportuno y confiabilidad de la misma.</a:t>
            </a:r>
            <a:endParaRPr lang="es-MX" sz="9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379BE6C-162A-5764-6E48-1DE8C8D0EFE7}"/>
              </a:ext>
            </a:extLst>
          </p:cNvPr>
          <p:cNvSpPr txBox="1"/>
          <p:nvPr/>
        </p:nvSpPr>
        <p:spPr>
          <a:xfrm>
            <a:off x="2616180" y="3420610"/>
            <a:ext cx="226463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MX" sz="900" dirty="0"/>
              <a:t>(2) - Asegurar la definición de acciones ante eventos relevantes, no recurrentes, mediante el involucramiento y coordinación con las diferentes plataformas para la toma de decisiones y contención de riesgos. 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611B52-A73A-C4E4-CFFC-874AD27F8650}"/>
              </a:ext>
            </a:extLst>
          </p:cNvPr>
          <p:cNvSpPr txBox="1"/>
          <p:nvPr/>
        </p:nvSpPr>
        <p:spPr>
          <a:xfrm>
            <a:off x="9714511" y="6221837"/>
            <a:ext cx="2199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400" dirty="0">
                <a:latin typeface="Calibri" panose="020F0502020204030204" pitchFamily="34" charset="0"/>
                <a:cs typeface="Calibri" panose="020F0502020204030204" pitchFamily="34" charset="0"/>
              </a:rPr>
              <a:t>Rentabilidad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927DAB1C-05BC-8C2C-1A36-20C4C62E896B}"/>
              </a:ext>
            </a:extLst>
          </p:cNvPr>
          <p:cNvSpPr/>
          <p:nvPr/>
        </p:nvSpPr>
        <p:spPr>
          <a:xfrm>
            <a:off x="82927" y="6133308"/>
            <a:ext cx="12020671" cy="68975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b="1" dirty="0">
                <a:solidFill>
                  <a:schemeClr val="tx1"/>
                </a:solidFill>
              </a:rPr>
              <a:t>TRANSVERSAL: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tx1"/>
                </a:solidFill>
              </a:rPr>
              <a:t>(2) - Asegurar la definición de acciones ante eventos relevantes, no recurrentes, mediante el involucramiento y coordinación con las diferentes plataformas para la toma de decisiones y contención de riesgos.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50" dirty="0">
                <a:solidFill>
                  <a:schemeClr val="tx1"/>
                </a:solidFill>
              </a:rPr>
              <a:t>(3) - Garantizar el mantenimiento del Sistema de Trabajo Administrativo a través de la actualización y alineación de procesos y rituales que propicien la estandarización de los mecanismos de Gestión. </a:t>
            </a:r>
          </a:p>
          <a:p>
            <a:endParaRPr lang="es-MX" sz="1050" b="1" dirty="0">
              <a:solidFill>
                <a:schemeClr val="tx1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05577A6-65D8-D6AC-6FB6-531660A25073}"/>
              </a:ext>
            </a:extLst>
          </p:cNvPr>
          <p:cNvSpPr txBox="1"/>
          <p:nvPr/>
        </p:nvSpPr>
        <p:spPr>
          <a:xfrm>
            <a:off x="7270818" y="4660113"/>
            <a:ext cx="22552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 dirty="0">
                <a:solidFill>
                  <a:srgbClr val="0070C0"/>
                </a:solidFill>
              </a:rPr>
              <a:t>(10) - Asegurar la operación y sostenibilidad de los negocios periféricos y/o habilitadores, mediante una gestión financiera y de control sólida que impulse la rentabilidad y respalde los objetivos estratégicos del negocio.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3A0D835-3953-54D0-1462-FE231A17BA37}"/>
              </a:ext>
            </a:extLst>
          </p:cNvPr>
          <p:cNvSpPr txBox="1"/>
          <p:nvPr/>
        </p:nvSpPr>
        <p:spPr>
          <a:xfrm>
            <a:off x="7285256" y="4076590"/>
            <a:ext cx="4818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900" dirty="0">
                <a:solidFill>
                  <a:srgbClr val="0070C0"/>
                </a:solidFill>
              </a:rPr>
              <a:t>(11) - Maximizar la rentabilidad y el crecimiento sostenible del negocio a través de planes de productividad que mitiguen impactos regulatorios y protejan el margen y los resultados financieros</a:t>
            </a: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250BA15-7871-36CC-510D-88C4EEC62D81}"/>
              </a:ext>
            </a:extLst>
          </p:cNvPr>
          <p:cNvCxnSpPr/>
          <p:nvPr/>
        </p:nvCxnSpPr>
        <p:spPr>
          <a:xfrm>
            <a:off x="9586907" y="4478594"/>
            <a:ext cx="0" cy="151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85816D4-EEA8-FFED-8382-2930E7FDC499}"/>
              </a:ext>
            </a:extLst>
          </p:cNvPr>
          <p:cNvSpPr txBox="1"/>
          <p:nvPr/>
        </p:nvSpPr>
        <p:spPr>
          <a:xfrm>
            <a:off x="0" y="4928648"/>
            <a:ext cx="24450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800" b="1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NUEVA: </a:t>
            </a:r>
            <a:r>
              <a:rPr lang="es-MX" sz="80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Asegura la medición, análisis y seguimiento del Valor Económico Agregado (VEA) y la rentabilidad del negocio, proporcionando información financiera clara y accionable que </a:t>
            </a:r>
            <a:r>
              <a:rPr lang="es-MX" sz="8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permita evaluar la generación real de valor, optimizar la asignación de recursos y soportar la toma de decisiones estratégicas orientadas a maximizar el retorno y la sostenibilidad financiera.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8173CB6E-6CFB-DFB3-A751-6A14C6F80B29}"/>
              </a:ext>
            </a:extLst>
          </p:cNvPr>
          <p:cNvSpPr txBox="1"/>
          <p:nvPr/>
        </p:nvSpPr>
        <p:spPr>
          <a:xfrm>
            <a:off x="2540590" y="4264230"/>
            <a:ext cx="229525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sz="900" b="1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NUEVA: </a:t>
            </a:r>
            <a:r>
              <a:rPr lang="es-MX" sz="90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Lidera la implementación del modelo I‑Cash y el desarrollo de su caso de negocio, asegurando la viabilidad operativa, financiera </a:t>
            </a:r>
            <a:r>
              <a:rPr lang="es-MX" sz="900" b="0" i="0" kern="1200" dirty="0">
                <a:solidFill>
                  <a:srgbClr val="0070C0"/>
                </a:solidFill>
                <a:effectLst/>
                <a:latin typeface="+mn-lt"/>
                <a:ea typeface="+mn-ea"/>
                <a:cs typeface="+mn-cs"/>
              </a:rPr>
              <a:t>y de control en los procesos de manejo, resguardo y traslado de valores. Su contribución se centra en optimizar costos, reducir riesgos y mejorar la eficiencia del flujo de efectivo, generando impacto directo en la rentabilidad y seguridad de la operación.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905BEAB6-6DE0-74A5-6E92-EC4C437F7B25}"/>
              </a:ext>
            </a:extLst>
          </p:cNvPr>
          <p:cNvSpPr/>
          <p:nvPr/>
        </p:nvSpPr>
        <p:spPr>
          <a:xfrm>
            <a:off x="10358432" y="895799"/>
            <a:ext cx="127604" cy="9657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4845A45-C045-A44B-385F-06F32EEAA785}"/>
              </a:ext>
            </a:extLst>
          </p:cNvPr>
          <p:cNvSpPr txBox="1"/>
          <p:nvPr/>
        </p:nvSpPr>
        <p:spPr>
          <a:xfrm>
            <a:off x="10461182" y="800359"/>
            <a:ext cx="13591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1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Nuevas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2D35429-ADC9-9533-B71D-392CC31D653A}"/>
              </a:ext>
            </a:extLst>
          </p:cNvPr>
          <p:cNvSpPr txBox="1"/>
          <p:nvPr/>
        </p:nvSpPr>
        <p:spPr>
          <a:xfrm>
            <a:off x="9834306" y="988426"/>
            <a:ext cx="22336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00" i="1" dirty="0">
                <a:latin typeface="Calibri" panose="020F0502020204030204" pitchFamily="34" charset="0"/>
                <a:cs typeface="Calibri" panose="020F0502020204030204" pitchFamily="34" charset="0"/>
              </a:rPr>
              <a:t>*Evaluación ajuste de nombre</a:t>
            </a: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102309" y="1295500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Finanzas – Administrativo OXXO</a:t>
            </a:r>
            <a:endParaRPr lang="es-MX" b="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6B4E10F-C551-0C56-EA0C-EBB9F8115B10}"/>
              </a:ext>
            </a:extLst>
          </p:cNvPr>
          <p:cNvSpPr/>
          <p:nvPr/>
        </p:nvSpPr>
        <p:spPr>
          <a:xfrm>
            <a:off x="10357531" y="2195215"/>
            <a:ext cx="1796370" cy="45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Entregables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FA23498-B8FF-3E9E-261E-E9A99B9530E1}"/>
              </a:ext>
            </a:extLst>
          </p:cNvPr>
          <p:cNvSpPr/>
          <p:nvPr/>
        </p:nvSpPr>
        <p:spPr>
          <a:xfrm>
            <a:off x="55106" y="2195215"/>
            <a:ext cx="2640021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C39A803-E9D0-AE97-C40E-B0BB62CEBBCF}"/>
              </a:ext>
            </a:extLst>
          </p:cNvPr>
          <p:cNvSpPr/>
          <p:nvPr/>
        </p:nvSpPr>
        <p:spPr>
          <a:xfrm>
            <a:off x="45580" y="3045633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1FE4831-9D8F-BE77-6CC0-72B0BC9C2214}"/>
              </a:ext>
            </a:extLst>
          </p:cNvPr>
          <p:cNvSpPr txBox="1"/>
          <p:nvPr/>
        </p:nvSpPr>
        <p:spPr>
          <a:xfrm>
            <a:off x="107319" y="2795439"/>
            <a:ext cx="2071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345EEA-FE5F-8CFE-4E7B-6895E5872A9C}"/>
              </a:ext>
            </a:extLst>
          </p:cNvPr>
          <p:cNvSpPr txBox="1"/>
          <p:nvPr/>
        </p:nvSpPr>
        <p:spPr>
          <a:xfrm>
            <a:off x="2096712" y="279543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</a:t>
            </a:r>
            <a:endParaRPr lang="es-MX" sz="8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B3CB5BB-6E04-846F-FBBD-8CB6B62B48DC}"/>
              </a:ext>
            </a:extLst>
          </p:cNvPr>
          <p:cNvSpPr/>
          <p:nvPr/>
        </p:nvSpPr>
        <p:spPr>
          <a:xfrm>
            <a:off x="2695127" y="3045281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3C3E41-8533-A376-95B8-154ACECD76F9}"/>
              </a:ext>
            </a:extLst>
          </p:cNvPr>
          <p:cNvSpPr txBox="1"/>
          <p:nvPr/>
        </p:nvSpPr>
        <p:spPr>
          <a:xfrm>
            <a:off x="320745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3C07C05-BCF8-B968-F9E9-B81F2BF448F6}"/>
              </a:ext>
            </a:extLst>
          </p:cNvPr>
          <p:cNvSpPr/>
          <p:nvPr/>
        </p:nvSpPr>
        <p:spPr>
          <a:xfrm>
            <a:off x="45580" y="3577536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A80BF0C-3322-5528-84E9-60773F3CDC2B}"/>
              </a:ext>
            </a:extLst>
          </p:cNvPr>
          <p:cNvSpPr/>
          <p:nvPr/>
        </p:nvSpPr>
        <p:spPr>
          <a:xfrm>
            <a:off x="2695127" y="3577184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C14BA-4A46-CBDD-C6A5-222F54DCB334}"/>
              </a:ext>
            </a:extLst>
          </p:cNvPr>
          <p:cNvSpPr txBox="1"/>
          <p:nvPr/>
        </p:nvSpPr>
        <p:spPr>
          <a:xfrm>
            <a:off x="320745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31F763A-86B3-AD2A-94E9-E9EE7C55B0F5}"/>
              </a:ext>
            </a:extLst>
          </p:cNvPr>
          <p:cNvSpPr/>
          <p:nvPr/>
        </p:nvSpPr>
        <p:spPr>
          <a:xfrm>
            <a:off x="45580" y="4109087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DD6C0FD-F1C7-E78F-B3C0-E7DF989CAD1A}"/>
              </a:ext>
            </a:extLst>
          </p:cNvPr>
          <p:cNvSpPr/>
          <p:nvPr/>
        </p:nvSpPr>
        <p:spPr>
          <a:xfrm>
            <a:off x="2695127" y="4108735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1B1A847-EA35-9D0C-8206-010EE4D63B47}"/>
              </a:ext>
            </a:extLst>
          </p:cNvPr>
          <p:cNvSpPr txBox="1"/>
          <p:nvPr/>
        </p:nvSpPr>
        <p:spPr>
          <a:xfrm>
            <a:off x="320745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D4C895D-B746-275C-09BB-27F322E2835A}"/>
              </a:ext>
            </a:extLst>
          </p:cNvPr>
          <p:cNvSpPr/>
          <p:nvPr/>
        </p:nvSpPr>
        <p:spPr>
          <a:xfrm>
            <a:off x="45580" y="4657823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2DB2D4E6-953F-0472-E08E-0343B1EFD171}"/>
              </a:ext>
            </a:extLst>
          </p:cNvPr>
          <p:cNvSpPr/>
          <p:nvPr/>
        </p:nvSpPr>
        <p:spPr>
          <a:xfrm>
            <a:off x="2695127" y="4657471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B4FDDA6-4FBE-7090-8C12-D2D765B5B191}"/>
              </a:ext>
            </a:extLst>
          </p:cNvPr>
          <p:cNvSpPr txBox="1"/>
          <p:nvPr/>
        </p:nvSpPr>
        <p:spPr>
          <a:xfrm>
            <a:off x="320745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E28F30B-A771-32DF-29C1-3158D124F8B5}"/>
              </a:ext>
            </a:extLst>
          </p:cNvPr>
          <p:cNvSpPr/>
          <p:nvPr/>
        </p:nvSpPr>
        <p:spPr>
          <a:xfrm>
            <a:off x="45580" y="5225056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E4F1F5C-4815-C42D-4A51-1460F838CEC5}"/>
              </a:ext>
            </a:extLst>
          </p:cNvPr>
          <p:cNvSpPr/>
          <p:nvPr/>
        </p:nvSpPr>
        <p:spPr>
          <a:xfrm>
            <a:off x="2695127" y="5224704"/>
            <a:ext cx="9417294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4E95411-248D-7909-92EC-4A8FCAAE692D}"/>
              </a:ext>
            </a:extLst>
          </p:cNvPr>
          <p:cNvSpPr txBox="1"/>
          <p:nvPr/>
        </p:nvSpPr>
        <p:spPr>
          <a:xfrm>
            <a:off x="320745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402E3D7-DDAA-EC27-11C0-19F04A1739F3}"/>
              </a:ext>
            </a:extLst>
          </p:cNvPr>
          <p:cNvCxnSpPr>
            <a:cxnSpLocks/>
          </p:cNvCxnSpPr>
          <p:nvPr/>
        </p:nvCxnSpPr>
        <p:spPr>
          <a:xfrm>
            <a:off x="784293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56BDD-D6EE-CB29-8EBE-F10B90AD91DC}"/>
              </a:ext>
            </a:extLst>
          </p:cNvPr>
          <p:cNvSpPr/>
          <p:nvPr/>
        </p:nvSpPr>
        <p:spPr>
          <a:xfrm>
            <a:off x="6572810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Gestión y Control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Luis Bacco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C81B558-E5CB-5883-53C6-64D6AE0ECAB1}"/>
              </a:ext>
            </a:extLst>
          </p:cNvPr>
          <p:cNvSpPr/>
          <p:nvPr/>
        </p:nvSpPr>
        <p:spPr>
          <a:xfrm>
            <a:off x="7858649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Traslado de Valores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Karla González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529FD-B6C4-4983-2BBD-7082564AB2A8}"/>
              </a:ext>
            </a:extLst>
          </p:cNvPr>
          <p:cNvSpPr/>
          <p:nvPr/>
        </p:nvSpPr>
        <p:spPr>
          <a:xfrm>
            <a:off x="5275596" y="2195215"/>
            <a:ext cx="1296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Admvo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ctr">
              <a:defRPr/>
            </a:pP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Dllo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Samuel Palomino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9EA707-9460-C8EC-3ECD-C3DC35E7B74E}"/>
              </a:ext>
            </a:extLst>
          </p:cNvPr>
          <p:cNvSpPr/>
          <p:nvPr/>
        </p:nvSpPr>
        <p:spPr>
          <a:xfrm>
            <a:off x="9061531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Gestión Control Zona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x4</a:t>
            </a:r>
            <a:endParaRPr lang="es-ES" sz="800" i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D09B8-BE7A-4A45-EB27-1DE318E563FB}"/>
              </a:ext>
            </a:extLst>
          </p:cNvPr>
          <p:cNvSpPr/>
          <p:nvPr/>
        </p:nvSpPr>
        <p:spPr>
          <a:xfrm>
            <a:off x="3978384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BP Finanzas Plataformas EXPANSIÓN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K. García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EDDB1D-E6AF-D645-DD81-290902B1A103}"/>
              </a:ext>
            </a:extLst>
          </p:cNvPr>
          <p:cNvSpPr/>
          <p:nvPr/>
        </p:nvSpPr>
        <p:spPr>
          <a:xfrm>
            <a:off x="2696342" y="2195215"/>
            <a:ext cx="1296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Administrativo OXXO</a:t>
            </a: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Luis Carlos Vázquez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0651784-56FD-8241-617B-6E76C22FB8D1}"/>
              </a:ext>
            </a:extLst>
          </p:cNvPr>
          <p:cNvCxnSpPr>
            <a:cxnSpLocks/>
          </p:cNvCxnSpPr>
          <p:nvPr/>
        </p:nvCxnSpPr>
        <p:spPr>
          <a:xfrm>
            <a:off x="908440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67104B3-C821-D667-4CBD-8B21FA9AF152}"/>
              </a:ext>
            </a:extLst>
          </p:cNvPr>
          <p:cNvCxnSpPr>
            <a:cxnSpLocks/>
          </p:cNvCxnSpPr>
          <p:nvPr/>
        </p:nvCxnSpPr>
        <p:spPr>
          <a:xfrm>
            <a:off x="10374098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24925C4-602D-AB3B-B22D-780F9C87937E}"/>
              </a:ext>
            </a:extLst>
          </p:cNvPr>
          <p:cNvCxnSpPr>
            <a:cxnSpLocks/>
          </p:cNvCxnSpPr>
          <p:nvPr/>
        </p:nvCxnSpPr>
        <p:spPr>
          <a:xfrm>
            <a:off x="6573410" y="3051744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54B92E-C880-E9EC-A05B-E8FCF772E3E0}"/>
              </a:ext>
            </a:extLst>
          </p:cNvPr>
          <p:cNvCxnSpPr>
            <a:cxnSpLocks/>
          </p:cNvCxnSpPr>
          <p:nvPr/>
        </p:nvCxnSpPr>
        <p:spPr>
          <a:xfrm>
            <a:off x="5295246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041544-EA10-DD8E-B078-2C08451FBC39}"/>
              </a:ext>
            </a:extLst>
          </p:cNvPr>
          <p:cNvCxnSpPr>
            <a:cxnSpLocks/>
          </p:cNvCxnSpPr>
          <p:nvPr/>
        </p:nvCxnSpPr>
        <p:spPr>
          <a:xfrm>
            <a:off x="3978984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</a:t>
            </a:r>
          </a:p>
          <a:p>
            <a:r>
              <a:rPr lang="es-MX"/>
              <a:t>Alcance 2026</a:t>
            </a:r>
          </a:p>
          <a:p>
            <a:r>
              <a:rPr lang="es-MX"/>
              <a:t>Percepción inicial</a:t>
            </a:r>
          </a:p>
          <a:p>
            <a:r>
              <a:rPr lang="es-MX"/>
              <a:t>Descripción de puesto L2</a:t>
            </a:r>
          </a:p>
          <a:p>
            <a:r>
              <a:rPr lang="es-MX"/>
              <a:t>Principales contribuciones del área</a:t>
            </a:r>
          </a:p>
          <a:p>
            <a:r>
              <a:rPr lang="es-MX"/>
              <a:t>Interacciones entre áreas y procesos clave</a:t>
            </a:r>
          </a:p>
          <a:p>
            <a:r>
              <a:rPr lang="es-MX"/>
              <a:t>Siguientes pasos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685B80D0-ACE9-430D-0968-D497B6A86DE4}"/>
              </a:ext>
            </a:extLst>
          </p:cNvPr>
          <p:cNvSpPr/>
          <p:nvPr/>
        </p:nvSpPr>
        <p:spPr>
          <a:xfrm>
            <a:off x="4903268" y="2307026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Abasto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Lauro Tagle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4851061" y="168083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Cadena Suministro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flipH="1">
            <a:off x="5707688" y="2134434"/>
            <a:ext cx="2462" cy="1725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A6FC54-A62D-9E15-75B3-034E27B67F04}"/>
              </a:ext>
            </a:extLst>
          </p:cNvPr>
          <p:cNvSpPr/>
          <p:nvPr/>
        </p:nvSpPr>
        <p:spPr>
          <a:xfrm>
            <a:off x="3720718" y="2969783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EFAB8A-1A5C-B76D-17CB-81E752A31798}"/>
              </a:ext>
            </a:extLst>
          </p:cNvPr>
          <p:cNvSpPr/>
          <p:nvPr/>
        </p:nvSpPr>
        <p:spPr>
          <a:xfrm>
            <a:off x="6535863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52F0BDB-1258-8538-8AB5-ECB03C822DD7}"/>
              </a:ext>
            </a:extLst>
          </p:cNvPr>
          <p:cNvSpPr/>
          <p:nvPr/>
        </p:nvSpPr>
        <p:spPr>
          <a:xfrm>
            <a:off x="5100146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BFB9C14-CF49-8026-6599-FFAE363FC324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rot="5400000" flipH="1" flipV="1">
            <a:off x="4918758" y="2180854"/>
            <a:ext cx="209157" cy="136870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C1127ABF-BD9A-F5B3-B01E-9B1DFAC88568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>
          <a:xfrm rot="5400000" flipH="1" flipV="1">
            <a:off x="3481069" y="743047"/>
            <a:ext cx="209040" cy="42441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53EEA93-8E4C-3981-531C-15036E26F4BF}"/>
              </a:ext>
            </a:extLst>
          </p:cNvPr>
          <p:cNvCxnSpPr>
            <a:stCxn id="34" idx="0"/>
            <a:endCxn id="27" idx="2"/>
          </p:cNvCxnSpPr>
          <p:nvPr/>
        </p:nvCxnSpPr>
        <p:spPr>
          <a:xfrm rot="16200000" flipV="1">
            <a:off x="6326448" y="2141866"/>
            <a:ext cx="208922" cy="144644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183C520-F779-D01B-2080-E05D60DFFF18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5400000" flipH="1" flipV="1">
            <a:off x="4196284" y="1458026"/>
            <a:ext cx="208804" cy="281400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C47A9A38-FE0C-AF2F-6030-E36EF4E1B5C5}"/>
              </a:ext>
            </a:extLst>
          </p:cNvPr>
          <p:cNvCxnSpPr>
            <a:stCxn id="36" idx="0"/>
            <a:endCxn id="27" idx="2"/>
          </p:cNvCxnSpPr>
          <p:nvPr/>
        </p:nvCxnSpPr>
        <p:spPr>
          <a:xfrm rot="16200000" flipV="1">
            <a:off x="5608590" y="2859724"/>
            <a:ext cx="208922" cy="1072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DAF17E-34A3-971D-9BAF-B6F6084E112F}"/>
              </a:ext>
            </a:extLst>
          </p:cNvPr>
          <p:cNvSpPr/>
          <p:nvPr/>
        </p:nvSpPr>
        <p:spPr>
          <a:xfrm>
            <a:off x="845223" y="296966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16FBC-C73E-D502-1FF2-24AD86BBEE84}"/>
              </a:ext>
            </a:extLst>
          </p:cNvPr>
          <p:cNvSpPr/>
          <p:nvPr/>
        </p:nvSpPr>
        <p:spPr>
          <a:xfrm>
            <a:off x="2275417" y="2969430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1AC66B0-B0F6-8032-1E47-E91F8FB27E71}"/>
              </a:ext>
            </a:extLst>
          </p:cNvPr>
          <p:cNvSpPr/>
          <p:nvPr/>
        </p:nvSpPr>
        <p:spPr>
          <a:xfrm>
            <a:off x="7978927" y="2969430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A73CD7AD-4983-7724-856C-46CC654CA758}"/>
              </a:ext>
            </a:extLst>
          </p:cNvPr>
          <p:cNvCxnSpPr>
            <a:cxnSpLocks/>
            <a:stCxn id="46" idx="0"/>
            <a:endCxn id="27" idx="2"/>
          </p:cNvCxnSpPr>
          <p:nvPr/>
        </p:nvCxnSpPr>
        <p:spPr>
          <a:xfrm rot="16200000" flipV="1">
            <a:off x="7048039" y="1420275"/>
            <a:ext cx="208804" cy="288950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Bocadillo: rectángulo con esquinas redondeadas 196">
            <a:extLst>
              <a:ext uri="{FF2B5EF4-FFF2-40B4-BE49-F238E27FC236}">
                <a16:creationId xmlns:a16="http://schemas.microsoft.com/office/drawing/2014/main" id="{19FE0ED9-7EE0-61F9-EC24-6B9EE9AB0970}"/>
              </a:ext>
            </a:extLst>
          </p:cNvPr>
          <p:cNvSpPr/>
          <p:nvPr/>
        </p:nvSpPr>
        <p:spPr>
          <a:xfrm>
            <a:off x="9566547" y="2785013"/>
            <a:ext cx="2061048" cy="640856"/>
          </a:xfrm>
          <a:prstGeom prst="wedgeRoundRectCallout">
            <a:avLst>
              <a:gd name="adj1" fmla="val -66264"/>
              <a:gd name="adj2" fmla="val 11233"/>
              <a:gd name="adj3" fmla="val 16667"/>
            </a:avLst>
          </a:prstGeom>
          <a:solidFill>
            <a:srgbClr val="F6F6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FTE adicional, se recupera de la centralización de abasto en operaciones, aquí se ampliará </a:t>
            </a:r>
            <a:r>
              <a:rPr lang="es-ES" sz="800" err="1">
                <a:solidFill>
                  <a:schemeClr val="tx1"/>
                </a:solidFill>
              </a:rPr>
              <a:t>SoC</a:t>
            </a:r>
            <a:r>
              <a:rPr lang="es-ES" sz="800">
                <a:solidFill>
                  <a:schemeClr val="tx1"/>
                </a:solidFill>
              </a:rPr>
              <a:t> una vez centralizadas las funciones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82E13FB6-AAC2-D4DF-E99C-49632376B68E}"/>
              </a:ext>
            </a:extLst>
          </p:cNvPr>
          <p:cNvSpPr/>
          <p:nvPr/>
        </p:nvSpPr>
        <p:spPr>
          <a:xfrm>
            <a:off x="2280178" y="3423028"/>
            <a:ext cx="1231011" cy="1728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i="1">
                <a:solidFill>
                  <a:schemeClr val="tx1"/>
                </a:solidFill>
              </a:rPr>
              <a:t>2  vacantes, Analista Abasto</a:t>
            </a:r>
            <a:endParaRPr lang="es-MX" sz="600" i="1">
              <a:solidFill>
                <a:schemeClr val="tx1"/>
              </a:solidFill>
            </a:endParaRPr>
          </a:p>
        </p:txBody>
      </p: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444843" y="1330609"/>
            <a:ext cx="4378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/>
              <a:t>Propósito</a:t>
            </a:r>
          </a:p>
          <a:p>
            <a:r>
              <a:rPr lang="es-MX" sz="1000"/>
              <a:t>Diseñar y operar la estrategia de </a:t>
            </a:r>
            <a:r>
              <a:rPr lang="es-MX" sz="1000" b="1"/>
              <a:t>demanda, abasto y suministro </a:t>
            </a:r>
            <a:r>
              <a:rPr lang="es-MX" sz="1000"/>
              <a:t>de OXXO México, con el fin de potencializar la propuesta de valor centrada en el Cliente,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847984" y="3791677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1D6DEB-59A3-D310-FE8A-C471154E947D}"/>
              </a:ext>
            </a:extLst>
          </p:cNvPr>
          <p:cNvSpPr/>
          <p:nvPr/>
        </p:nvSpPr>
        <p:spPr>
          <a:xfrm>
            <a:off x="228272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9E4E79-E6C0-C204-4595-50CF6C708E1C}"/>
              </a:ext>
            </a:extLst>
          </p:cNvPr>
          <p:cNvSpPr/>
          <p:nvPr/>
        </p:nvSpPr>
        <p:spPr>
          <a:xfrm>
            <a:off x="3766886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A5135EF-299A-CD02-2D8F-6717466AD939}"/>
              </a:ext>
            </a:extLst>
          </p:cNvPr>
          <p:cNvSpPr/>
          <p:nvPr/>
        </p:nvSpPr>
        <p:spPr>
          <a:xfrm>
            <a:off x="5141521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2E832B-62AD-8C67-EDFE-3202526BDFA4}"/>
              </a:ext>
            </a:extLst>
          </p:cNvPr>
          <p:cNvSpPr/>
          <p:nvPr/>
        </p:nvSpPr>
        <p:spPr>
          <a:xfrm>
            <a:off x="653586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3AAFDBB-C06D-FA7C-609D-204DD13C03CF}"/>
              </a:ext>
            </a:extLst>
          </p:cNvPr>
          <p:cNvSpPr/>
          <p:nvPr/>
        </p:nvSpPr>
        <p:spPr>
          <a:xfrm>
            <a:off x="7984450" y="3791675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28B153-EE1E-848A-6D1D-FFAF5889D3FF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Principales contribuciones del área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942977" y="131397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37519-FC68-3EE9-AA6E-7347B173A5F9}"/>
              </a:ext>
            </a:extLst>
          </p:cNvPr>
          <p:cNvSpPr/>
          <p:nvPr/>
        </p:nvSpPr>
        <p:spPr>
          <a:xfrm>
            <a:off x="6125759" y="2223741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F7BD93-7152-5D76-C4BB-ADC289E2F8EA}"/>
              </a:ext>
            </a:extLst>
          </p:cNvPr>
          <p:cNvSpPr/>
          <p:nvPr/>
        </p:nvSpPr>
        <p:spPr>
          <a:xfrm>
            <a:off x="8940904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E0D19-6275-945D-FCC2-FC25B0BF8A0B}"/>
              </a:ext>
            </a:extLst>
          </p:cNvPr>
          <p:cNvSpPr/>
          <p:nvPr/>
        </p:nvSpPr>
        <p:spPr>
          <a:xfrm>
            <a:off x="7505187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512CCB-1B7F-51AF-359E-0F1F7BCDB0E9}"/>
              </a:ext>
            </a:extLst>
          </p:cNvPr>
          <p:cNvSpPr/>
          <p:nvPr/>
        </p:nvSpPr>
        <p:spPr>
          <a:xfrm>
            <a:off x="3250264" y="2223624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7DC22D-BA2A-5432-3ED2-74FE3E4BEF0A}"/>
              </a:ext>
            </a:extLst>
          </p:cNvPr>
          <p:cNvSpPr/>
          <p:nvPr/>
        </p:nvSpPr>
        <p:spPr>
          <a:xfrm>
            <a:off x="4680458" y="222338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87331-BA78-592E-5E35-056340EF3FB5}"/>
              </a:ext>
            </a:extLst>
          </p:cNvPr>
          <p:cNvSpPr/>
          <p:nvPr/>
        </p:nvSpPr>
        <p:spPr>
          <a:xfrm>
            <a:off x="10383968" y="2223388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C0F0DE-AFA5-A6C3-F19D-088D02D8A134}"/>
              </a:ext>
            </a:extLst>
          </p:cNvPr>
          <p:cNvSpPr/>
          <p:nvPr/>
        </p:nvSpPr>
        <p:spPr>
          <a:xfrm>
            <a:off x="3253025" y="3045635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55959C-76D7-F282-E4EB-8710A3C0B335}"/>
              </a:ext>
            </a:extLst>
          </p:cNvPr>
          <p:cNvSpPr/>
          <p:nvPr/>
        </p:nvSpPr>
        <p:spPr>
          <a:xfrm>
            <a:off x="468776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3819E4-F31F-AF16-15AD-4E04A1DB035D}"/>
              </a:ext>
            </a:extLst>
          </p:cNvPr>
          <p:cNvSpPr/>
          <p:nvPr/>
        </p:nvSpPr>
        <p:spPr>
          <a:xfrm>
            <a:off x="6171927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A2A9CB-7090-ACB9-4A82-F9D2119C47A2}"/>
              </a:ext>
            </a:extLst>
          </p:cNvPr>
          <p:cNvSpPr/>
          <p:nvPr/>
        </p:nvSpPr>
        <p:spPr>
          <a:xfrm>
            <a:off x="7546562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1D01FD-584F-0E3B-7A3D-DC5F5668C290}"/>
              </a:ext>
            </a:extLst>
          </p:cNvPr>
          <p:cNvSpPr/>
          <p:nvPr/>
        </p:nvSpPr>
        <p:spPr>
          <a:xfrm>
            <a:off x="894090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8B9043-5A2A-40A0-B544-35C4CEC6B9A9}"/>
              </a:ext>
            </a:extLst>
          </p:cNvPr>
          <p:cNvSpPr/>
          <p:nvPr/>
        </p:nvSpPr>
        <p:spPr>
          <a:xfrm>
            <a:off x="10389491" y="3045633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F6532-A7BD-E20F-DDEA-9BE761F99408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538161" y="2223388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538161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43953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Enlistar por prioridad e impacto</a:t>
            </a:r>
            <a:endParaRPr lang="es-MX" sz="8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3211345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3250264" y="304528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C542EF-81FF-8D4A-E88C-70C85511A91A}"/>
              </a:ext>
            </a:extLst>
          </p:cNvPr>
          <p:cNvSpPr txBox="1"/>
          <p:nvPr/>
        </p:nvSpPr>
        <p:spPr>
          <a:xfrm>
            <a:off x="379664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538161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3250264" y="357718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879978-8430-034C-C550-3A606B237594}"/>
              </a:ext>
            </a:extLst>
          </p:cNvPr>
          <p:cNvSpPr txBox="1"/>
          <p:nvPr/>
        </p:nvSpPr>
        <p:spPr>
          <a:xfrm>
            <a:off x="379664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538161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3250264" y="4108735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E645B8E-233E-8121-1523-D16F498EE32E}"/>
              </a:ext>
            </a:extLst>
          </p:cNvPr>
          <p:cNvSpPr txBox="1"/>
          <p:nvPr/>
        </p:nvSpPr>
        <p:spPr>
          <a:xfrm>
            <a:off x="379664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538161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3250264" y="465747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DCCC991-E4C3-6D82-7168-6FD63133D816}"/>
              </a:ext>
            </a:extLst>
          </p:cNvPr>
          <p:cNvSpPr txBox="1"/>
          <p:nvPr/>
        </p:nvSpPr>
        <p:spPr>
          <a:xfrm>
            <a:off x="379664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538161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3250264" y="522470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6860F7-8486-22FF-8CBE-550E4C9DE66D}"/>
              </a:ext>
            </a:extLst>
          </p:cNvPr>
          <p:cNvSpPr txBox="1"/>
          <p:nvPr/>
        </p:nvSpPr>
        <p:spPr>
          <a:xfrm>
            <a:off x="379664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8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3827B1-3712-4D8C-A6C0-A6B9F847DDF3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7ff1139c-9d19-4981-a26c-d6e7dc37fc8a"/>
    <ds:schemaRef ds:uri="http://purl.org/dc/dcmitype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9960</TotalTime>
  <Words>2538</Words>
  <Application>Microsoft Office PowerPoint</Application>
  <PresentationFormat>Panorámica</PresentationFormat>
  <Paragraphs>319</Paragraphs>
  <Slides>13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Lucida Grande</vt:lpstr>
      <vt:lpstr>Open Sans</vt:lpstr>
      <vt:lpstr>Times New Roman</vt:lpstr>
      <vt:lpstr>Wingdings</vt:lpstr>
      <vt:lpstr>Tema de Office</vt:lpstr>
      <vt:lpstr>Master</vt:lpstr>
      <vt:lpstr>Fit for Purpose 2026 Director Administrativo Nacional OXXO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Presentación de PowerPoint</vt:lpstr>
      <vt:lpstr>Presentación de PowerPoint</vt:lpstr>
      <vt:lpstr>Principales contribuciones del área Finanzas – Administrativo OXXO</vt:lpstr>
      <vt:lpstr>Interacciones entre áreas y procesos clave Finanzas – Administrativo OXXO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Rodriguez Barcenas Beatriz Adriana</cp:lastModifiedBy>
  <cp:revision>3</cp:revision>
  <dcterms:created xsi:type="dcterms:W3CDTF">2026-02-23T22:40:37Z</dcterms:created>
  <dcterms:modified xsi:type="dcterms:W3CDTF">2026-04-06T14:54:15Z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