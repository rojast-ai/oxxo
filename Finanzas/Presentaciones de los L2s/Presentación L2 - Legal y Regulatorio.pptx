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4.xml" ContentType="application/vnd.openxmlformats-officedocument.presentationml.notesSl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9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49" r:id="rId16"/>
    <p:sldId id="2147482954" r:id="rId17"/>
    <p:sldId id="214748295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9B79F-1376-492B-81C2-012D2AAAC208}" v="1" dt="2026-04-06T17:29:45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6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modSection">
      <pc:chgData name="Rodriguez Barcenas Beatriz Adriana" userId="9d0e2705-d1ec-45d6-a10d-58461a4a334f" providerId="ADAL" clId="{812CDC9A-941A-4B28-B06D-1FCB72D96FFB}" dt="2026-04-06T17:36:42.568" v="5746" actId="1076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4-06T17:36:42.568" v="5746" actId="1076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3-30T20:32:16.432" v="5521" actId="14100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3-30T19:04:45.554" v="5203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3-30T19:05:00.747" v="5204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3-30T19:05:28.627" v="5208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3-30T19:05:36.475" v="5209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3-30T19:05:20.443" v="5207"/>
          <ac:spMkLst>
            <pc:docMk/>
            <pc:sldMk cId="456374482" sldId="258"/>
            <ac:spMk id="7" creationId="{025BF223-6AFC-6967-F475-435C163332D5}"/>
          </ac:spMkLst>
        </pc:spChg>
        <pc:spChg chg="add mod">
          <ac:chgData name="Rodriguez Barcenas Beatriz Adriana" userId="9d0e2705-d1ec-45d6-a10d-58461a4a334f" providerId="ADAL" clId="{812CDC9A-941A-4B28-B06D-1FCB72D96FFB}" dt="2026-03-30T19:05:43.510" v="5210"/>
          <ac:spMkLst>
            <pc:docMk/>
            <pc:sldMk cId="456374482" sldId="258"/>
            <ac:spMk id="10" creationId="{6216628D-3519-65D0-0A2C-7D45C2451F50}"/>
          </ac:spMkLst>
        </pc:spChg>
        <pc:spChg chg="add del mod">
          <ac:chgData name="Rodriguez Barcenas Beatriz Adriana" userId="9d0e2705-d1ec-45d6-a10d-58461a4a334f" providerId="ADAL" clId="{812CDC9A-941A-4B28-B06D-1FCB72D96FFB}" dt="2026-04-06T17:30:29.151" v="5690" actId="1076"/>
          <ac:spMkLst>
            <pc:docMk/>
            <pc:sldMk cId="456374482" sldId="258"/>
            <ac:spMk id="11" creationId="{3811FAB0-1AE5-5C65-6A29-1814B56435A2}"/>
          </ac:spMkLst>
        </pc:spChg>
        <pc:spChg chg="mod">
          <ac:chgData name="Rodriguez Barcenas Beatriz Adriana" userId="9d0e2705-d1ec-45d6-a10d-58461a4a334f" providerId="ADAL" clId="{812CDC9A-941A-4B28-B06D-1FCB72D96FFB}" dt="2026-03-30T19:05:14.278" v="5206"/>
          <ac:spMkLst>
            <pc:docMk/>
            <pc:sldMk cId="456374482" sldId="258"/>
            <ac:spMk id="12" creationId="{3B16A55E-E607-9EE6-ECFC-FACE45B08E2C}"/>
          </ac:spMkLst>
        </pc:spChg>
        <pc:spChg chg="add mod ord">
          <ac:chgData name="Rodriguez Barcenas Beatriz Adriana" userId="9d0e2705-d1ec-45d6-a10d-58461a4a334f" providerId="ADAL" clId="{812CDC9A-941A-4B28-B06D-1FCB72D96FFB}" dt="2026-03-30T20:33:43.849" v="5579" actId="1035"/>
          <ac:spMkLst>
            <pc:docMk/>
            <pc:sldMk cId="456374482" sldId="258"/>
            <ac:spMk id="20" creationId="{5B7CA7D4-869C-67DC-EFD6-9D7E16939EBC}"/>
          </ac:spMkLst>
        </pc:spChg>
        <pc:spChg chg="add mod">
          <ac:chgData name="Rodriguez Barcenas Beatriz Adriana" userId="9d0e2705-d1ec-45d6-a10d-58461a4a334f" providerId="ADAL" clId="{812CDC9A-941A-4B28-B06D-1FCB72D96FFB}" dt="2026-03-30T20:20:10.860" v="5232" actId="207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3-30T20:33:40.069" v="5569" actId="14100"/>
          <ac:spMkLst>
            <pc:docMk/>
            <pc:sldMk cId="456374482" sldId="258"/>
            <ac:spMk id="22" creationId="{32700C57-F44B-EC68-971F-90BD19E26B44}"/>
          </ac:spMkLst>
        </pc:spChg>
        <pc:spChg chg="add mod">
          <ac:chgData name="Rodriguez Barcenas Beatriz Adriana" userId="9d0e2705-d1ec-45d6-a10d-58461a4a334f" providerId="ADAL" clId="{812CDC9A-941A-4B28-B06D-1FCB72D96FFB}" dt="2026-03-30T20:33:58.507" v="5585" actId="554"/>
          <ac:spMkLst>
            <pc:docMk/>
            <pc:sldMk cId="456374482" sldId="258"/>
            <ac:spMk id="24" creationId="{DE9D4D44-3CB6-78BD-C515-E51ED492B6C5}"/>
          </ac:spMkLst>
        </pc:spChg>
        <pc:spChg chg="add mod">
          <ac:chgData name="Rodriguez Barcenas Beatriz Adriana" userId="9d0e2705-d1ec-45d6-a10d-58461a4a334f" providerId="ADAL" clId="{812CDC9A-941A-4B28-B06D-1FCB72D96FFB}" dt="2026-03-30T20:33:58.507" v="5585" actId="554"/>
          <ac:spMkLst>
            <pc:docMk/>
            <pc:sldMk cId="456374482" sldId="258"/>
            <ac:spMk id="27" creationId="{E9189E03-A642-5729-44EC-456F3BFED4E9}"/>
          </ac:spMkLst>
        </pc:spChg>
        <pc:spChg chg="add mod">
          <ac:chgData name="Rodriguez Barcenas Beatriz Adriana" userId="9d0e2705-d1ec-45d6-a10d-58461a4a334f" providerId="ADAL" clId="{812CDC9A-941A-4B28-B06D-1FCB72D96FFB}" dt="2026-04-06T17:36:25.895" v="5743" actId="1076"/>
          <ac:spMkLst>
            <pc:docMk/>
            <pc:sldMk cId="456374482" sldId="258"/>
            <ac:spMk id="30" creationId="{3D3AE964-3FBE-9FFD-EC4A-4B102CD528AF}"/>
          </ac:spMkLst>
        </pc:spChg>
        <pc:spChg chg="mod">
          <ac:chgData name="Rodriguez Barcenas Beatriz Adriana" userId="9d0e2705-d1ec-45d6-a10d-58461a4a334f" providerId="ADAL" clId="{812CDC9A-941A-4B28-B06D-1FCB72D96FFB}" dt="2026-03-25T14:56:40.571" v="2763" actId="20577"/>
          <ac:spMkLst>
            <pc:docMk/>
            <pc:sldMk cId="456374482" sldId="258"/>
            <ac:spMk id="31" creationId="{6975D636-73BB-21EF-E5A3-82114D16F5CC}"/>
          </ac:spMkLst>
        </pc:spChg>
        <pc:spChg chg="add mod">
          <ac:chgData name="Rodriguez Barcenas Beatriz Adriana" userId="9d0e2705-d1ec-45d6-a10d-58461a4a334f" providerId="ADAL" clId="{812CDC9A-941A-4B28-B06D-1FCB72D96FFB}" dt="2026-03-30T20:33:58.507" v="5585" actId="554"/>
          <ac:spMkLst>
            <pc:docMk/>
            <pc:sldMk cId="456374482" sldId="258"/>
            <ac:spMk id="36" creationId="{51B60F10-9DD7-8B57-546F-AA9214D411A9}"/>
          </ac:spMkLst>
        </pc:spChg>
        <pc:spChg chg="add mod">
          <ac:chgData name="Rodriguez Barcenas Beatriz Adriana" userId="9d0e2705-d1ec-45d6-a10d-58461a4a334f" providerId="ADAL" clId="{812CDC9A-941A-4B28-B06D-1FCB72D96FFB}" dt="2026-03-30T20:30:20.671" v="5472" actId="1076"/>
          <ac:spMkLst>
            <pc:docMk/>
            <pc:sldMk cId="456374482" sldId="258"/>
            <ac:spMk id="38" creationId="{6B01B738-1456-E522-0C67-952885C2206C}"/>
          </ac:spMkLst>
        </pc:spChg>
        <pc:spChg chg="add del mod">
          <ac:chgData name="Rodriguez Barcenas Beatriz Adriana" userId="9d0e2705-d1ec-45d6-a10d-58461a4a334f" providerId="ADAL" clId="{812CDC9A-941A-4B28-B06D-1FCB72D96FFB}" dt="2026-04-06T17:34:39.511" v="5692" actId="478"/>
          <ac:spMkLst>
            <pc:docMk/>
            <pc:sldMk cId="456374482" sldId="258"/>
            <ac:spMk id="39" creationId="{486BD9D2-89EC-A9BD-B7B0-F08A1C47720F}"/>
          </ac:spMkLst>
        </pc:spChg>
        <pc:spChg chg="add del mod">
          <ac:chgData name="Rodriguez Barcenas Beatriz Adriana" userId="9d0e2705-d1ec-45d6-a10d-58461a4a334f" providerId="ADAL" clId="{812CDC9A-941A-4B28-B06D-1FCB72D96FFB}" dt="2026-04-06T17:34:41.202" v="5693" actId="478"/>
          <ac:spMkLst>
            <pc:docMk/>
            <pc:sldMk cId="456374482" sldId="258"/>
            <ac:spMk id="40" creationId="{0B149FCC-E9F6-AA50-317F-9958ADB9993B}"/>
          </ac:spMkLst>
        </pc:spChg>
        <pc:spChg chg="add mod">
          <ac:chgData name="Rodriguez Barcenas Beatriz Adriana" userId="9d0e2705-d1ec-45d6-a10d-58461a4a334f" providerId="ADAL" clId="{812CDC9A-941A-4B28-B06D-1FCB72D96FFB}" dt="2026-04-06T17:34:47.365" v="5694" actId="14100"/>
          <ac:spMkLst>
            <pc:docMk/>
            <pc:sldMk cId="456374482" sldId="258"/>
            <ac:spMk id="41" creationId="{7ADC27C5-F59F-40E4-C242-CA21D6C2347B}"/>
          </ac:spMkLst>
        </pc:spChg>
        <pc:spChg chg="add mod">
          <ac:chgData name="Rodriguez Barcenas Beatriz Adriana" userId="9d0e2705-d1ec-45d6-a10d-58461a4a334f" providerId="ADAL" clId="{812CDC9A-941A-4B28-B06D-1FCB72D96FFB}" dt="2026-04-06T17:36:42.568" v="5746" actId="1076"/>
          <ac:spMkLst>
            <pc:docMk/>
            <pc:sldMk cId="456374482" sldId="258"/>
            <ac:spMk id="45" creationId="{0278C38B-1FE3-1997-6EC1-223D46A6CC73}"/>
          </ac:spMkLst>
        </pc:spChg>
        <pc:spChg chg="mod">
          <ac:chgData name="Rodriguez Barcenas Beatriz Adriana" userId="9d0e2705-d1ec-45d6-a10d-58461a4a334f" providerId="ADAL" clId="{812CDC9A-941A-4B28-B06D-1FCB72D96FFB}" dt="2026-03-30T19:04:38.766" v="5182"/>
          <ac:spMkLst>
            <pc:docMk/>
            <pc:sldMk cId="456374482" sldId="258"/>
            <ac:spMk id="261" creationId="{07283218-3E23-D281-2EC9-3CE8DA51E908}"/>
          </ac:spMkLst>
        </pc:spChg>
        <pc:cxnChg chg="add mod">
          <ac:chgData name="Rodriguez Barcenas Beatriz Adriana" userId="9d0e2705-d1ec-45d6-a10d-58461a4a334f" providerId="ADAL" clId="{812CDC9A-941A-4B28-B06D-1FCB72D96FFB}" dt="2026-03-30T20:32:43.203" v="5540" actId="14100"/>
          <ac:cxnSpMkLst>
            <pc:docMk/>
            <pc:sldMk cId="456374482" sldId="258"/>
            <ac:cxnSpMk id="8" creationId="{2163C286-3896-2252-A3A9-D622DE5C25D6}"/>
          </ac:cxnSpMkLst>
        </pc:cxnChg>
        <pc:cxnChg chg="add mod">
          <ac:chgData name="Rodriguez Barcenas Beatriz Adriana" userId="9d0e2705-d1ec-45d6-a10d-58461a4a334f" providerId="ADAL" clId="{812CDC9A-941A-4B28-B06D-1FCB72D96FFB}" dt="2026-03-30T20:32:39.539" v="5539" actId="14100"/>
          <ac:cxnSpMkLst>
            <pc:docMk/>
            <pc:sldMk cId="456374482" sldId="258"/>
            <ac:cxnSpMk id="9" creationId="{C3C25EFE-7262-0D97-AE9E-9B77CFBE09C3}"/>
          </ac:cxnSpMkLst>
        </pc:cxnChg>
        <pc:cxnChg chg="mod">
          <ac:chgData name="Rodriguez Barcenas Beatriz Adriana" userId="9d0e2705-d1ec-45d6-a10d-58461a4a334f" providerId="ADAL" clId="{812CDC9A-941A-4B28-B06D-1FCB72D96FFB}" dt="2026-03-25T20:07:35.891" v="3185" actId="1038"/>
          <ac:cxnSpMkLst>
            <pc:docMk/>
            <pc:sldMk cId="456374482" sldId="258"/>
            <ac:cxnSpMk id="13" creationId="{8CFBAECC-008D-7D9C-88C2-8918D83F8FBB}"/>
          </ac:cxnSpMkLst>
        </pc:cxnChg>
        <pc:cxnChg chg="mod">
          <ac:chgData name="Rodriguez Barcenas Beatriz Adriana" userId="9d0e2705-d1ec-45d6-a10d-58461a4a334f" providerId="ADAL" clId="{812CDC9A-941A-4B28-B06D-1FCB72D96FFB}" dt="2026-03-25T21:54:00.965" v="4511" actId="1038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3-25T21:53:57.069" v="4490" actId="1037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3-25T21:54:06.845" v="4546" actId="1038"/>
          <ac:cxnSpMkLst>
            <pc:docMk/>
            <pc:sldMk cId="456374482" sldId="258"/>
            <ac:cxnSpMk id="16" creationId="{EB6A592B-BC3E-8B5C-FA54-5FACD425AC2E}"/>
          </ac:cxnSpMkLst>
        </pc:cxnChg>
        <pc:cxnChg chg="add mod">
          <ac:chgData name="Rodriguez Barcenas Beatriz Adriana" userId="9d0e2705-d1ec-45d6-a10d-58461a4a334f" providerId="ADAL" clId="{812CDC9A-941A-4B28-B06D-1FCB72D96FFB}" dt="2026-03-25T21:54:29.191" v="4574" actId="692"/>
          <ac:cxnSpMkLst>
            <pc:docMk/>
            <pc:sldMk cId="456374482" sldId="258"/>
            <ac:cxnSpMk id="18" creationId="{8B31DA96-0495-391A-DD4C-34A1B5A110AA}"/>
          </ac:cxnSpMkLst>
        </pc:cxnChg>
        <pc:cxnChg chg="add mod">
          <ac:chgData name="Rodriguez Barcenas Beatriz Adriana" userId="9d0e2705-d1ec-45d6-a10d-58461a4a334f" providerId="ADAL" clId="{812CDC9A-941A-4B28-B06D-1FCB72D96FFB}" dt="2026-04-06T17:35:05.058" v="5741" actId="1036"/>
          <ac:cxnSpMkLst>
            <pc:docMk/>
            <pc:sldMk cId="456374482" sldId="258"/>
            <ac:cxnSpMk id="25" creationId="{F0E10A76-221D-74C3-C1B0-CA04F3AF87DB}"/>
          </ac:cxnSpMkLst>
        </pc:cxnChg>
        <pc:cxnChg chg="add mod">
          <ac:chgData name="Rodriguez Barcenas Beatriz Adriana" userId="9d0e2705-d1ec-45d6-a10d-58461a4a334f" providerId="ADAL" clId="{812CDC9A-941A-4B28-B06D-1FCB72D96FFB}" dt="2026-04-06T17:35:05.058" v="5741" actId="1036"/>
          <ac:cxnSpMkLst>
            <pc:docMk/>
            <pc:sldMk cId="456374482" sldId="258"/>
            <ac:cxnSpMk id="26" creationId="{CBFC0193-FB30-404A-2465-29FDFBB056A7}"/>
          </ac:cxnSpMkLst>
        </pc:cxnChg>
      </pc:sldChg>
      <pc:sldChg chg="modSp mod">
        <pc:chgData name="Rodriguez Barcenas Beatriz Adriana" userId="9d0e2705-d1ec-45d6-a10d-58461a4a334f" providerId="ADAL" clId="{812CDC9A-941A-4B28-B06D-1FCB72D96FFB}" dt="2026-03-30T18:56:43.184" v="5181" actId="20577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3-30T18:56:29.943" v="5177" actId="20577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3-30T18:56:36.930" v="5178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3-30T18:56:43.184" v="5181" actId="20577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30T18:55:02.427" v="5122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3-07T07:22:34.091" v="185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3-30T18:55:02.427" v="5122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3-30T20:35:21.269" v="5594"/>
        <pc:sldMkLst>
          <pc:docMk/>
          <pc:sldMk cId="2944001035" sldId="2147482945"/>
        </pc:sldMkLst>
        <pc:spChg chg="add mod">
          <ac:chgData name="Rodriguez Barcenas Beatriz Adriana" userId="9d0e2705-d1ec-45d6-a10d-58461a4a334f" providerId="ADAL" clId="{812CDC9A-941A-4B28-B06D-1FCB72D96FFB}" dt="2026-03-30T20:34:52.900" v="5591" actId="20577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3-10T02:36:09.645" v="2452" actId="1076"/>
          <ac:spMkLst>
            <pc:docMk/>
            <pc:sldMk cId="2944001035" sldId="2147482945"/>
            <ac:spMk id="3" creationId="{8B80DD89-91A3-35BF-46F8-436A28D7C493}"/>
          </ac:spMkLst>
        </pc:spChg>
        <pc:spChg chg="add mod">
          <ac:chgData name="Rodriguez Barcenas Beatriz Adriana" userId="9d0e2705-d1ec-45d6-a10d-58461a4a334f" providerId="ADAL" clId="{812CDC9A-941A-4B28-B06D-1FCB72D96FFB}" dt="2026-03-30T20:35:01.424" v="5592"/>
          <ac:spMkLst>
            <pc:docMk/>
            <pc:sldMk cId="2944001035" sldId="2147482945"/>
            <ac:spMk id="4" creationId="{EC81B558-E5CB-5883-53C6-64D6AE0ECAB1}"/>
          </ac:spMkLst>
        </pc:spChg>
        <pc:spChg chg="add mod">
          <ac:chgData name="Rodriguez Barcenas Beatriz Adriana" userId="9d0e2705-d1ec-45d6-a10d-58461a4a334f" providerId="ADAL" clId="{812CDC9A-941A-4B28-B06D-1FCB72D96FFB}" dt="2026-03-30T20:34:43.585" v="5589"/>
          <ac:spMkLst>
            <pc:docMk/>
            <pc:sldMk cId="2944001035" sldId="2147482945"/>
            <ac:spMk id="5" creationId="{5DF529FD-B6C4-4983-2BBD-7082564AB2A8}"/>
          </ac:spMkLst>
        </pc:spChg>
        <pc:spChg chg="add mod">
          <ac:chgData name="Rodriguez Barcenas Beatriz Adriana" userId="9d0e2705-d1ec-45d6-a10d-58461a4a334f" providerId="ADAL" clId="{812CDC9A-941A-4B28-B06D-1FCB72D96FFB}" dt="2026-03-30T20:35:11.206" v="5593"/>
          <ac:spMkLst>
            <pc:docMk/>
            <pc:sldMk cId="2944001035" sldId="2147482945"/>
            <ac:spMk id="6" creationId="{449EA707-9460-C8EC-3ECD-C3DC35E7B74E}"/>
          </ac:spMkLst>
        </pc:spChg>
        <pc:spChg chg="add mod">
          <ac:chgData name="Rodriguez Barcenas Beatriz Adriana" userId="9d0e2705-d1ec-45d6-a10d-58461a4a334f" providerId="ADAL" clId="{812CDC9A-941A-4B28-B06D-1FCB72D96FFB}" dt="2026-03-30T20:34:34.945" v="5588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3-30T20:35:21.269" v="5594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3-30T20:34:27.179" v="5587" actId="20577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3-25T20:35:51.461" v="3875" actId="14100"/>
          <ac:spMkLst>
            <pc:docMk/>
            <pc:sldMk cId="2944001035" sldId="2147482945"/>
            <ac:spMk id="57" creationId="{76B4E10F-C551-0C56-EA0C-EBB9F8115B10}"/>
          </ac:spMkLst>
        </pc:spChg>
        <pc:spChg chg="add mod">
          <ac:chgData name="Rodriguez Barcenas Beatriz Adriana" userId="9d0e2705-d1ec-45d6-a10d-58461a4a334f" providerId="ADAL" clId="{812CDC9A-941A-4B28-B06D-1FCB72D96FFB}" dt="2026-03-25T20:35:54.654" v="3876" actId="14100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3-09T10:29:49.684" v="1803" actId="1037"/>
          <ac:spMkLst>
            <pc:docMk/>
            <pc:sldMk cId="2944001035" sldId="2147482945"/>
            <ac:spMk id="60" creationId="{E1FE4831-9D8F-BE77-6CC0-72B0BC9C2214}"/>
          </ac:spMkLst>
        </pc:spChg>
        <pc:spChg chg="mod">
          <ac:chgData name="Rodriguez Barcenas Beatriz Adriana" userId="9d0e2705-d1ec-45d6-a10d-58461a4a334f" providerId="ADAL" clId="{812CDC9A-941A-4B28-B06D-1FCB72D96FFB}" dt="2026-03-09T10:29:54.630" v="1836" actId="1037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2" creationId="{FB3CB5BB-6E04-846F-FBBD-8CB6B62B48DC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4" creationId="{73C07C05-BCF8-B968-F9E9-B81F2BF448F6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6" creationId="{FD8C14BA-4A46-CBDD-C6A5-222F54DCB334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7" creationId="{531F763A-86B3-AD2A-94E9-E9EE7C55B0F5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9" creationId="{E1B1A847-EA35-9D0C-8206-010EE4D63B47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0" creationId="{AD4C895D-B746-275C-09BB-27F322E2835A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71" creationId="{2DB2D4E6-953F-0472-E08E-0343B1EFD171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72" creationId="{5B4FDDA6-4FBE-7090-8C12-D2D765B5B191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74" creationId="{0E4F1F5C-4815-C42D-4A51-1460F838CEC5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75" creationId="{44E95411-248D-7909-92EC-4A8FCAAE692D}"/>
          </ac:spMkLst>
        </pc:spChg>
        <pc:cxnChg chg="add mod">
          <ac:chgData name="Rodriguez Barcenas Beatriz Adriana" userId="9d0e2705-d1ec-45d6-a10d-58461a4a334f" providerId="ADAL" clId="{812CDC9A-941A-4B28-B06D-1FCB72D96FFB}" dt="2026-03-25T20:36:56.962" v="4039" actId="1038"/>
          <ac:cxnSpMkLst>
            <pc:docMk/>
            <pc:sldMk cId="2944001035" sldId="2147482945"/>
            <ac:cxnSpMk id="11" creationId="{60651784-56FD-8241-617B-6E76C22FB8D1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7:02.077" v="4066" actId="1037"/>
          <ac:cxnSpMkLst>
            <pc:docMk/>
            <pc:sldMk cId="2944001035" sldId="2147482945"/>
            <ac:cxnSpMk id="12" creationId="{567104B3-C821-D667-4CBD-8B21FA9AF152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46.051" v="3988" actId="1037"/>
          <ac:cxnSpMkLst>
            <pc:docMk/>
            <pc:sldMk cId="2944001035" sldId="2147482945"/>
            <ac:cxnSpMk id="13" creationId="{524925C4-602D-AB3B-B22D-780F9C87937E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39.536" v="3959" actId="1038"/>
          <ac:cxnSpMkLst>
            <pc:docMk/>
            <pc:sldMk cId="2944001035" sldId="2147482945"/>
            <ac:cxnSpMk id="14" creationId="{8654B92E-C880-E9EC-A05B-E8FCF772E3E0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33.810" v="3932" actId="1037"/>
          <ac:cxnSpMkLst>
            <pc:docMk/>
            <pc:sldMk cId="2944001035" sldId="2147482945"/>
            <ac:cxnSpMk id="15" creationId="{AC041544-EA10-DD8E-B078-2C08451FBC39}"/>
          </ac:cxnSpMkLst>
        </pc:cxnChg>
        <pc:cxnChg chg="mod">
          <ac:chgData name="Rodriguez Barcenas Beatriz Adriana" userId="9d0e2705-d1ec-45d6-a10d-58461a4a334f" providerId="ADAL" clId="{812CDC9A-941A-4B28-B06D-1FCB72D96FFB}" dt="2026-03-25T20:36:52.100" v="4016" actId="1037"/>
          <ac:cxnSpMkLst>
            <pc:docMk/>
            <pc:sldMk cId="2944001035" sldId="2147482945"/>
            <ac:cxnSpMk id="77" creationId="{4402E3D7-DDAA-EC27-11C0-19F04A1739F3}"/>
          </ac:cxnSpMkLst>
        </pc:cxnChg>
      </pc:sldChg>
      <pc:sldChg chg="addSp delSp modSp mod">
        <pc:chgData name="Rodriguez Barcenas Beatriz Adriana" userId="9d0e2705-d1ec-45d6-a10d-58461a4a334f" providerId="ADAL" clId="{812CDC9A-941A-4B28-B06D-1FCB72D96FFB}" dt="2026-03-30T19:08:08.425" v="5212" actId="21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3-30T18:55:21.746" v="5143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3-30T19:08:08.425" v="5212" actId="21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3-30T18:56:21.563" v="5175" actId="1036"/>
          <ac:spMkLst>
            <pc:docMk/>
            <pc:sldMk cId="679105534" sldId="2147482948"/>
            <ac:spMk id="56" creationId="{10AE335B-E5D2-A6A7-EFF5-4DBB7DACAAF6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07T07:38:30.973" v="690" actId="20577"/>
        <pc:sldMkLst>
          <pc:docMk/>
          <pc:sldMk cId="3429756509" sldId="2147482951"/>
        </pc:sldMkLst>
        <pc:spChg chg="mod">
          <ac:chgData name="Rodriguez Barcenas Beatriz Adriana" userId="9d0e2705-d1ec-45d6-a10d-58461a4a334f" providerId="ADAL" clId="{812CDC9A-941A-4B28-B06D-1FCB72D96FFB}" dt="2026-03-07T07:38:30.973" v="690" actId="20577"/>
          <ac:spMkLst>
            <pc:docMk/>
            <pc:sldMk cId="3429756509" sldId="2147482951"/>
            <ac:spMk id="2" creationId="{1D08F26C-A573-6591-62BD-A45EB58DF6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Legal y Regulatorio</a:t>
            </a:r>
            <a:br>
              <a:rPr lang="es-ES_tradnl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Director Legal y Regulatorio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2095634"/>
            <a:ext cx="11668125" cy="43704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400" b="1" dirty="0">
                <a:solidFill>
                  <a:prstClr val="black"/>
                </a:solidFill>
                <a:latin typeface="+mn-lt"/>
              </a:rPr>
              <a:t>Contribuciones:</a:t>
            </a:r>
            <a:endParaRPr lang="es-MX" sz="1400" b="1" dirty="0">
              <a:solidFill>
                <a:prstClr val="black"/>
              </a:solidFill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Gestionar el cumplimiento, litigios y gobernanza contractual para mitigar riesgos y salvaguardar la operación del negocio.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Asegurar la Investigación, el diseño y desarrollo de los documentos legales necesarios para la operación de OXXO; realizando los formatos de contratos, opiniones, entre otros para ejecutar los procesos, otorgando seguridad jurídica a las unidades de negocio.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Analizar la priorización en la solución de los casos que surgen en el día a día en la operación, tomando en cuenta el impacto y la urgencia de los mismos, para poder brindar un servicio óptimo a nuestros clientes y no detener la operación.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Asegurar que se preste el servicio de revisión de contratos de expansión de OXXO; gestionando y planeando con el equipo de trabajo que se cumplan los procesos de servicio, para asegurar la correcta expansión.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Representar y sostener reuniones presenciales con autoridades a nivel nacional, revisando distintos temas legales y estratégicos, para que las operaciones y proyectos se puedan desarrollar de forma oportuna. 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Participar proactivamente en el análisis y diseño de los litigios relevantes relacionados con el área corporativa y operativa del negocio, para minimizar los riesgos a las empresas y buscar obtener resultados favorables. Incluyendo la contratación de despachos externos.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Asesorar y participar en la realización de todos los poderes que se generan en los negocios, mediante la autorización de los mismos, para desarrollar los objetivos de OXXO.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Asesorar a clientes internos sobre procesos legales a llevar a cabo y sobre contingencias relevantes, atendiendo su solicitud de apoyo y generando opiniones legales, con el objetivo de dar factibilidad o solución legal a proyectos y contingencias, incluyendo el apoyo en la negociación de temas comerciales.</a:t>
            </a:r>
          </a:p>
          <a:p>
            <a:pPr marL="228600" lvl="0" indent="-228600">
              <a:buFont typeface="+mj-lt"/>
              <a:buAutoNum type="arabicPeriod"/>
            </a:pPr>
            <a:endParaRPr lang="es-MX" sz="1100" dirty="0"/>
          </a:p>
          <a:p>
            <a:pPr marL="228600" lvl="0" indent="-228600">
              <a:buFont typeface="+mj-lt"/>
              <a:buAutoNum type="arabicPeriod"/>
            </a:pPr>
            <a:r>
              <a:rPr lang="es-MX" sz="1100" dirty="0"/>
              <a:t>Asegurar la capacitación en temas de expansión sobre temas legales, enseñando las necesidades riesgos e interpretación y requisitos de los documentos correspondientes, para lograr la correcta ejecución en sus actividades.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96903"/>
            <a:ext cx="1166812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/>
              <a:t>Propósito: </a:t>
            </a:r>
            <a:r>
              <a:rPr lang="es-MX" sz="1200" dirty="0"/>
              <a:t>Liderar, planear y asegurar para que el 100% de las operaciones jurídicas que involucran a OXXO México sean realizadas de la manera más eficiente, aunado a que se encuentren apegadas a derecho, mediante el análisis jurídico correspondiente, lo anterior sumado a la consigna de contribuir a la generación de valor económico de la compañía.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Director Legal y Regulatorio 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>
                <a:cs typeface="Arial" panose="020B0604020202020204" pitchFamily="34" charset="0"/>
              </a:rPr>
              <a:t>Autorizar los formatos de contratos que se manejan en OXXO.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>
                <a:cs typeface="Arial" panose="020B0604020202020204" pitchFamily="34" charset="0"/>
              </a:rPr>
              <a:t>Autorizar las obligaciones legales que se encuentran fuera de formatos de contratos.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>
                <a:cs typeface="Arial" panose="020B0604020202020204" pitchFamily="34" charset="0"/>
              </a:rPr>
              <a:t>Autorizar todos los alcances de los poderes que se otorgan en OXXO.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>
                <a:cs typeface="Arial" panose="020B0604020202020204" pitchFamily="34" charset="0"/>
              </a:rPr>
              <a:t>Decidir la estrategia jurídica a seguir en los litigios de OXXO.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>
                <a:cs typeface="Arial" panose="020B0604020202020204" pitchFamily="34" charset="0"/>
              </a:rPr>
              <a:t>Autorizar y firmar en la compraventa de inmuebles.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/>
              <a:t>Decidir la contratación de abogados externos de las unidades OXXO a nivel nacional.</a:t>
            </a:r>
          </a:p>
          <a:p>
            <a:pPr marL="180975" indent="-180975">
              <a:buFont typeface="Wingdings" panose="05000000000000000000" pitchFamily="2" charset="2"/>
              <a:buChar char="§"/>
            </a:pPr>
            <a:r>
              <a:rPr lang="es-MX" sz="1200" dirty="0">
                <a:cs typeface="Arial" panose="020B0604020202020204" pitchFamily="34" charset="0"/>
              </a:rPr>
              <a:t>Accionar </a:t>
            </a:r>
            <a:r>
              <a:rPr lang="es-MX" sz="1200" dirty="0"/>
              <a:t>e implementar cambios en los procesos o implantación de nuevos procesos para brindar un mejor servicio Legal.</a:t>
            </a:r>
            <a:endParaRPr lang="es-MX" sz="1200" dirty="0">
              <a:cs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Lograr que el servicio Legal, sea acorde con la agresiva expansión que tiene la empresa, para efectos de no retrasar el crecimiento.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Complejidad de negociaciones por el volumen y relevancia del negocio. 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Crecimiento acelerado y con calidad, lo cual nos obliga a conocer sistemas y regulaciones con anticipación.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Falta de cumplimiento o apego de las plazas a los contratos autorizados.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Dificultad de empatar criterios con algunas autoridades.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s-MX" sz="1200" dirty="0"/>
              <a:t>Encontrar a abogados externos que tengan los valores y conocimiento que nuestras unidades requieren.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1" dirty="0"/>
              <a:t>Propósito</a:t>
            </a:r>
          </a:p>
          <a:p>
            <a:pPr lvl="0">
              <a:defRPr/>
            </a:pPr>
            <a:r>
              <a:rPr lang="es-MX" sz="900" dirty="0"/>
              <a:t>Liderar, planear y asegurar para que el 100% de las operaciones jurídicas que involucran a OXXO México sean realizadas de la manera más eficiente, aunado a que se encuentren apegadas a derecho, mediante el análisis jurídico correspondiente, lo anterior sumado a la consigna de contribuir a la generación de valor económico de la compañía.</a:t>
            </a:r>
            <a:endParaRPr lang="es-ES" sz="900" dirty="0">
              <a:solidFill>
                <a:prstClr val="black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44826" y="3340936"/>
            <a:ext cx="12058772" cy="2474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Legal y Regulatorio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Director Legal y Regulatorio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Gregorio Garza Higuera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525334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Sr. Legal Operaciones</a:t>
            </a:r>
          </a:p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7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David Leal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7482703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</a:t>
            </a:r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Área</a:t>
            </a:r>
            <a:r>
              <a:rPr lang="es-ES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Legal Comercial</a:t>
            </a:r>
          </a:p>
          <a:p>
            <a:pPr lvl="0" algn="ctr">
              <a:defRPr/>
            </a:pPr>
            <a:r>
              <a:rPr lang="es-ES" sz="7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Marcela Aguilar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2871972" y="2756205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Área Cumplimiento</a:t>
            </a:r>
            <a:endParaRPr lang="es-MX" sz="700" b="1" strike="sngStrike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7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José Chapa</a:t>
            </a:r>
            <a:endParaRPr lang="es-MX" sz="700" i="1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50202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Responsable Legal (i78)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Jorge Moreno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645955" y="306776"/>
            <a:ext cx="151501" cy="47473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830928" y="1491749"/>
            <a:ext cx="151501" cy="237741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6021615" y="2678472"/>
            <a:ext cx="151501" cy="396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7136293" y="1563794"/>
            <a:ext cx="151501" cy="223332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DIRECTOR:</a:t>
            </a:r>
          </a:p>
          <a:p>
            <a:r>
              <a:rPr lang="es-MX" sz="900" dirty="0">
                <a:solidFill>
                  <a:schemeClr val="tx1"/>
                </a:solidFill>
              </a:rPr>
              <a:t>(1) - Gestionar el cumplimiento, litigios y gobernanza contractual para mitigar riesgos y salvaguardar la operación del negocio.</a:t>
            </a:r>
          </a:p>
          <a:p>
            <a:endParaRPr lang="es-MX" sz="900" b="1" dirty="0">
              <a:solidFill>
                <a:schemeClr val="tx1"/>
              </a:solidFill>
            </a:endParaRPr>
          </a:p>
          <a:p>
            <a:endParaRPr lang="es-MX" sz="9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900" b="1" dirty="0">
              <a:solidFill>
                <a:schemeClr val="tx1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163C286-3896-2252-A3A9-D622DE5C25D6}"/>
              </a:ext>
            </a:extLst>
          </p:cNvPr>
          <p:cNvCxnSpPr>
            <a:cxnSpLocks/>
          </p:cNvCxnSpPr>
          <p:nvPr/>
        </p:nvCxnSpPr>
        <p:spPr>
          <a:xfrm>
            <a:off x="2524125" y="3345527"/>
            <a:ext cx="0" cy="2448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3C25EFE-7262-0D97-AE9E-9B77CFBE09C3}"/>
              </a:ext>
            </a:extLst>
          </p:cNvPr>
          <p:cNvCxnSpPr>
            <a:cxnSpLocks/>
          </p:cNvCxnSpPr>
          <p:nvPr/>
        </p:nvCxnSpPr>
        <p:spPr>
          <a:xfrm>
            <a:off x="4860036" y="3326477"/>
            <a:ext cx="0" cy="248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16628D-3519-65D0-0A2C-7D45C2451F50}"/>
              </a:ext>
            </a:extLst>
          </p:cNvPr>
          <p:cNvSpPr/>
          <p:nvPr/>
        </p:nvSpPr>
        <p:spPr>
          <a:xfrm>
            <a:off x="9803641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Legal </a:t>
            </a:r>
            <a:r>
              <a:rPr lang="es-MX" sz="700" b="1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Cds</a:t>
            </a:r>
            <a:endParaRPr lang="es-MX" sz="7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José Antonio Salinas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8B31DA96-0495-391A-DD4C-34A1B5A110AA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rot="16200000" flipV="1">
            <a:off x="8296762" y="403326"/>
            <a:ext cx="151501" cy="4554258"/>
          </a:xfrm>
          <a:prstGeom prst="bentConnector3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0E10A76-221D-74C3-C1B0-CA04F3AF87DB}"/>
              </a:ext>
            </a:extLst>
          </p:cNvPr>
          <p:cNvCxnSpPr>
            <a:cxnSpLocks/>
          </p:cNvCxnSpPr>
          <p:nvPr/>
        </p:nvCxnSpPr>
        <p:spPr>
          <a:xfrm>
            <a:off x="7212043" y="4056082"/>
            <a:ext cx="0" cy="1728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BFC0193-FB30-404A-2465-29FDFBB056A7}"/>
              </a:ext>
            </a:extLst>
          </p:cNvPr>
          <p:cNvCxnSpPr>
            <a:cxnSpLocks/>
          </p:cNvCxnSpPr>
          <p:nvPr/>
        </p:nvCxnSpPr>
        <p:spPr>
          <a:xfrm>
            <a:off x="9488518" y="4067903"/>
            <a:ext cx="0" cy="1728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2700C57-F44B-EC68-971F-90BD19E26B44}"/>
              </a:ext>
            </a:extLst>
          </p:cNvPr>
          <p:cNvSpPr/>
          <p:nvPr/>
        </p:nvSpPr>
        <p:spPr>
          <a:xfrm>
            <a:off x="44826" y="5872662"/>
            <a:ext cx="12058772" cy="92984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B7CA7D4-869C-67DC-EFD6-9D7E16939EBC}"/>
              </a:ext>
            </a:extLst>
          </p:cNvPr>
          <p:cNvSpPr txBox="1"/>
          <p:nvPr/>
        </p:nvSpPr>
        <p:spPr>
          <a:xfrm>
            <a:off x="44827" y="5888550"/>
            <a:ext cx="1205876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MX" sz="900" b="1" dirty="0"/>
              <a:t>TRANSVERSAL:</a:t>
            </a:r>
          </a:p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(2) - Asegurar la Investigación, el diseño y desarrollo de los documentos legales necesarios para la operación de OXXO; realizando los formatos de contratos, opiniones, entre otros para ejecutar los procesos, otorgando seguridad jurídica a las unidades de negocio.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MX" sz="900" dirty="0"/>
              <a:t>(5) - Representar y sostener reuniones presenciales con autoridades a nivel nacional, revisando distintos temas legales y estratégicos, para que las operaciones y proyectos se puedan desarrollar de forma oportuna.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MX" sz="900" dirty="0"/>
              <a:t>(8) - Asesorar a clientes internos sobre procesos legales a llevar a cabo y sobre contingencias relevantes, atendiendo su solicitud de apoyo y generando opiniones legales, con el objetivo de dar factibilidad o solución legal a proyectos y contingencias, incluyendo el apoyo en la negociación de temas comerciales.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es-MX" sz="9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E9D4D44-3CB6-78BD-C515-E51ED492B6C5}"/>
              </a:ext>
            </a:extLst>
          </p:cNvPr>
          <p:cNvSpPr txBox="1"/>
          <p:nvPr/>
        </p:nvSpPr>
        <p:spPr>
          <a:xfrm>
            <a:off x="-36624" y="3345529"/>
            <a:ext cx="2560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(3) - Analizar la priorización en la solución de los casos que surgen en el día a día en la operación, tomando en cuenta el impacto y la urgencia de los mismos, para poder brindar un servicio óptimo a nuestros clientes y no detener la operación.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9189E03-A642-5729-44EC-456F3BFED4E9}"/>
              </a:ext>
            </a:extLst>
          </p:cNvPr>
          <p:cNvSpPr txBox="1"/>
          <p:nvPr/>
        </p:nvSpPr>
        <p:spPr>
          <a:xfrm>
            <a:off x="4828026" y="3345529"/>
            <a:ext cx="7167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(3) - Analizar la priorización en la solución de los casos que surgen en el día a día en la operación, tomando en cuenta el impacto y la urgencia de los mismos, para poder brindar un servicio óptimo a nuestros clientes y no detener la operación.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3AE964-3FBE-9FFD-EC4A-4B102CD528AF}"/>
              </a:ext>
            </a:extLst>
          </p:cNvPr>
          <p:cNvSpPr txBox="1"/>
          <p:nvPr/>
        </p:nvSpPr>
        <p:spPr>
          <a:xfrm>
            <a:off x="4852853" y="4183049"/>
            <a:ext cx="22777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(4) - Asegurar que se preste el servicio de revisión de contratos de expansión de OXXO; gestionando y planeando con el equipo de trabajo que se cumplan los procesos de servicio, para asegurar la correcta expansión.</a:t>
            </a:r>
          </a:p>
          <a:p>
            <a:pPr marL="228600" lvl="0" indent="-228600">
              <a:buFont typeface="+mj-lt"/>
              <a:buAutoNum type="arabicPeriod"/>
            </a:pPr>
            <a:endParaRPr lang="es-MX" sz="9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1B60F10-9DD7-8B57-546F-AA9214D411A9}"/>
              </a:ext>
            </a:extLst>
          </p:cNvPr>
          <p:cNvSpPr txBox="1"/>
          <p:nvPr/>
        </p:nvSpPr>
        <p:spPr>
          <a:xfrm>
            <a:off x="2538947" y="3345529"/>
            <a:ext cx="230626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900" dirty="0"/>
              <a:t>(6) - Participar proactivamente en el análisis y diseño de los litigios relevantes relacionados con el área corporativa y operativa del negocio, para minimizar los riesgos a las empresas y buscar obtener resultados favorables. Incluyendo la contratación de despachos externos.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B01B738-1456-E522-0C67-952885C2206C}"/>
              </a:ext>
            </a:extLst>
          </p:cNvPr>
          <p:cNvSpPr txBox="1"/>
          <p:nvPr/>
        </p:nvSpPr>
        <p:spPr>
          <a:xfrm>
            <a:off x="-31095" y="4372860"/>
            <a:ext cx="24957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(7) - Asesorar y participar en la realización de todos los poderes que se generan en los negocios, mediante la autorización de los mismos, para desarrollar los objetivos de OXXO.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ADC27C5-F59F-40E4-C242-CA21D6C2347B}"/>
              </a:ext>
            </a:extLst>
          </p:cNvPr>
          <p:cNvSpPr txBox="1"/>
          <p:nvPr/>
        </p:nvSpPr>
        <p:spPr>
          <a:xfrm>
            <a:off x="4874863" y="3778363"/>
            <a:ext cx="71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(7) - Asesorar y participar en la realización de todos los poderes que se generan en los negocios, mediante la autorización de los mismos, para desarrollar los objetivos de OXXO.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278C38B-1FE3-1997-6EC1-223D46A6CC73}"/>
              </a:ext>
            </a:extLst>
          </p:cNvPr>
          <p:cNvSpPr txBox="1"/>
          <p:nvPr/>
        </p:nvSpPr>
        <p:spPr>
          <a:xfrm>
            <a:off x="7213550" y="4568477"/>
            <a:ext cx="225572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lvl="0" indent="-182563">
              <a:buFont typeface="Arial" panose="020B0604020202020204" pitchFamily="34" charset="0"/>
              <a:buChar char="•"/>
            </a:pPr>
            <a:r>
              <a:rPr lang="es-MX" sz="900" dirty="0"/>
              <a:t>(9) - Asegurar la capacitación en temas de expansión sobre temas legales, enseñando las necesidades riesgos e interpretación y requisitos de los documentos correspondientes, para lograr la correcta ejecución en sus actividades.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811FAB0-1AE5-5C65-6A29-1814B56435A2}"/>
              </a:ext>
            </a:extLst>
          </p:cNvPr>
          <p:cNvSpPr txBox="1"/>
          <p:nvPr/>
        </p:nvSpPr>
        <p:spPr>
          <a:xfrm>
            <a:off x="9079992" y="959375"/>
            <a:ext cx="3573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00" i="1" dirty="0">
                <a:latin typeface="Calibri" panose="020F0502020204030204" pitchFamily="34" charset="0"/>
                <a:cs typeface="Calibri" panose="020F0502020204030204" pitchFamily="34" charset="0"/>
              </a:rPr>
              <a:t>Estructura propuesta (en validación con  HRBP)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02309" y="1295500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Finanzas – Legal y Regulatorio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357531" y="2195215"/>
            <a:ext cx="1796370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55106" y="2195215"/>
            <a:ext cx="264002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45580" y="304563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107319" y="2795439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096712" y="27954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695127" y="3045281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20745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45580" y="357753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695127" y="3577184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20745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45580" y="4109087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695127" y="4108735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20745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45580" y="465782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695127" y="4657471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20745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45580" y="522505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695127" y="5224704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20745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784293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572810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Sr. Legal Operaciones</a:t>
            </a:r>
          </a:p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David Leal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858649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</a:t>
            </a:r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Área</a:t>
            </a:r>
            <a:r>
              <a:rPr lang="es-ES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Legal Comercial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Marcela Aguilar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5275596" y="2195215"/>
            <a:ext cx="129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Área Cumplimiento</a:t>
            </a:r>
            <a:endParaRPr lang="es-MX" sz="800" b="1" strike="sngStrike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José Chapa</a:t>
            </a:r>
            <a:endParaRPr lang="es-MX" sz="800" i="1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9061531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Gerente Legal </a:t>
            </a:r>
            <a:r>
              <a:rPr lang="es-MX" sz="800" b="1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Cds</a:t>
            </a:r>
            <a:endParaRPr lang="es-MX" sz="8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José Antonio Salinas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978384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Responsable Legal (i78)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Jorge Moreno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696342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Director Legal y Regulatorio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Gregorio Garza Higuera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908440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67104B3-C821-D667-4CBD-8B21FA9AF152}"/>
              </a:ext>
            </a:extLst>
          </p:cNvPr>
          <p:cNvCxnSpPr>
            <a:cxnSpLocks/>
          </p:cNvCxnSpPr>
          <p:nvPr/>
        </p:nvCxnSpPr>
        <p:spPr>
          <a:xfrm>
            <a:off x="10374098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6573410" y="3051744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5295246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3978984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purl.org/dc/elements/1.1/"/>
    <ds:schemaRef ds:uri="http://purl.org/dc/dcmitype/"/>
    <ds:schemaRef ds:uri="http://schemas.microsoft.com/office/2006/documentManagement/types"/>
    <ds:schemaRef ds:uri="7ff1139c-9d19-4981-a26c-d6e7dc37fc8a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2395</Words>
  <Application>Microsoft Office PowerPoint</Application>
  <PresentationFormat>Panorámica</PresentationFormat>
  <Paragraphs>312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Legal y Regulatorio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Finanzas – Legal y Regulatorio</vt:lpstr>
      <vt:lpstr>Interacciones entre áreas y procesos clave Finanzas – Legal y Regulatorio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2026-04-06T17:36:47Z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