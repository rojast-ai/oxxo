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0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55" r:id="rId16"/>
    <p:sldId id="2147482949" r:id="rId17"/>
    <p:sldId id="2147482954" r:id="rId18"/>
    <p:sldId id="2147482951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misas" id="{03269AEC-05DF-40DA-89D9-25ACEF9E62FE}">
          <p14:sldIdLst>
            <p14:sldId id="214748295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B28B7-440E-4EC8-B4E8-559AB7BF18B7}" v="76" dt="2026-04-06T23:17:44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addSection modSection">
      <pc:chgData name="Rodriguez Barcenas Beatriz Adriana" userId="9d0e2705-d1ec-45d6-a10d-58461a4a334f" providerId="ADAL" clId="{812CDC9A-941A-4B28-B06D-1FCB72D96FFB}" dt="2026-04-06T23:19:14.836" v="8152" actId="14100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4-06T23:12:05.123" v="8068" actId="1076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4-06T22:49:24.886" v="7935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30T17:08:39.393" v="5122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30T17:09:07.746" v="5128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30T17:13:49.895" v="5417" actId="20577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4-06T22:36:28.941" v="7795" actId="20577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3-30T17:13:39.638" v="5406" actId="20577"/>
          <ac:spMkLst>
            <pc:docMk/>
            <pc:sldMk cId="456374482" sldId="258"/>
            <ac:spMk id="7" creationId="{025BF223-6AFC-6967-F475-435C163332D5}"/>
          </ac:spMkLst>
        </pc:spChg>
        <pc:spChg chg="add del mod">
          <ac:chgData name="Rodriguez Barcenas Beatriz Adriana" userId="9d0e2705-d1ec-45d6-a10d-58461a4a334f" providerId="ADAL" clId="{812CDC9A-941A-4B28-B06D-1FCB72D96FFB}" dt="2026-04-06T22:47:21.044" v="7890" actId="478"/>
          <ac:spMkLst>
            <pc:docMk/>
            <pc:sldMk cId="456374482" sldId="258"/>
            <ac:spMk id="8" creationId="{DCFA7A7F-D285-A662-9E2C-987ACFB63385}"/>
          </ac:spMkLst>
        </pc:spChg>
        <pc:spChg chg="add del mod">
          <ac:chgData name="Rodriguez Barcenas Beatriz Adriana" userId="9d0e2705-d1ec-45d6-a10d-58461a4a334f" providerId="ADAL" clId="{812CDC9A-941A-4B28-B06D-1FCB72D96FFB}" dt="2026-04-06T23:11:28.167" v="8035" actId="478"/>
          <ac:spMkLst>
            <pc:docMk/>
            <pc:sldMk cId="456374482" sldId="258"/>
            <ac:spMk id="9" creationId="{8D7D1447-9C07-DC5C-DDC3-E24458C2166F}"/>
          </ac:spMkLst>
        </pc:spChg>
        <pc:spChg chg="add mod">
          <ac:chgData name="Rodriguez Barcenas Beatriz Adriana" userId="9d0e2705-d1ec-45d6-a10d-58461a4a334f" providerId="ADAL" clId="{812CDC9A-941A-4B28-B06D-1FCB72D96FFB}" dt="2026-03-30T17:14:09.820" v="5439" actId="20577"/>
          <ac:spMkLst>
            <pc:docMk/>
            <pc:sldMk cId="456374482" sldId="258"/>
            <ac:spMk id="10" creationId="{6216628D-3519-65D0-0A2C-7D45C2451F50}"/>
          </ac:spMkLst>
        </pc:spChg>
        <pc:spChg chg="add mod">
          <ac:chgData name="Rodriguez Barcenas Beatriz Adriana" userId="9d0e2705-d1ec-45d6-a10d-58461a4a334f" providerId="ADAL" clId="{812CDC9A-941A-4B28-B06D-1FCB72D96FFB}" dt="2026-03-30T17:14:18.970" v="5445" actId="20577"/>
          <ac:spMkLst>
            <pc:docMk/>
            <pc:sldMk cId="456374482" sldId="258"/>
            <ac:spMk id="11" creationId="{DD1457B1-0008-D892-E80C-0BC3A5AA971D}"/>
          </ac:spMkLst>
        </pc:spChg>
        <pc:spChg chg="mod">
          <ac:chgData name="Rodriguez Barcenas Beatriz Adriana" userId="9d0e2705-d1ec-45d6-a10d-58461a4a334f" providerId="ADAL" clId="{812CDC9A-941A-4B28-B06D-1FCB72D96FFB}" dt="2026-03-30T17:13:30.519" v="5400" actId="20577"/>
          <ac:spMkLst>
            <pc:docMk/>
            <pc:sldMk cId="456374482" sldId="258"/>
            <ac:spMk id="12" creationId="{3B16A55E-E607-9EE6-ECFC-FACE45B08E2C}"/>
          </ac:spMkLst>
        </pc:spChg>
        <pc:spChg chg="add mod">
          <ac:chgData name="Rodriguez Barcenas Beatriz Adriana" userId="9d0e2705-d1ec-45d6-a10d-58461a4a334f" providerId="ADAL" clId="{812CDC9A-941A-4B28-B06D-1FCB72D96FFB}" dt="2026-04-06T22:36:25.867" v="7794" actId="404"/>
          <ac:spMkLst>
            <pc:docMk/>
            <pc:sldMk cId="456374482" sldId="258"/>
            <ac:spMk id="17" creationId="{DDAE9C5E-F040-3F50-1370-914C1A6824AB}"/>
          </ac:spMkLst>
        </pc:spChg>
        <pc:spChg chg="add mod">
          <ac:chgData name="Rodriguez Barcenas Beatriz Adriana" userId="9d0e2705-d1ec-45d6-a10d-58461a4a334f" providerId="ADAL" clId="{812CDC9A-941A-4B28-B06D-1FCB72D96FFB}" dt="2026-04-06T22:48:07.938" v="7911" actId="20577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4-06T22:48:22.081" v="7914" actId="552"/>
          <ac:spMkLst>
            <pc:docMk/>
            <pc:sldMk cId="456374482" sldId="258"/>
            <ac:spMk id="23" creationId="{DF2E79AA-3E9E-D527-31BF-005B8A75148F}"/>
          </ac:spMkLst>
        </pc:spChg>
        <pc:spChg chg="add mod">
          <ac:chgData name="Rodriguez Barcenas Beatriz Adriana" userId="9d0e2705-d1ec-45d6-a10d-58461a4a334f" providerId="ADAL" clId="{812CDC9A-941A-4B28-B06D-1FCB72D96FFB}" dt="2026-04-06T22:48:35.199" v="7923" actId="12"/>
          <ac:spMkLst>
            <pc:docMk/>
            <pc:sldMk cId="456374482" sldId="258"/>
            <ac:spMk id="24" creationId="{CADAC712-7D6B-41AE-9BFD-EDFFDA16C2B9}"/>
          </ac:spMkLst>
        </pc:spChg>
        <pc:spChg chg="add mod">
          <ac:chgData name="Rodriguez Barcenas Beatriz Adriana" userId="9d0e2705-d1ec-45d6-a10d-58461a4a334f" providerId="ADAL" clId="{812CDC9A-941A-4B28-B06D-1FCB72D96FFB}" dt="2026-04-06T22:48:22.081" v="7914" actId="552"/>
          <ac:spMkLst>
            <pc:docMk/>
            <pc:sldMk cId="456374482" sldId="258"/>
            <ac:spMk id="28" creationId="{73ECD291-5D20-7777-B04E-1163DB747ECF}"/>
          </ac:spMkLst>
        </pc:spChg>
        <pc:spChg chg="add del mod">
          <ac:chgData name="Rodriguez Barcenas Beatriz Adriana" userId="9d0e2705-d1ec-45d6-a10d-58461a4a334f" providerId="ADAL" clId="{812CDC9A-941A-4B28-B06D-1FCB72D96FFB}" dt="2026-04-06T22:48:10.604" v="7912" actId="478"/>
          <ac:spMkLst>
            <pc:docMk/>
            <pc:sldMk cId="456374482" sldId="258"/>
            <ac:spMk id="29" creationId="{EC16D659-16E6-ADAE-5189-73BDE1F18509}"/>
          </ac:spMkLst>
        </pc:spChg>
        <pc:spChg chg="add mod">
          <ac:chgData name="Rodriguez Barcenas Beatriz Adriana" userId="9d0e2705-d1ec-45d6-a10d-58461a4a334f" providerId="ADAL" clId="{812CDC9A-941A-4B28-B06D-1FCB72D96FFB}" dt="2026-04-06T22:49:21.467" v="7934" actId="1035"/>
          <ac:spMkLst>
            <pc:docMk/>
            <pc:sldMk cId="456374482" sldId="258"/>
            <ac:spMk id="30" creationId="{CC0C2E5F-91D4-A2AB-F776-80F74A077B47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4-06T23:06:02.102" v="7960" actId="14100"/>
          <ac:spMkLst>
            <pc:docMk/>
            <pc:sldMk cId="456374482" sldId="258"/>
            <ac:spMk id="34" creationId="{F414A5C8-C2F4-FA42-8BC7-BB8FFDDBCB34}"/>
          </ac:spMkLst>
        </pc:spChg>
        <pc:spChg chg="add mod">
          <ac:chgData name="Rodriguez Barcenas Beatriz Adriana" userId="9d0e2705-d1ec-45d6-a10d-58461a4a334f" providerId="ADAL" clId="{812CDC9A-941A-4B28-B06D-1FCB72D96FFB}" dt="2026-04-06T22:48:26.230" v="7921" actId="1036"/>
          <ac:spMkLst>
            <pc:docMk/>
            <pc:sldMk cId="456374482" sldId="258"/>
            <ac:spMk id="36" creationId="{05A42210-08B2-3EE6-A051-2783A8F089DC}"/>
          </ac:spMkLst>
        </pc:spChg>
        <pc:spChg chg="add mod">
          <ac:chgData name="Rodriguez Barcenas Beatriz Adriana" userId="9d0e2705-d1ec-45d6-a10d-58461a4a334f" providerId="ADAL" clId="{812CDC9A-941A-4B28-B06D-1FCB72D96FFB}" dt="2026-04-06T22:47:07.753" v="7889" actId="20577"/>
          <ac:spMkLst>
            <pc:docMk/>
            <pc:sldMk cId="456374482" sldId="258"/>
            <ac:spMk id="39" creationId="{0A425599-3BA8-A4DA-F3E7-DD2BAFC9D9D6}"/>
          </ac:spMkLst>
        </pc:spChg>
        <pc:spChg chg="add mod">
          <ac:chgData name="Rodriguez Barcenas Beatriz Adriana" userId="9d0e2705-d1ec-45d6-a10d-58461a4a334f" providerId="ADAL" clId="{812CDC9A-941A-4B28-B06D-1FCB72D96FFB}" dt="2026-04-06T23:09:12.814" v="8004" actId="1076"/>
          <ac:spMkLst>
            <pc:docMk/>
            <pc:sldMk cId="456374482" sldId="258"/>
            <ac:spMk id="40" creationId="{6F145EBB-3B6D-3C33-B7F0-68A158A0FD94}"/>
          </ac:spMkLst>
        </pc:spChg>
        <pc:spChg chg="add mod">
          <ac:chgData name="Rodriguez Barcenas Beatriz Adriana" userId="9d0e2705-d1ec-45d6-a10d-58461a4a334f" providerId="ADAL" clId="{812CDC9A-941A-4B28-B06D-1FCB72D96FFB}" dt="2026-04-06T23:09:05.571" v="8003" actId="1037"/>
          <ac:spMkLst>
            <pc:docMk/>
            <pc:sldMk cId="456374482" sldId="258"/>
            <ac:spMk id="42" creationId="{FB292825-9E26-68BE-565A-9A373A014EF3}"/>
          </ac:spMkLst>
        </pc:spChg>
        <pc:spChg chg="add mod">
          <ac:chgData name="Rodriguez Barcenas Beatriz Adriana" userId="9d0e2705-d1ec-45d6-a10d-58461a4a334f" providerId="ADAL" clId="{812CDC9A-941A-4B28-B06D-1FCB72D96FFB}" dt="2026-04-06T23:11:24.248" v="8034" actId="14100"/>
          <ac:spMkLst>
            <pc:docMk/>
            <pc:sldMk cId="456374482" sldId="258"/>
            <ac:spMk id="43" creationId="{863BD479-B69D-42EC-2BF1-64F2EFDFBC44}"/>
          </ac:spMkLst>
        </pc:spChg>
        <pc:spChg chg="add mod">
          <ac:chgData name="Rodriguez Barcenas Beatriz Adriana" userId="9d0e2705-d1ec-45d6-a10d-58461a4a334f" providerId="ADAL" clId="{812CDC9A-941A-4B28-B06D-1FCB72D96FFB}" dt="2026-04-06T23:11:59.980" v="8067" actId="1076"/>
          <ac:spMkLst>
            <pc:docMk/>
            <pc:sldMk cId="456374482" sldId="258"/>
            <ac:spMk id="44" creationId="{322F99F9-A27A-2983-2081-555D77C85770}"/>
          </ac:spMkLst>
        </pc:spChg>
        <pc:spChg chg="add mod ord">
          <ac:chgData name="Rodriguez Barcenas Beatriz Adriana" userId="9d0e2705-d1ec-45d6-a10d-58461a4a334f" providerId="ADAL" clId="{812CDC9A-941A-4B28-B06D-1FCB72D96FFB}" dt="2026-04-06T22:49:12.859" v="7930" actId="166"/>
          <ac:spMkLst>
            <pc:docMk/>
            <pc:sldMk cId="456374482" sldId="258"/>
            <ac:spMk id="45" creationId="{A8C94E42-5E85-E2E7-6028-5849BB56C02E}"/>
          </ac:spMkLst>
        </pc:spChg>
        <pc:spChg chg="add mod">
          <ac:chgData name="Rodriguez Barcenas Beatriz Adriana" userId="9d0e2705-d1ec-45d6-a10d-58461a4a334f" providerId="ADAL" clId="{812CDC9A-941A-4B28-B06D-1FCB72D96FFB}" dt="2026-04-06T23:12:05.123" v="8068" actId="1076"/>
          <ac:spMkLst>
            <pc:docMk/>
            <pc:sldMk cId="456374482" sldId="258"/>
            <ac:spMk id="46" creationId="{7E7741CF-AFD7-53ED-7C96-DC8044FEE808}"/>
          </ac:spMkLst>
        </pc:spChg>
        <pc:spChg chg="mod">
          <ac:chgData name="Rodriguez Barcenas Beatriz Adriana" userId="9d0e2705-d1ec-45d6-a10d-58461a4a334f" providerId="ADAL" clId="{812CDC9A-941A-4B28-B06D-1FCB72D96FFB}" dt="2026-03-30T17:22:21.459" v="5878" actId="1076"/>
          <ac:spMkLst>
            <pc:docMk/>
            <pc:sldMk cId="456374482" sldId="258"/>
            <ac:spMk id="261" creationId="{07283218-3E23-D281-2EC9-3CE8DA51E908}"/>
          </ac:spMkLst>
        </pc:spChg>
        <pc:cxnChg chg="mod">
          <ac:chgData name="Rodriguez Barcenas Beatriz Adriana" userId="9d0e2705-d1ec-45d6-a10d-58461a4a334f" providerId="ADAL" clId="{812CDC9A-941A-4B28-B06D-1FCB72D96FFB}" dt="2026-03-30T17:09:42.492" v="5175" actId="1037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3-30T17:10:39.967" v="5394" actId="554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3-30T17:10:39.967" v="5394" actId="554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3-30T17:10:39.967" v="5394" actId="554"/>
          <ac:cxnSpMkLst>
            <pc:docMk/>
            <pc:sldMk cId="456374482" sldId="258"/>
            <ac:cxnSpMk id="16" creationId="{EB6A592B-BC3E-8B5C-FA54-5FACD425AC2E}"/>
          </ac:cxnSpMkLst>
        </pc:cxnChg>
        <pc:cxnChg chg="add mod">
          <ac:chgData name="Rodriguez Barcenas Beatriz Adriana" userId="9d0e2705-d1ec-45d6-a10d-58461a4a334f" providerId="ADAL" clId="{812CDC9A-941A-4B28-B06D-1FCB72D96FFB}" dt="2026-03-30T17:10:39.967" v="5394" actId="554"/>
          <ac:cxnSpMkLst>
            <pc:docMk/>
            <pc:sldMk cId="456374482" sldId="258"/>
            <ac:cxnSpMk id="18" creationId="{8B31DA96-0495-391A-DD4C-34A1B5A110AA}"/>
          </ac:cxnSpMkLst>
        </pc:cxnChg>
        <pc:cxnChg chg="add mod">
          <ac:chgData name="Rodriguez Barcenas Beatriz Adriana" userId="9d0e2705-d1ec-45d6-a10d-58461a4a334f" providerId="ADAL" clId="{812CDC9A-941A-4B28-B06D-1FCB72D96FFB}" dt="2026-04-06T23:09:24.136" v="8027" actId="14100"/>
          <ac:cxnSpMkLst>
            <pc:docMk/>
            <pc:sldMk cId="456374482" sldId="258"/>
            <ac:cxnSpMk id="25" creationId="{F0E10A76-221D-74C3-C1B0-CA04F3AF87DB}"/>
          </ac:cxnSpMkLst>
        </pc:cxnChg>
        <pc:cxnChg chg="add mod">
          <ac:chgData name="Rodriguez Barcenas Beatriz Adriana" userId="9d0e2705-d1ec-45d6-a10d-58461a4a334f" providerId="ADAL" clId="{812CDC9A-941A-4B28-B06D-1FCB72D96FFB}" dt="2026-04-06T22:49:31.200" v="7943" actId="14100"/>
          <ac:cxnSpMkLst>
            <pc:docMk/>
            <pc:sldMk cId="456374482" sldId="258"/>
            <ac:cxnSpMk id="26" creationId="{CBFC0193-FB30-404A-2465-29FDFBB056A7}"/>
          </ac:cxnSpMkLst>
        </pc:cxnChg>
        <pc:cxnChg chg="add mod">
          <ac:chgData name="Rodriguez Barcenas Beatriz Adriana" userId="9d0e2705-d1ec-45d6-a10d-58461a4a334f" providerId="ADAL" clId="{812CDC9A-941A-4B28-B06D-1FCB72D96FFB}" dt="2026-04-06T22:40:44.884" v="7807" actId="14100"/>
          <ac:cxnSpMkLst>
            <pc:docMk/>
            <pc:sldMk cId="456374482" sldId="258"/>
            <ac:cxnSpMk id="52" creationId="{B1929193-790A-E9F2-35F9-966DD6E804FA}"/>
          </ac:cxnSpMkLst>
        </pc:cxnChg>
      </pc:sldChg>
      <pc:sldChg chg="modSp mod modNotesTx">
        <pc:chgData name="Rodriguez Barcenas Beatriz Adriana" userId="9d0e2705-d1ec-45d6-a10d-58461a4a334f" providerId="ADAL" clId="{812CDC9A-941A-4B28-B06D-1FCB72D96FFB}" dt="2026-04-06T22:29:11.007" v="7714" actId="20577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3-30T17:08:10.782" v="5100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4-06T22:29:07.681" v="7713" actId="113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4-06T22:29:11.007" v="7714" actId="20577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30T17:06:09.163" v="4986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30T17:06:09.163" v="4986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4-06T23:12:59.545" v="8083" actId="12788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5" creationId="{5DF529FD-B6C4-4983-2BBD-7082564AB2A8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30T18:30:45.983" v="6065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9" creationId="{D89FC5B7-86CE-4F49-0418-40F1C339E92A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4-01T22:09:18.558" v="7015" actId="1076"/>
          <ac:spMkLst>
            <pc:docMk/>
            <pc:sldMk cId="2944001035" sldId="2147482945"/>
            <ac:spMk id="19" creationId="{869EA4E3-0950-DE46-82CF-22C3CD727790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20" creationId="{38C53ACE-CC76-4A38-92A6-8213986DCE3D}"/>
          </ac:spMkLst>
        </pc:spChg>
        <pc:spChg chg="add mod">
          <ac:chgData name="Rodriguez Barcenas Beatriz Adriana" userId="9d0e2705-d1ec-45d6-a10d-58461a4a334f" providerId="ADAL" clId="{812CDC9A-941A-4B28-B06D-1FCB72D96FFB}" dt="2026-04-01T22:09:48.736" v="7025" actId="1076"/>
          <ac:spMkLst>
            <pc:docMk/>
            <pc:sldMk cId="2944001035" sldId="2147482945"/>
            <ac:spMk id="22" creationId="{AD79092E-7F3D-7838-1789-901A2B90B8F5}"/>
          </ac:spMkLst>
        </pc:spChg>
        <pc:spChg chg="add mod">
          <ac:chgData name="Rodriguez Barcenas Beatriz Adriana" userId="9d0e2705-d1ec-45d6-a10d-58461a4a334f" providerId="ADAL" clId="{812CDC9A-941A-4B28-B06D-1FCB72D96FFB}" dt="2026-04-01T22:09:51.460" v="7028" actId="1035"/>
          <ac:spMkLst>
            <pc:docMk/>
            <pc:sldMk cId="2944001035" sldId="2147482945"/>
            <ac:spMk id="23" creationId="{C6A53DD2-1BE0-E817-241E-9E104ECB5D09}"/>
          </ac:spMkLst>
        </pc:spChg>
        <pc:spChg chg="add mod">
          <ac:chgData name="Rodriguez Barcenas Beatriz Adriana" userId="9d0e2705-d1ec-45d6-a10d-58461a4a334f" providerId="ADAL" clId="{812CDC9A-941A-4B28-B06D-1FCB72D96FFB}" dt="2026-04-01T22:10:17.360" v="7040" actId="1038"/>
          <ac:spMkLst>
            <pc:docMk/>
            <pc:sldMk cId="2944001035" sldId="2147482945"/>
            <ac:spMk id="25" creationId="{7F8FDB02-C77E-BB0F-DC2D-4303CAB866A8}"/>
          </ac:spMkLst>
        </pc:spChg>
        <pc:spChg chg="add mod">
          <ac:chgData name="Rodriguez Barcenas Beatriz Adriana" userId="9d0e2705-d1ec-45d6-a10d-58461a4a334f" providerId="ADAL" clId="{812CDC9A-941A-4B28-B06D-1FCB72D96FFB}" dt="2026-04-01T22:10:58.893" v="7043" actId="1076"/>
          <ac:spMkLst>
            <pc:docMk/>
            <pc:sldMk cId="2944001035" sldId="2147482945"/>
            <ac:spMk id="26" creationId="{AD0FE0E7-1011-77B1-026E-5A2A00E0E93C}"/>
          </ac:spMkLst>
        </pc:spChg>
        <pc:spChg chg="add 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27" creationId="{07964AB6-A762-4347-8270-3E385DC3D127}"/>
          </ac:spMkLst>
        </pc:spChg>
        <pc:spChg chg="add 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28" creationId="{C89449D3-8A6A-3200-34CA-07DDF076C38C}"/>
          </ac:spMkLst>
        </pc:spChg>
        <pc:spChg chg="add mod">
          <ac:chgData name="Rodriguez Barcenas Beatriz Adriana" userId="9d0e2705-d1ec-45d6-a10d-58461a4a334f" providerId="ADAL" clId="{812CDC9A-941A-4B28-B06D-1FCB72D96FFB}" dt="2026-04-01T22:12:46.958" v="7126" actId="1076"/>
          <ac:spMkLst>
            <pc:docMk/>
            <pc:sldMk cId="2944001035" sldId="2147482945"/>
            <ac:spMk id="29" creationId="{78D8A720-6586-ADD1-D7FB-A737FF577A7C}"/>
          </ac:spMkLst>
        </pc:spChg>
        <pc:spChg chg="add mod">
          <ac:chgData name="Rodriguez Barcenas Beatriz Adriana" userId="9d0e2705-d1ec-45d6-a10d-58461a4a334f" providerId="ADAL" clId="{812CDC9A-941A-4B28-B06D-1FCB72D96FFB}" dt="2026-04-01T22:12:49.539" v="7128" actId="1076"/>
          <ac:spMkLst>
            <pc:docMk/>
            <pc:sldMk cId="2944001035" sldId="2147482945"/>
            <ac:spMk id="30" creationId="{037CA7B6-1AAF-D74E-D209-86064EAB18DB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31" creationId="{64416F0A-E276-9A17-B4A3-89B56CA4F23D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32" creationId="{0EB81A4A-3220-D100-D5B8-C7EA7613E37E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33" creationId="{5DBD6547-3B26-29A3-E59B-18E93AF71337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34" creationId="{EB9AE95D-E829-FDB0-4FD9-109BF5330E1B}"/>
          </ac:spMkLst>
        </pc:spChg>
        <pc:spChg chg="add mod">
          <ac:chgData name="Rodriguez Barcenas Beatriz Adriana" userId="9d0e2705-d1ec-45d6-a10d-58461a4a334f" providerId="ADAL" clId="{812CDC9A-941A-4B28-B06D-1FCB72D96FFB}" dt="2026-04-01T22:13:37.264" v="7149" actId="1036"/>
          <ac:spMkLst>
            <pc:docMk/>
            <pc:sldMk cId="2944001035" sldId="2147482945"/>
            <ac:spMk id="35" creationId="{5EC60258-CF74-BE6C-BB08-4B7A11A85DC6}"/>
          </ac:spMkLst>
        </pc:spChg>
        <pc:spChg chg="add mod">
          <ac:chgData name="Rodriguez Barcenas Beatriz Adriana" userId="9d0e2705-d1ec-45d6-a10d-58461a4a334f" providerId="ADAL" clId="{812CDC9A-941A-4B28-B06D-1FCB72D96FFB}" dt="2026-04-01T22:13:25.897" v="7143" actId="1076"/>
          <ac:spMkLst>
            <pc:docMk/>
            <pc:sldMk cId="2944001035" sldId="2147482945"/>
            <ac:spMk id="36" creationId="{EFD653D3-48C4-4529-2E0D-426411DD5CFF}"/>
          </ac:spMkLst>
        </pc:spChg>
        <pc:spChg chg="add 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37" creationId="{47F6F433-0428-D3DB-0390-57F09EB5A129}"/>
          </ac:spMkLst>
        </pc:spChg>
        <pc:spChg chg="add mod">
          <ac:chgData name="Rodriguez Barcenas Beatriz Adriana" userId="9d0e2705-d1ec-45d6-a10d-58461a4a334f" providerId="ADAL" clId="{812CDC9A-941A-4B28-B06D-1FCB72D96FFB}" dt="2026-04-01T22:16:21.319" v="7269" actId="404"/>
          <ac:spMkLst>
            <pc:docMk/>
            <pc:sldMk cId="2944001035" sldId="2147482945"/>
            <ac:spMk id="38" creationId="{215E0AAF-D236-C4CE-9427-1C7A761AECBB}"/>
          </ac:spMkLst>
        </pc:spChg>
        <pc:spChg chg="add mod">
          <ac:chgData name="Rodriguez Barcenas Beatriz Adriana" userId="9d0e2705-d1ec-45d6-a10d-58461a4a334f" providerId="ADAL" clId="{812CDC9A-941A-4B28-B06D-1FCB72D96FFB}" dt="2026-04-01T22:16:50.274" v="7289" actId="1076"/>
          <ac:spMkLst>
            <pc:docMk/>
            <pc:sldMk cId="2944001035" sldId="2147482945"/>
            <ac:spMk id="39" creationId="{09F2667B-2D68-09B0-783F-C159A99C7207}"/>
          </ac:spMkLst>
        </pc:spChg>
        <pc:spChg chg="add mod">
          <ac:chgData name="Rodriguez Barcenas Beatriz Adriana" userId="9d0e2705-d1ec-45d6-a10d-58461a4a334f" providerId="ADAL" clId="{812CDC9A-941A-4B28-B06D-1FCB72D96FFB}" dt="2026-04-01T22:16:44.411" v="7287" actId="1076"/>
          <ac:spMkLst>
            <pc:docMk/>
            <pc:sldMk cId="2944001035" sldId="2147482945"/>
            <ac:spMk id="40" creationId="{5785D7F7-EF71-6E74-068D-EBDFEC157166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41" creationId="{B506CB16-C1CA-390C-C819-8BF2995AA4BF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30T18:34:05.911" v="6316" actId="1038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09T10:29:54.630" v="1836" actId="1037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30T18:32:38.399" v="6099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4-01T22:13:54.210" v="7154" actId="14100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30T18:32:38.399" v="6099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4-01T22:06:51.066" v="6853" actId="20577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30T18:32:38.399" v="6099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4-01T22:12:26.509" v="7123" actId="20577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30T18:32:38.399" v="6099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4-06T23:12:58.043" v="8082" actId="12788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4-06T23:12:59.545" v="8083" actId="12788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30T18:34:15.794" v="6348" actId="1038"/>
          <ac:spMkLst>
            <pc:docMk/>
            <pc:sldMk cId="2944001035" sldId="2147482945"/>
            <ac:spMk id="75" creationId="{44E95411-248D-7909-92EC-4A8FCAAE692D}"/>
          </ac:spMkLst>
        </pc:spChg>
        <pc:picChg chg="add mod">
          <ac:chgData name="Rodriguez Barcenas Beatriz Adriana" userId="9d0e2705-d1ec-45d6-a10d-58461a4a334f" providerId="ADAL" clId="{812CDC9A-941A-4B28-B06D-1FCB72D96FFB}" dt="2026-04-06T23:12:24.239" v="8075" actId="1076"/>
          <ac:picMkLst>
            <pc:docMk/>
            <pc:sldMk cId="2944001035" sldId="2147482945"/>
            <ac:picMk id="17" creationId="{3E383801-8680-ABD2-4061-2DB354FE6AA9}"/>
          </ac:picMkLst>
        </pc:picChg>
        <pc:picChg chg="add mod">
          <ac:chgData name="Rodriguez Barcenas Beatriz Adriana" userId="9d0e2705-d1ec-45d6-a10d-58461a4a334f" providerId="ADAL" clId="{812CDC9A-941A-4B28-B06D-1FCB72D96FFB}" dt="2026-04-06T23:12:24.239" v="8075" actId="1076"/>
          <ac:picMkLst>
            <pc:docMk/>
            <pc:sldMk cId="2944001035" sldId="2147482945"/>
            <ac:picMk id="18" creationId="{FF17AC39-B62F-1573-EEAF-2FFFDBFE1E50}"/>
          </ac:picMkLst>
        </pc:picChg>
        <pc:cxnChg chg="add mod">
          <ac:chgData name="Rodriguez Barcenas Beatriz Adriana" userId="9d0e2705-d1ec-45d6-a10d-58461a4a334f" providerId="ADAL" clId="{812CDC9A-941A-4B28-B06D-1FCB72D96FFB}" dt="2026-03-30T18:34:34.999" v="6469" actId="1037"/>
          <ac:cxnSpMkLst>
            <pc:docMk/>
            <pc:sldMk cId="2944001035" sldId="2147482945"/>
            <ac:cxnSpMk id="11" creationId="{60651784-56FD-8241-617B-6E76C22FB8D1}"/>
          </ac:cxnSpMkLst>
        </pc:cxnChg>
        <pc:cxnChg chg="add mod">
          <ac:chgData name="Rodriguez Barcenas Beatriz Adriana" userId="9d0e2705-d1ec-45d6-a10d-58461a4a334f" providerId="ADAL" clId="{812CDC9A-941A-4B28-B06D-1FCB72D96FFB}" dt="2026-03-30T18:34:43.221" v="6522" actId="1037"/>
          <ac:cxnSpMkLst>
            <pc:docMk/>
            <pc:sldMk cId="2944001035" sldId="2147482945"/>
            <ac:cxnSpMk id="12" creationId="{567104B3-C821-D667-4CBD-8B21FA9AF152}"/>
          </ac:cxnSpMkLst>
        </pc:cxnChg>
        <pc:cxnChg chg="add mod">
          <ac:chgData name="Rodriguez Barcenas Beatriz Adriana" userId="9d0e2705-d1ec-45d6-a10d-58461a4a334f" providerId="ADAL" clId="{812CDC9A-941A-4B28-B06D-1FCB72D96FFB}" dt="2026-03-30T18:34:24.307" v="6405" actId="1037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30T18:34:20.894" v="6379" actId="1037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30T18:34:15.794" v="6348" actId="1038"/>
          <ac:cxnSpMkLst>
            <pc:docMk/>
            <pc:sldMk cId="2944001035" sldId="2147482945"/>
            <ac:cxnSpMk id="15" creationId="{AC041544-EA10-DD8E-B078-2C08451FBC39}"/>
          </ac:cxnSpMkLst>
        </pc:cxnChg>
        <pc:cxnChg chg="add mod">
          <ac:chgData name="Rodriguez Barcenas Beatriz Adriana" userId="9d0e2705-d1ec-45d6-a10d-58461a4a334f" providerId="ADAL" clId="{812CDC9A-941A-4B28-B06D-1FCB72D96FFB}" dt="2026-03-30T18:34:52.473" v="6567" actId="1035"/>
          <ac:cxnSpMkLst>
            <pc:docMk/>
            <pc:sldMk cId="2944001035" sldId="2147482945"/>
            <ac:cxnSpMk id="16" creationId="{D2DEEFBF-7FFE-218C-0F6F-CF384363BD12}"/>
          </ac:cxnSpMkLst>
        </pc:cxnChg>
        <pc:cxnChg chg="mod">
          <ac:chgData name="Rodriguez Barcenas Beatriz Adriana" userId="9d0e2705-d1ec-45d6-a10d-58461a4a334f" providerId="ADAL" clId="{812CDC9A-941A-4B28-B06D-1FCB72D96FFB}" dt="2026-03-30T18:34:27.860" v="6432" actId="1037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 modNotesTx">
        <pc:chgData name="Rodriguez Barcenas Beatriz Adriana" userId="9d0e2705-d1ec-45d6-a10d-58461a4a334f" providerId="ADAL" clId="{812CDC9A-941A-4B28-B06D-1FCB72D96FFB}" dt="2026-04-06T22:45:40.518" v="7882" actId="11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3-30T17:06:33.527" v="5036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4-06T22:45:40.518" v="7882" actId="11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4-06T22:14:21.820" v="7529" actId="404"/>
          <ac:spMkLst>
            <pc:docMk/>
            <pc:sldMk cId="679105534" sldId="2147482948"/>
            <ac:spMk id="56" creationId="{10AE335B-E5D2-A6A7-EFF5-4DBB7DACAAF6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  <pc:sldChg chg="addSp delSp modSp new mod">
        <pc:chgData name="Rodriguez Barcenas Beatriz Adriana" userId="9d0e2705-d1ec-45d6-a10d-58461a4a334f" providerId="ADAL" clId="{812CDC9A-941A-4B28-B06D-1FCB72D96FFB}" dt="2026-04-06T23:19:14.836" v="8152" actId="14100"/>
        <pc:sldMkLst>
          <pc:docMk/>
          <pc:sldMk cId="1843009882" sldId="2147482955"/>
        </pc:sldMkLst>
        <pc:spChg chg="mod">
          <ac:chgData name="Rodriguez Barcenas Beatriz Adriana" userId="9d0e2705-d1ec-45d6-a10d-58461a4a334f" providerId="ADAL" clId="{812CDC9A-941A-4B28-B06D-1FCB72D96FFB}" dt="2026-04-06T23:18:06.647" v="8138" actId="20577"/>
          <ac:spMkLst>
            <pc:docMk/>
            <pc:sldMk cId="1843009882" sldId="2147482955"/>
            <ac:spMk id="2" creationId="{5F2DDEA2-FFF9-C23B-B1B9-9E0C9C33FDA8}"/>
          </ac:spMkLst>
        </pc:spChg>
        <pc:spChg chg="del">
          <ac:chgData name="Rodriguez Barcenas Beatriz Adriana" userId="9d0e2705-d1ec-45d6-a10d-58461a4a334f" providerId="ADAL" clId="{812CDC9A-941A-4B28-B06D-1FCB72D96FFB}" dt="2026-04-06T23:13:52.949" v="8085" actId="478"/>
          <ac:spMkLst>
            <pc:docMk/>
            <pc:sldMk cId="1843009882" sldId="2147482955"/>
            <ac:spMk id="3" creationId="{4F4A3F13-784A-B5D6-54D9-DAD32BE875CE}"/>
          </ac:spMkLst>
        </pc:spChg>
        <pc:spChg chg="add mod">
          <ac:chgData name="Rodriguez Barcenas Beatriz Adriana" userId="9d0e2705-d1ec-45d6-a10d-58461a4a334f" providerId="ADAL" clId="{812CDC9A-941A-4B28-B06D-1FCB72D96FFB}" dt="2026-04-06T23:18:53.590" v="8151" actId="14100"/>
          <ac:spMkLst>
            <pc:docMk/>
            <pc:sldMk cId="1843009882" sldId="2147482955"/>
            <ac:spMk id="5" creationId="{7C871B4B-1690-D0D7-3F5D-3173202705C1}"/>
          </ac:spMkLst>
        </pc:spChg>
        <pc:spChg chg="add mod">
          <ac:chgData name="Rodriguez Barcenas Beatriz Adriana" userId="9d0e2705-d1ec-45d6-a10d-58461a4a334f" providerId="ADAL" clId="{812CDC9A-941A-4B28-B06D-1FCB72D96FFB}" dt="2026-04-06T23:19:14.836" v="8152" actId="14100"/>
          <ac:spMkLst>
            <pc:docMk/>
            <pc:sldMk cId="1843009882" sldId="2147482955"/>
            <ac:spMk id="7" creationId="{39D8B66B-0A71-EE09-B3BA-75B77B1194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s-MX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4181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06/04/2026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Asuntos Corporativos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Asuntos Corporativos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518925"/>
            <a:ext cx="11668125" cy="40872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Contribuciones: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/>
              <a:defRPr/>
            </a:pPr>
            <a:r>
              <a:rPr lang="es-MX" sz="1100" dirty="0"/>
              <a:t>Definir los asuntos públicos, comunicación y estrategias de crisis, asegurando el cumplimiento y alineación de </a:t>
            </a:r>
            <a:r>
              <a:rPr lang="es-MX" sz="1100" dirty="0" err="1"/>
              <a:t>stakeholders</a:t>
            </a:r>
            <a:r>
              <a:rPr lang="es-MX" sz="1100" dirty="0"/>
              <a:t>.</a:t>
            </a:r>
          </a:p>
          <a:p>
            <a:pPr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defRPr/>
            </a:pPr>
            <a:endParaRPr lang="es-MX" sz="1100" dirty="0"/>
          </a:p>
          <a:p>
            <a:pPr marL="171450" indent="-17145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MX" sz="1100" b="1" dirty="0">
                <a:solidFill>
                  <a:prstClr val="black"/>
                </a:solidFill>
              </a:rPr>
              <a:t>Relacionamiento:</a:t>
            </a:r>
            <a:endParaRPr lang="es-MX" sz="1100" dirty="0"/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2"/>
              <a:defRPr/>
            </a:pPr>
            <a:r>
              <a:rPr lang="es-MX" sz="1100" dirty="0"/>
              <a:t>Mantener y propiciar relacionamiento con actores externos, mediante reuniones, asistencia a foros empresariales, privados y académicos, identificando riesgos regulatorios de contexto político, económico y social que puedan afectar la concreción de objetivos de negocio.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2"/>
              <a:defRPr/>
            </a:pPr>
            <a:r>
              <a:rPr lang="es-MX" sz="1100" dirty="0"/>
              <a:t>Participar en organismos empresariales y grupos de influencia entendiendo las necesidades y prioridades de la empresa, con el fin de identificar estrategias comunes y tendencias del mercado. 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2"/>
              <a:defRPr/>
            </a:pPr>
            <a:r>
              <a:rPr lang="es-MX" sz="1100" dirty="0"/>
              <a:t>Asegurar la implementación de auditorías de procesos de asuntos corporativos con todas las geografías en donde se tiene presencia, para asegurar el  desarrollo de competencias de relacionamiento y comunicación en los equipos.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2"/>
              <a:defRPr/>
            </a:pPr>
            <a:r>
              <a:rPr lang="es-MX" sz="1100" dirty="0"/>
              <a:t>Gestionar proyectos con Consultores especializados en políticas públicas o impacto social, garantizando el cumplimiento de planes de trabajo con fines específicos, tales como evaluar tendencias políticas, análisis de actores, planes de relacionamiento, gestión de una crisis puntual (i.e.: prohibiciones, negación a la expansión, presiones de cobros infundados, </a:t>
            </a:r>
            <a:r>
              <a:rPr lang="es-MX" sz="1100" dirty="0" err="1"/>
              <a:t>etc</a:t>
            </a:r>
            <a:r>
              <a:rPr lang="es-MX" sz="1100" dirty="0"/>
              <a:t>).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2"/>
              <a:defRPr/>
            </a:pPr>
            <a:r>
              <a:rPr lang="es-MX" sz="1100" dirty="0">
                <a:solidFill>
                  <a:schemeClr val="tx1"/>
                </a:solidFill>
              </a:rPr>
              <a:t>Garantizar información estratégica de calidad que respalde la definición y ejecución de planes de acción en el relacionamiento con autoridades.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lang="es-MX" sz="1100" b="1" dirty="0">
              <a:solidFill>
                <a:prstClr val="black"/>
              </a:solidFill>
              <a:latin typeface="+mn-lt"/>
            </a:endParaRPr>
          </a:p>
          <a:p>
            <a:pPr marL="171450" marR="0" lvl="0" indent="-17145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Monitoreo regulato</a:t>
            </a:r>
            <a:r>
              <a:rPr lang="es-MX" sz="1100" b="1" dirty="0">
                <a:solidFill>
                  <a:prstClr val="black"/>
                </a:solidFill>
              </a:rPr>
              <a:t>rio:</a:t>
            </a:r>
          </a:p>
          <a:p>
            <a:pPr marL="228600" lvl="0" indent="-228600">
              <a:buFont typeface="+mj-lt"/>
              <a:buAutoNum type="arabicPeriod" startAt="7"/>
              <a:defRPr/>
            </a:pPr>
            <a:r>
              <a:rPr lang="es-MX" sz="1100" dirty="0">
                <a:solidFill>
                  <a:schemeClr val="tx1"/>
                </a:solidFill>
              </a:rPr>
              <a:t>Proveer al equipo directivo análisis de riesgo e informes políticos basados en tendencias regulatorias, que permitan anticipar impactos y soportar decisiones estratégicas de negocio e inversión.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MX" sz="1100" dirty="0"/>
              <a:t>Garantizar el seguimiento a la agenda de riesgos del negocio, mediante la revisión con Estrategia y Transformación, así como con el  Equipo Directivo, con el objetivo de la priorización de medidas, blindaje y mitigación de riegos. </a:t>
            </a:r>
            <a:endParaRPr lang="es-MX" sz="1100" dirty="0">
              <a:highlight>
                <a:srgbClr val="FFFF00"/>
              </a:highlight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lang="es-MX" sz="1100" b="1" dirty="0">
              <a:solidFill>
                <a:prstClr val="black"/>
              </a:solidFill>
            </a:endParaRPr>
          </a:p>
          <a:p>
            <a:pPr marL="171450" marR="0" lvl="0" indent="-17145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Comunicación </a:t>
            </a:r>
            <a:r>
              <a:rPr lang="es-MX" sz="1100" b="1" dirty="0">
                <a:solidFill>
                  <a:prstClr val="black"/>
                </a:solidFill>
              </a:rPr>
              <a:t>interna:</a:t>
            </a:r>
          </a:p>
          <a:p>
            <a:pPr marL="228600" lvl="0" indent="-228600">
              <a:buFont typeface="+mj-lt"/>
              <a:buAutoNum type="arabicPeriod" startAt="9"/>
              <a:defRPr/>
            </a:pPr>
            <a:r>
              <a:rPr lang="es-MX" sz="1100" dirty="0">
                <a:solidFill>
                  <a:schemeClr val="tx1"/>
                </a:solidFill>
              </a:rPr>
              <a:t>Diseñar y dar seguimiento a la estrategia de comunicación, apoyando al negocio con mensajes, discursos y posicionamientos estratégicos dirigidos a medios clave, con el fin de fortalecer la reputación de las marcas OXXO.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154028"/>
            <a:ext cx="11668125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100" b="1" dirty="0"/>
              <a:t>Propósito: </a:t>
            </a:r>
            <a:r>
              <a:rPr lang="es-MX" sz="1100" dirty="0"/>
              <a:t>Liderar la estrategia de relacionamiento externo de OXXO para promover y asegurar la coordinación interna y externa de todos los negocios en su interacción con autoridades y actores relevantes del sector, anticipando y actuando con proactividad ante tendencias de política pública, regulaciones y problemáticas reputacionales en estos sectores, garantizando la licencia social y reputacional, creando valor mediante ahorros o mejoras en márgenes en negociaciones para la toma de decisiones sobre nuevos negocios e inversiones a través de la interacción con múltiples audiencias externas, fomentando la continuidad operativa con medios de comunicación, autoridades y </a:t>
            </a:r>
            <a:r>
              <a:rPr lang="es-MX" sz="1100" dirty="0" err="1"/>
              <a:t>ONGs</a:t>
            </a:r>
            <a:r>
              <a:rPr lang="es-MX" sz="1100" dirty="0"/>
              <a:t>, proveyendo servicios de análisis político, marcos legislativos y comunicación para la toma de decisiones estratégicas y de inversión desde un enfoque de mitigación de riesgos, coordinando la gestión de riesgos estratégicos del entorno y la comunicación corporativa en conjunto con FEMSA para reforzar mensajes con audiencias clave externas a través de un modelo de comunicación que incremente y fortalezca la buena reputación de OXXO.</a:t>
            </a:r>
            <a:endParaRPr lang="es-MX" sz="11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Gerente Sr. Asuntos Corporativos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Priorizar asuntos y riesgos del entorno político, regulatorio y reputacional que impacten la toma de decisiones estratégicas de OXXO.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Definir y activar la respuesta institucional ante crisis de comunicación, asegurando mitigación de riesgos y protección reputacional.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Establecer la agenda estratégica de riesgos y tendencias relevantes para OXXO, con enfoque en sostenibilidad y continuidad del negocio.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Determinar lineamientos y capacidades clave en los equipos del negocio para una gestión consistente de asuntos corporativos y relacionamiento institucional.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Establecer la estrategia de relacionamiento y diálogo con autoridades y actores clave, asegurando una gestión proactiva, consistente y alineada a los intereses corporativos.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Construir y mantener relaciones estratégicas de largo plazo con autoridades y actores empresariales clave a nivel federal, estatal y sectorial.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Incidir de manera preventiva en cambios regulatorios, anticipando impactos y mitigando riesgos legales y operativos para el negocio.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Posicionar los atributos positivos de OXXO ante actores externos, fortaleciendo la reputación y gestionando riesgos reputacionales.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Articular mensajes claros y efectivos para audiencias diversas, alineando el impacto de las operaciones con la estrategia de negocio.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Coordinar el relacionamiento externo con responsables de plazas y operaciones, asegurando consistencia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20761" y="1090855"/>
            <a:ext cx="52066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b="1" dirty="0"/>
              <a:t>Propósito</a:t>
            </a:r>
          </a:p>
          <a:p>
            <a:pPr>
              <a:defRPr/>
            </a:pPr>
            <a:r>
              <a:rPr lang="es-MX" sz="800" dirty="0"/>
              <a:t>Liderar la estrategia de relacionamiento externo de OXXO para promover y asegurar la coordinación interna y externa de todos los negocios en su interacción con autoridades y actores relevantes del sector, anticipando y actuando con proactividad ante tendencias de política pública, regulaciones y problemáticas reputacionales en estos sectores, garantizando la licencia social y reputacional, creando valor mediante ahorros o mejoras en márgenes en negociaciones para la toma de decisiones sobre nuevos negocios e inversiones a través de la interacción con múltiples audiencias externas, fomentando la continuidad operativa con medios de comunicación, autoridades y </a:t>
            </a:r>
            <a:r>
              <a:rPr lang="es-MX" sz="800" dirty="0" err="1"/>
              <a:t>ONGs</a:t>
            </a:r>
            <a:r>
              <a:rPr lang="es-MX" sz="800" dirty="0"/>
              <a:t>, proveyendo servicios de análisis político, marcos legislativos y comunicación para la toma de decisiones estratégicas y de inversión desde un enfoque de mitigación de riesgos, coordinando la gestión de riesgos estratégicos del entorno y la comunicación corporativa en conjunto con FEMSA para reforzar mensajes con audiencias clave externas a través de un modelo de comunicación que incremente y fortalezca la buena reputación de OXXO.</a:t>
            </a:r>
            <a:endParaRPr lang="es-MX" sz="9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4826" y="3340936"/>
            <a:ext cx="12058772" cy="2826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Asuntos Corporativos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Asuntos Corporativos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Armando Novoa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4215122" y="2727630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Relaciones Gobierno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María Morineau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6234928" y="2727630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Atención Autoridades*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Hugo Díaz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2176647" y="2727630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Relaciones Gobierno</a:t>
            </a:r>
          </a:p>
          <a:p>
            <a:pPr lvl="0" algn="ctr">
              <a:defRPr/>
            </a:pPr>
            <a:r>
              <a:rPr lang="es-ES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Ricardo Paniagua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197227" y="2727630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Relaciones Gobierno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Saúl Ramírez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507842" y="140089"/>
            <a:ext cx="122926" cy="50521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4497552" y="1129799"/>
            <a:ext cx="122926" cy="307273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5516790" y="2149037"/>
            <a:ext cx="122926" cy="103426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6526692" y="2173394"/>
            <a:ext cx="122926" cy="98554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GERENTE: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(1) - Definir los asuntos públicos, comunicación y estrategias de crisis, asegurando el cumplimiento y alineación de </a:t>
            </a:r>
            <a:r>
              <a:rPr lang="es-MX" sz="900" dirty="0" err="1">
                <a:solidFill>
                  <a:schemeClr val="tx1"/>
                </a:solidFill>
              </a:rPr>
              <a:t>stakeholders</a:t>
            </a:r>
            <a:r>
              <a:rPr lang="es-MX" sz="900" dirty="0">
                <a:solidFill>
                  <a:schemeClr val="tx1"/>
                </a:solidFill>
              </a:rPr>
              <a:t>.</a:t>
            </a:r>
          </a:p>
          <a:p>
            <a:pPr marL="228600" indent="-22860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(8) - Garantizar el seguimiento a la agenda de riesgos del negocio, mediante la revisión con Estrategia y Transformación, así como con el  Equipo Directivo, con el objetivo de la priorización de medidas, blindaje y mitigación de riegos. </a:t>
            </a:r>
            <a:endParaRPr lang="es-MX" sz="9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s-MX" sz="9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b="1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16628D-3519-65D0-0A2C-7D45C2451F50}"/>
              </a:ext>
            </a:extLst>
          </p:cNvPr>
          <p:cNvSpPr/>
          <p:nvPr/>
        </p:nvSpPr>
        <p:spPr>
          <a:xfrm>
            <a:off x="8251066" y="2727630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Coordinador Asuntos Corporativos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Miguel Quintero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8B31DA96-0495-391A-DD4C-34A1B5A110AA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rot="16200000" flipV="1">
            <a:off x="7534762" y="1165325"/>
            <a:ext cx="122926" cy="3001683"/>
          </a:xfrm>
          <a:prstGeom prst="bentConnector3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0E10A76-221D-74C3-C1B0-CA04F3AF87DB}"/>
              </a:ext>
            </a:extLst>
          </p:cNvPr>
          <p:cNvCxnSpPr>
            <a:cxnSpLocks/>
          </p:cNvCxnSpPr>
          <p:nvPr/>
        </p:nvCxnSpPr>
        <p:spPr>
          <a:xfrm>
            <a:off x="8107393" y="4379607"/>
            <a:ext cx="0" cy="176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BFC0193-FB30-404A-2465-29FDFBB056A7}"/>
              </a:ext>
            </a:extLst>
          </p:cNvPr>
          <p:cNvCxnSpPr>
            <a:cxnSpLocks/>
          </p:cNvCxnSpPr>
          <p:nvPr/>
        </p:nvCxnSpPr>
        <p:spPr>
          <a:xfrm>
            <a:off x="10145743" y="3326477"/>
            <a:ext cx="0" cy="284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1457B1-0008-D892-E80C-0BC3A5AA971D}"/>
              </a:ext>
            </a:extLst>
          </p:cNvPr>
          <p:cNvSpPr/>
          <p:nvPr/>
        </p:nvSpPr>
        <p:spPr>
          <a:xfrm>
            <a:off x="10270748" y="2727630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 Comunicación Externa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Rodrigo Mora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F2E79AA-3E9E-D527-31BF-005B8A75148F}"/>
              </a:ext>
            </a:extLst>
          </p:cNvPr>
          <p:cNvSpPr txBox="1"/>
          <p:nvPr/>
        </p:nvSpPr>
        <p:spPr>
          <a:xfrm>
            <a:off x="-24567" y="3492066"/>
            <a:ext cx="7781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dirty="0"/>
              <a:t>(2) - Mantener y propiciar relacionamiento con actores externos, mediante reuniones, asistencia a foros empresariales, privados y académicos, identificando riesgos regulatorios de contexto político, económico y social que puedan afectar la concreción de objetivos de negocio.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3ECD291-5D20-7777-B04E-1163DB747ECF}"/>
              </a:ext>
            </a:extLst>
          </p:cNvPr>
          <p:cNvSpPr txBox="1"/>
          <p:nvPr/>
        </p:nvSpPr>
        <p:spPr>
          <a:xfrm>
            <a:off x="-24567" y="4125186"/>
            <a:ext cx="1000373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dirty="0"/>
              <a:t>(6) - Proveer al equipo directivo análisis de riesgo e informes políticos basados en tendencias regulatorias (Coordinador Asuntos corporativos), que permitan anticipar impactos y soportar decisiones estratégicas de negocio e inversión.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MX" sz="9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5A42210-08B2-3EE6-A051-2783A8F089DC}"/>
              </a:ext>
            </a:extLst>
          </p:cNvPr>
          <p:cNvSpPr txBox="1"/>
          <p:nvPr/>
        </p:nvSpPr>
        <p:spPr>
          <a:xfrm>
            <a:off x="-24567" y="3835209"/>
            <a:ext cx="99366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dirty="0"/>
              <a:t>(3) - Participar en organismos empresariales y grupos de influencia entendiendo las necesidades y prioridades de la empresa, con el fin de identificar estrategias comunes y tendencias del mercado.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425599-3BA8-A4DA-F3E7-DD2BAFC9D9D6}"/>
              </a:ext>
            </a:extLst>
          </p:cNvPr>
          <p:cNvSpPr txBox="1"/>
          <p:nvPr/>
        </p:nvSpPr>
        <p:spPr>
          <a:xfrm>
            <a:off x="10198464" y="3373317"/>
            <a:ext cx="1880853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dirty="0"/>
              <a:t>(9) - Diseñar y dar seguimiento a la estrategia de comunicación, apoyando al negocio con mensajes, discursos y posicionamientos estratégicos dirigidos a medios clave, con el fin de fortalecer la reputación de las marcas OXXO.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s-MX" sz="9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B292825-9E26-68BE-565A-9A373A014EF3}"/>
              </a:ext>
            </a:extLst>
          </p:cNvPr>
          <p:cNvSpPr txBox="1"/>
          <p:nvPr/>
        </p:nvSpPr>
        <p:spPr>
          <a:xfrm>
            <a:off x="8008003" y="4263155"/>
            <a:ext cx="2141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dirty="0"/>
              <a:t>(4) - Asegurar la implementación de auditorías de procesos de asuntos corporativos con todas las geografías en donde se tiene presencia, para asegurar el  desarrollo de competencias de relacionamiento y comunicación en los equipos.</a:t>
            </a:r>
          </a:p>
          <a:p>
            <a:endParaRPr lang="es-MX" sz="900" dirty="0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B1929193-790A-E9F2-35F9-966DD6E804FA}"/>
              </a:ext>
            </a:extLst>
          </p:cNvPr>
          <p:cNvCxnSpPr>
            <a:cxnSpLocks/>
          </p:cNvCxnSpPr>
          <p:nvPr/>
        </p:nvCxnSpPr>
        <p:spPr>
          <a:xfrm flipH="1">
            <a:off x="8107393" y="3399643"/>
            <a:ext cx="4674" cy="400452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DAE9C5E-F040-3F50-1370-914C1A6824AB}"/>
              </a:ext>
            </a:extLst>
          </p:cNvPr>
          <p:cNvSpPr txBox="1"/>
          <p:nvPr/>
        </p:nvSpPr>
        <p:spPr>
          <a:xfrm>
            <a:off x="9061797" y="967903"/>
            <a:ext cx="3017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i="1" dirty="0">
                <a:latin typeface="Calibri" panose="020F0502020204030204" pitchFamily="34" charset="0"/>
                <a:cs typeface="Calibri" panose="020F0502020204030204" pitchFamily="34" charset="0"/>
              </a:rPr>
              <a:t>*Ajuste de nombre a relaciones de gobierno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ADAC712-7D6B-41AE-9BFD-EDFFDA16C2B9}"/>
              </a:ext>
            </a:extLst>
          </p:cNvPr>
          <p:cNvSpPr txBox="1"/>
          <p:nvPr/>
        </p:nvSpPr>
        <p:spPr>
          <a:xfrm>
            <a:off x="-24567" y="4634992"/>
            <a:ext cx="78510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panose="020B0604020202020204" pitchFamily="34" charset="0"/>
              <a:buChar char="•"/>
              <a:defRPr/>
            </a:pPr>
            <a:r>
              <a:rPr lang="es-MX" sz="900" dirty="0">
                <a:solidFill>
                  <a:schemeClr val="tx1"/>
                </a:solidFill>
              </a:rPr>
              <a:t>(7) - Garantizar información estratégica de calidad que respalde la definición y ejecución de planes de acción en el relacionamiento con autoridades.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C0C2E5F-91D4-A2AB-F776-80F74A077B47}"/>
              </a:ext>
            </a:extLst>
          </p:cNvPr>
          <p:cNvSpPr/>
          <p:nvPr/>
        </p:nvSpPr>
        <p:spPr>
          <a:xfrm>
            <a:off x="44826" y="6316909"/>
            <a:ext cx="12103597" cy="44940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8C94E42-5E85-E2E7-6028-5849BB56C02E}"/>
              </a:ext>
            </a:extLst>
          </p:cNvPr>
          <p:cNvSpPr txBox="1"/>
          <p:nvPr/>
        </p:nvSpPr>
        <p:spPr>
          <a:xfrm>
            <a:off x="-125556" y="6350169"/>
            <a:ext cx="12058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s-MX" sz="900" b="1" dirty="0"/>
              <a:t>TRANSVERSAL: </a:t>
            </a:r>
            <a:r>
              <a:rPr lang="es-MX" sz="900" dirty="0"/>
              <a:t>(5) - Gestionar proyectos con Consultores especializados en políticas públicas o impacto social, garantizando el cumplimiento de planes de trabajo con fines específicos, tales como evaluar tendencias políticas, análisis de actores, planes de relacionamiento, gestión de una crisis puntual (i.e.: prohibiciones, negación a la expansión, presiones de cobros infundados, </a:t>
            </a:r>
            <a:r>
              <a:rPr lang="es-MX" sz="900" dirty="0" err="1"/>
              <a:t>etc</a:t>
            </a:r>
            <a:r>
              <a:rPr lang="es-MX" sz="900" dirty="0"/>
              <a:t>).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414A5C8-C2F4-FA42-8BC7-BB8FFDDBCB34}"/>
              </a:ext>
            </a:extLst>
          </p:cNvPr>
          <p:cNvSpPr txBox="1"/>
          <p:nvPr/>
        </p:nvSpPr>
        <p:spPr>
          <a:xfrm>
            <a:off x="10198465" y="4649452"/>
            <a:ext cx="18220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1000" b="0" i="0" kern="1200" dirty="0">
                <a:solidFill>
                  <a:srgbClr val="00B0F0"/>
                </a:solidFill>
                <a:effectLst/>
                <a:latin typeface="+mn-lt"/>
                <a:ea typeface="+mn-ea"/>
                <a:cs typeface="+mn-cs"/>
              </a:rPr>
              <a:t>Dar soporte a la gobernanza de la comunicación interna mediante la ejecución de la estrategia, la habilitación de voceros y la difusión de mensajes clave que contribuyan a la prevención de riesgos reputacionales.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F145EBB-3B6D-3C33-B7F0-68A158A0FD94}"/>
              </a:ext>
            </a:extLst>
          </p:cNvPr>
          <p:cNvSpPr txBox="1"/>
          <p:nvPr/>
        </p:nvSpPr>
        <p:spPr>
          <a:xfrm>
            <a:off x="8081009" y="5238523"/>
            <a:ext cx="207420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fontAlgn="t">
              <a:buFont typeface="Arial" panose="020B0604020202020204" pitchFamily="34" charset="0"/>
              <a:buChar char="•"/>
            </a:pPr>
            <a:r>
              <a:rPr lang="es-MX" sz="900" b="0" i="0" kern="1200" dirty="0">
                <a:solidFill>
                  <a:srgbClr val="00B0F0"/>
                </a:solidFill>
                <a:effectLst/>
                <a:latin typeface="+mn-lt"/>
                <a:ea typeface="+mn-ea"/>
                <a:cs typeface="+mn-cs"/>
              </a:rPr>
              <a:t>Habilitar y auditar a gerentes y HRBP en la correcta aplicación de los lineamientos de Asuntos Corporativos, asegurando consistencia institucional y mitigación de riesgos regulatorios y reputacionales.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63BD479-B69D-42EC-2BF1-64F2EFDFBC44}"/>
              </a:ext>
            </a:extLst>
          </p:cNvPr>
          <p:cNvSpPr txBox="1"/>
          <p:nvPr/>
        </p:nvSpPr>
        <p:spPr>
          <a:xfrm>
            <a:off x="20760" y="5129176"/>
            <a:ext cx="7977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900" b="0" i="0" kern="1200" dirty="0">
                <a:solidFill>
                  <a:srgbClr val="00B0F0"/>
                </a:solidFill>
                <a:effectLst/>
                <a:latin typeface="+mn-lt"/>
                <a:ea typeface="+mn-ea"/>
                <a:cs typeface="+mn-cs"/>
              </a:rPr>
              <a:t>Facilitar la implementación de la estrategia de sostenibilidad y comunicación a través del diálogo institucional con autoridades, alineando mensajes y compromisos con las prioridades del entorno público.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22F99F9-A27A-2983-2081-555D77C85770}"/>
              </a:ext>
            </a:extLst>
          </p:cNvPr>
          <p:cNvSpPr/>
          <p:nvPr/>
        </p:nvSpPr>
        <p:spPr>
          <a:xfrm>
            <a:off x="9585750" y="862823"/>
            <a:ext cx="100404" cy="8459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E7741CF-AFD7-53ED-7C96-DC8044FEE808}"/>
              </a:ext>
            </a:extLst>
          </p:cNvPr>
          <p:cNvSpPr txBox="1"/>
          <p:nvPr/>
        </p:nvSpPr>
        <p:spPr>
          <a:xfrm>
            <a:off x="9686154" y="768114"/>
            <a:ext cx="3017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i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Contribuciones agregadas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Asuntos Corporativos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258141" y="2195215"/>
            <a:ext cx="1796370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94862" y="2195215"/>
            <a:ext cx="2123397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45581" y="3045633"/>
            <a:ext cx="2132922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 Estrategia de relacionamiento federal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10731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096712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178503" y="3045281"/>
            <a:ext cx="993391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2611107" y="3140417"/>
            <a:ext cx="537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A/R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45581" y="3577536"/>
            <a:ext cx="2132922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Estrategia de relacionamiento local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178503" y="3577184"/>
            <a:ext cx="993391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2611108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45581" y="4109087"/>
            <a:ext cx="2132922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Estrategia de comunicación (proactiva y reactiva)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178503" y="4108735"/>
            <a:ext cx="993391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2611108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45581" y="4657823"/>
            <a:ext cx="2132922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Gestión regulatoria (monitoreo y cabildeo)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178503" y="4657471"/>
            <a:ext cx="993391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2611108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45581" y="5225056"/>
            <a:ext cx="2132922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 Agenda de riesgos de entorno (política, seguridad, social, etc.) para toma de </a:t>
            </a:r>
            <a:r>
              <a:rPr kumimoji="0" lang="es-MX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desiciones</a:t>
            </a: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178503" y="5224704"/>
            <a:ext cx="993391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2611108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680926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5678295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Relaciones Gobierno</a:t>
            </a:r>
          </a:p>
          <a:p>
            <a:pPr lvl="0" algn="ctr">
              <a:defRPr/>
            </a:pPr>
            <a:r>
              <a:rPr lang="es-ES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María Morineau</a:t>
            </a:r>
            <a:endParaRPr lang="es-MX" sz="7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6815046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Atención Autoridades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Hugo Díaz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4520228" y="2195215"/>
            <a:ext cx="115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ES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Relaciones Gobierno</a:t>
            </a:r>
          </a:p>
          <a:p>
            <a:pPr lvl="0" algn="ctr">
              <a:defRPr/>
            </a:pPr>
            <a:r>
              <a:rPr lang="es-ES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Ricardo Paniagua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7968230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Coordinador Asuntos Corporativos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Miguel Quintero</a:t>
            </a:r>
            <a:endParaRPr lang="es-ES" sz="7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372103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Relaciones Gobierno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Saúl Ramírez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219268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Asuntos Corporativos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Armando Novoa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795134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7104B3-C821-D667-4CBD-8B21FA9AF152}"/>
              </a:ext>
            </a:extLst>
          </p:cNvPr>
          <p:cNvCxnSpPr>
            <a:cxnSpLocks/>
          </p:cNvCxnSpPr>
          <p:nvPr/>
        </p:nvCxnSpPr>
        <p:spPr>
          <a:xfrm>
            <a:off x="9091954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5688827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4510056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338263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D89FC5B7-86CE-4F49-0418-40F1C339E92A}"/>
              </a:ext>
            </a:extLst>
          </p:cNvPr>
          <p:cNvSpPr/>
          <p:nvPr/>
        </p:nvSpPr>
        <p:spPr>
          <a:xfrm>
            <a:off x="9105208" y="2195215"/>
            <a:ext cx="115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Analista Comunicación Externa</a:t>
            </a:r>
          </a:p>
          <a:p>
            <a:pPr lvl="0" algn="ctr">
              <a:defRPr/>
            </a:pPr>
            <a:r>
              <a:rPr lang="es-MX" sz="7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Rodrigo Mora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D2DEEFBF-7FFE-218C-0F6F-CF384363BD12}"/>
              </a:ext>
            </a:extLst>
          </p:cNvPr>
          <p:cNvCxnSpPr>
            <a:cxnSpLocks/>
          </p:cNvCxnSpPr>
          <p:nvPr/>
        </p:nvCxnSpPr>
        <p:spPr>
          <a:xfrm>
            <a:off x="10228327" y="3055473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Imagen 16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3E383801-8680-ABD2-4061-2DB354FE6A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5" t="10434" r="4457" b="39364"/>
          <a:stretch>
            <a:fillRect/>
          </a:stretch>
        </p:blipFill>
        <p:spPr>
          <a:xfrm>
            <a:off x="7549531" y="213373"/>
            <a:ext cx="2760462" cy="1122702"/>
          </a:xfrm>
          <a:prstGeom prst="rect">
            <a:avLst/>
          </a:prstGeom>
        </p:spPr>
      </p:pic>
      <p:pic>
        <p:nvPicPr>
          <p:cNvPr id="18" name="Imagen 17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FF17AC39-B62F-1573-EEAF-2FFFDBFE1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5" t="61875" r="4457" b="6192"/>
          <a:stretch>
            <a:fillRect/>
          </a:stretch>
        </p:blipFill>
        <p:spPr>
          <a:xfrm>
            <a:off x="7509467" y="1350313"/>
            <a:ext cx="2800526" cy="724513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869EA4E3-0950-DE46-82CF-22C3CD727790}"/>
              </a:ext>
            </a:extLst>
          </p:cNvPr>
          <p:cNvSpPr txBox="1"/>
          <p:nvPr/>
        </p:nvSpPr>
        <p:spPr>
          <a:xfrm>
            <a:off x="3790699" y="3112716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8C53ACE-CC76-4A38-92A6-8213986DCE3D}"/>
              </a:ext>
            </a:extLst>
          </p:cNvPr>
          <p:cNvSpPr txBox="1"/>
          <p:nvPr/>
        </p:nvSpPr>
        <p:spPr>
          <a:xfrm>
            <a:off x="4954949" y="3576480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79092E-7F3D-7838-1789-901A2B90B8F5}"/>
              </a:ext>
            </a:extLst>
          </p:cNvPr>
          <p:cNvSpPr txBox="1"/>
          <p:nvPr/>
        </p:nvSpPr>
        <p:spPr>
          <a:xfrm>
            <a:off x="7193473" y="3604939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6A53DD2-1BE0-E817-241E-9E104ECB5D09}"/>
              </a:ext>
            </a:extLst>
          </p:cNvPr>
          <p:cNvSpPr txBox="1"/>
          <p:nvPr/>
        </p:nvSpPr>
        <p:spPr>
          <a:xfrm>
            <a:off x="6022921" y="3637775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F8FDB02-C77E-BB0F-DC2D-4303CAB866A8}"/>
              </a:ext>
            </a:extLst>
          </p:cNvPr>
          <p:cNvSpPr txBox="1"/>
          <p:nvPr/>
        </p:nvSpPr>
        <p:spPr>
          <a:xfrm>
            <a:off x="8323757" y="3607498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D0FE0E7-1011-77B1-026E-5A2A00E0E93C}"/>
              </a:ext>
            </a:extLst>
          </p:cNvPr>
          <p:cNvSpPr txBox="1"/>
          <p:nvPr/>
        </p:nvSpPr>
        <p:spPr>
          <a:xfrm>
            <a:off x="9501001" y="4173093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7964AB6-A762-4347-8270-3E385DC3D127}"/>
              </a:ext>
            </a:extLst>
          </p:cNvPr>
          <p:cNvSpPr txBox="1"/>
          <p:nvPr/>
        </p:nvSpPr>
        <p:spPr>
          <a:xfrm>
            <a:off x="4969548" y="4741915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89449D3-8A6A-3200-34CA-07DDF076C38C}"/>
              </a:ext>
            </a:extLst>
          </p:cNvPr>
          <p:cNvSpPr txBox="1"/>
          <p:nvPr/>
        </p:nvSpPr>
        <p:spPr>
          <a:xfrm>
            <a:off x="8344234" y="5258285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8D8A720-6586-ADD1-D7FB-A737FF577A7C}"/>
              </a:ext>
            </a:extLst>
          </p:cNvPr>
          <p:cNvSpPr txBox="1"/>
          <p:nvPr/>
        </p:nvSpPr>
        <p:spPr>
          <a:xfrm>
            <a:off x="6079084" y="4699605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37CA7B6-1AAF-D74E-D209-86064EAB18DB}"/>
              </a:ext>
            </a:extLst>
          </p:cNvPr>
          <p:cNvSpPr txBox="1"/>
          <p:nvPr/>
        </p:nvSpPr>
        <p:spPr>
          <a:xfrm>
            <a:off x="7315317" y="4741739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4416F0A-E276-9A17-B4A3-89B56CA4F23D}"/>
              </a:ext>
            </a:extLst>
          </p:cNvPr>
          <p:cNvSpPr txBox="1"/>
          <p:nvPr/>
        </p:nvSpPr>
        <p:spPr>
          <a:xfrm>
            <a:off x="8334126" y="4697679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EB81A4A-3220-D100-D5B8-C7EA7613E37E}"/>
              </a:ext>
            </a:extLst>
          </p:cNvPr>
          <p:cNvSpPr txBox="1"/>
          <p:nvPr/>
        </p:nvSpPr>
        <p:spPr>
          <a:xfrm>
            <a:off x="3838337" y="3600333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DBD6547-3B26-29A3-E59B-18E93AF71337}"/>
              </a:ext>
            </a:extLst>
          </p:cNvPr>
          <p:cNvSpPr txBox="1"/>
          <p:nvPr/>
        </p:nvSpPr>
        <p:spPr>
          <a:xfrm>
            <a:off x="3787205" y="4741739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B9AE95D-E829-FDB0-4FD9-109BF5330E1B}"/>
              </a:ext>
            </a:extLst>
          </p:cNvPr>
          <p:cNvSpPr txBox="1"/>
          <p:nvPr/>
        </p:nvSpPr>
        <p:spPr>
          <a:xfrm>
            <a:off x="4954949" y="3078335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EC60258-CF74-BE6C-BB08-4B7A11A85DC6}"/>
              </a:ext>
            </a:extLst>
          </p:cNvPr>
          <p:cNvSpPr txBox="1"/>
          <p:nvPr/>
        </p:nvSpPr>
        <p:spPr>
          <a:xfrm>
            <a:off x="6106774" y="3031389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FD653D3-48C4-4529-2E0D-426411DD5CFF}"/>
              </a:ext>
            </a:extLst>
          </p:cNvPr>
          <p:cNvSpPr txBox="1"/>
          <p:nvPr/>
        </p:nvSpPr>
        <p:spPr>
          <a:xfrm>
            <a:off x="7231251" y="3059668"/>
            <a:ext cx="31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7F6F433-0428-D3DB-0390-57F09EB5A129}"/>
              </a:ext>
            </a:extLst>
          </p:cNvPr>
          <p:cNvSpPr txBox="1"/>
          <p:nvPr/>
        </p:nvSpPr>
        <p:spPr>
          <a:xfrm>
            <a:off x="10257208" y="4702227"/>
            <a:ext cx="18875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Agenda de riesgos regulatorios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15E0AAF-D236-C4CE-9427-1C7A761AECBB}"/>
              </a:ext>
            </a:extLst>
          </p:cNvPr>
          <p:cNvSpPr txBox="1"/>
          <p:nvPr/>
        </p:nvSpPr>
        <p:spPr>
          <a:xfrm>
            <a:off x="10212560" y="5214929"/>
            <a:ext cx="18875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Informe de riesgos de entorno para la toma de decisiones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9F2667B-2D68-09B0-783F-C159A99C7207}"/>
              </a:ext>
            </a:extLst>
          </p:cNvPr>
          <p:cNvSpPr txBox="1"/>
          <p:nvPr/>
        </p:nvSpPr>
        <p:spPr>
          <a:xfrm>
            <a:off x="10257208" y="3145123"/>
            <a:ext cx="18875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Estrategia 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785D7F7-EF71-6E74-068D-EBDFEC157166}"/>
              </a:ext>
            </a:extLst>
          </p:cNvPr>
          <p:cNvSpPr txBox="1"/>
          <p:nvPr/>
        </p:nvSpPr>
        <p:spPr>
          <a:xfrm>
            <a:off x="10257208" y="4203871"/>
            <a:ext cx="18875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Estrategia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506CB16-C1CA-390C-C819-8BF2995AA4BF}"/>
              </a:ext>
            </a:extLst>
          </p:cNvPr>
          <p:cNvSpPr txBox="1"/>
          <p:nvPr/>
        </p:nvSpPr>
        <p:spPr>
          <a:xfrm>
            <a:off x="10257208" y="3641318"/>
            <a:ext cx="18875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50" dirty="0">
                <a:latin typeface="Calibri" panose="020F0502020204030204" pitchFamily="34" charset="0"/>
                <a:cs typeface="Calibri" panose="020F0502020204030204" pitchFamily="34" charset="0"/>
              </a:rPr>
              <a:t>Estrategia </a:t>
            </a: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DDEA2-FFF9-C23B-B1B9-9E0C9C33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Premisas Asuntos Corporativos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871B4B-1690-D0D7-3F5D-3173202705C1}"/>
              </a:ext>
            </a:extLst>
          </p:cNvPr>
          <p:cNvSpPr txBox="1"/>
          <p:nvPr/>
        </p:nvSpPr>
        <p:spPr>
          <a:xfrm>
            <a:off x="419099" y="2091447"/>
            <a:ext cx="1122045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relacionamiento con autoridades y actores públicos se rige por una visión institucional de largo plazo</a:t>
            </a:r>
            <a:r>
              <a:rPr lang="es-MX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orientada a preservar la licencia social y regulatoria para operar.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posicionamientos públicos de la compañía en temas regulatorios, sociales, políticos o reputacionales deben ser consistentes y alineados a una postura institucional definida.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monitoreo, análisis y priorización de riesgos y tendencias del entorno político‑regulatorio es un insumo obligatorio para la toma de decisiones estratégicas del negocio.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situaciones con potencial impacto reputacional deben gestionarse bajo esquemas preventivos y de anticipación</a:t>
            </a:r>
            <a:r>
              <a:rPr lang="es-MX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priorizando la mitigación de riesgos sobre la reacción correctiva.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compromisos, mensajes y narrativas hacia </a:t>
            </a:r>
            <a:r>
              <a:rPr lang="es-MX" sz="1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stakeholders</a:t>
            </a: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externos deben mantener coherencia nacional</a:t>
            </a:r>
            <a:r>
              <a:rPr lang="es-MX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independientemente de la región o unidad de negocio.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cabildeo y la interacción institucional deben realizarse bajo criterios éticos, documentados y trazables</a:t>
            </a:r>
            <a:r>
              <a:rPr lang="es-MX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evitando gestiones aisladas o coyunturales.</a:t>
            </a:r>
          </a:p>
          <a:p>
            <a:pPr marL="285750" indent="-285750" fontAlgn="t">
              <a:buFont typeface="Wingdings" panose="05000000000000000000" pitchFamily="2" charset="2"/>
              <a:buChar char="ü"/>
            </a:pPr>
            <a:endParaRPr lang="es-MX" sz="1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t">
              <a:buFont typeface="Wingdings" panose="05000000000000000000" pitchFamily="2" charset="2"/>
              <a:buChar char="ü"/>
            </a:pPr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comunicación externa en temas sensibles debe responder a lineamientos claros de gobernanza</a:t>
            </a:r>
            <a:r>
              <a:rPr lang="es-MX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asegurando claridad, oportunidad y alineación estratégica.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MX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D8B66B-0A71-EE09-B3BA-75B77B1194D4}"/>
              </a:ext>
            </a:extLst>
          </p:cNvPr>
          <p:cNvSpPr txBox="1"/>
          <p:nvPr/>
        </p:nvSpPr>
        <p:spPr>
          <a:xfrm>
            <a:off x="280873" y="1326892"/>
            <a:ext cx="11749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siguientes premisas aplican a cualquier interacción, decisión o iniciativa relacionada con autoridades, entorno regulatorio, reputación, comunicación sensible y posicionamiento institucional.</a:t>
            </a:r>
            <a:endParaRPr lang="es-MX" sz="1400" b="1" dirty="0"/>
          </a:p>
        </p:txBody>
      </p:sp>
    </p:spTree>
    <p:extLst>
      <p:ext uri="{BB962C8B-B14F-4D97-AF65-F5344CB8AC3E}">
        <p14:creationId xmlns:p14="http://schemas.microsoft.com/office/powerpoint/2010/main" val="1843009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A3827B1-3712-4D8C-A6C0-A6B9F847DDF3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7ff1139c-9d19-4981-a26c-d6e7dc37fc8a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2892</Words>
  <Application>Microsoft Office PowerPoint</Application>
  <PresentationFormat>Panorámica</PresentationFormat>
  <Paragraphs>347</Paragraphs>
  <Slides>14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Asuntos Corporativos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Finanzas – Asuntos Corporativos</vt:lpstr>
      <vt:lpstr>Interacciones entre áreas y procesos clave Finanzas – Asuntos Corporativos</vt:lpstr>
      <vt:lpstr>Premisas Asuntos Corporativos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2026-04-06T23:19:22Z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