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notesSlides/notesSlide1.xml" ContentType="application/vnd.openxmlformats-officedocument.presentationml.notesSlide+xml"/>
  <Override PartName="/ppt/theme/themeOverride5.xml" ContentType="application/vnd.openxmlformats-officedocument.themeOverride+xml"/>
  <Override PartName="/ppt/notesSlides/notesSlide2.xml" ContentType="application/vnd.openxmlformats-officedocument.presentationml.notesSlide+xml"/>
  <Override PartName="/ppt/theme/themeOverride6.xml" ContentType="application/vnd.openxmlformats-officedocument.themeOverride+xml"/>
  <Override PartName="/ppt/notesSlides/notesSlide3.xml" ContentType="application/vnd.openxmlformats-officedocument.presentationml.notesSlide+xml"/>
  <Override PartName="/ppt/theme/themeOverride7.xml" ContentType="application/vnd.openxmlformats-officedocument.themeOverride+xml"/>
  <Override PartName="/ppt/theme/themeOverride8.xml" ContentType="application/vnd.openxmlformats-officedocument.themeOverride+xml"/>
  <Override PartName="/ppt/notesSlides/notesSlide4.xml" ContentType="application/vnd.openxmlformats-officedocument.presentationml.notesSlide+xml"/>
  <Override PartName="/ppt/tags/tag73.xml" ContentType="application/vnd.openxmlformats-officedocument.presentationml.tags+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Override PartName="/ppt/slides/slide70.xml" ContentType="application/vnd.openxmlformats-officedocument.presentationml.slide+xml"/>
  <Override PartName="/ppt/slides/slide90.xml" ContentType="application/vnd.openxmlformats-officedocument.presentationml.slide+xml"/>
  <Override PartName="/ppt/slides/slide60.xml" ContentType="application/vnd.openxmlformats-officedocument.presentationml.slide+xml"/>
  <Override PartName="/ppt/slides/slide100.xml" ContentType="application/vnd.openxmlformats-officedocument.presentationml.slide+xml"/>
  <Override PartName="/ppt/notesSlides/notesSlide10.xml" ContentType="application/vnd.openxmlformats-officedocument.presentationml.notesSlide+xml"/>
  <Override PartName="/ppt/slideLayouts/slideLayout170.xml" ContentType="application/vnd.openxmlformats-officedocument.presentationml.slideLayout+xml"/>
  <Override PartName="/ppt/theme/themeOverride40.xml" ContentType="application/vnd.openxmlformats-officedocument.themeOverride+xml"/>
  <Override PartName="/ppt/notesSlides/notesSlide30.xml" ContentType="application/vnd.openxmlformats-officedocument.presentationml.notesSlide+xml"/>
  <Override PartName="/ppt/slideLayouts/slideLayout140.xml" ContentType="application/vnd.openxmlformats-officedocument.presentationml.slideLayout+xml"/>
  <Override PartName="/ppt/theme/themeOverride60.xml" ContentType="application/vnd.openxmlformats-officedocument.themeOverride+xml"/>
  <Override PartName="/ppt/slides/slide20.xml" ContentType="application/vnd.openxmlformats-officedocument.presentationml.slide+xml"/>
  <Override PartName="/ppt/theme/themeOverride30.xml" ContentType="application/vnd.openxmlformats-officedocument.themeOverride+xml"/>
  <Override PartName="/ppt/theme/themeOverride70.xml" ContentType="application/vnd.openxmlformats-officedocument.themeOverride+xml"/>
  <Override PartName="/ppt/notesMasters/notesMaster10.xml" ContentType="application/vnd.openxmlformats-officedocument.presentationml.notesMaster+xml"/>
  <Override PartName="/ppt/slideMasters/slideMaster20.xml" ContentType="application/vnd.openxmlformats-officedocument.presentationml.slideMaster+xml"/>
  <Override PartName="/ppt/theme/theme30.xml" ContentType="application/vnd.openxmlformats-officedocument.theme+xml"/>
  <Override PartName="/ppt/slideLayouts/slideLayout150.xml" ContentType="application/vnd.openxmlformats-officedocument.presentationml.slideLayout+xml"/>
  <Override PartName="/ppt/slideLayouts/slideLayout130.xml" ContentType="application/vnd.openxmlformats-officedocument.presentationml.slideLayout+xml"/>
  <Override PartName="/ppt/theme/theme20.xml" ContentType="application/vnd.openxmlformats-officedocument.theme+xml"/>
  <Override PartName="/ppt/slideLayouts/slideLayout160.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1" r:id="rId5"/>
  </p:sldMasterIdLst>
  <p:notesMasterIdLst>
    <p:notesMasterId r:id="rId19"/>
  </p:notesMasterIdLst>
  <p:sldIdLst>
    <p:sldId id="2147482941" r:id="rId6"/>
    <p:sldId id="2147482950" r:id="rId7"/>
    <p:sldId id="2147482947" r:id="rId8"/>
    <p:sldId id="2147482952" r:id="rId9"/>
    <p:sldId id="2147482943" r:id="rId10"/>
    <p:sldId id="2147482944" r:id="rId11"/>
    <p:sldId id="2147482948" r:id="rId12"/>
    <p:sldId id="270" r:id="rId13"/>
    <p:sldId id="258" r:id="rId14"/>
    <p:sldId id="2147482945" r:id="rId15"/>
    <p:sldId id="2147482949" r:id="rId16"/>
    <p:sldId id="2147482954" r:id="rId17"/>
    <p:sldId id="2147482951" r:id="rId18"/>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B35AB1DD-D536-470F-B679-009EF9FB6E63}">
          <p14:sldIdLst>
            <p14:sldId id="2147482941"/>
            <p14:sldId id="2147482950"/>
          </p14:sldIdLst>
        </p14:section>
        <p14:section name="Racional FFP" id="{15040053-0C50-4146-A21D-9E43A4CF9A00}">
          <p14:sldIdLst>
            <p14:sldId id="2147482947"/>
            <p14:sldId id="2147482952"/>
          </p14:sldIdLst>
        </p14:section>
        <p14:section name="Alcance 2026" id="{86D66DA7-4B22-4734-8B2F-FB9674EA118A}">
          <p14:sldIdLst>
            <p14:sldId id="2147482943"/>
          </p14:sldIdLst>
        </p14:section>
        <p14:section name="Percepción inicial" id="{401A8D0E-7B85-4F20-A772-FA4F26AD97EF}">
          <p14:sldIdLst>
            <p14:sldId id="2147482944"/>
          </p14:sldIdLst>
        </p14:section>
        <p14:section name="Descripción de Puesto" id="{0FF4A76F-1F47-4EA7-A686-C9EF9A954A89}">
          <p14:sldIdLst>
            <p14:sldId id="2147482948"/>
            <p14:sldId id="270"/>
          </p14:sldIdLst>
        </p14:section>
        <p14:section name="Principales contribuciones del área" id="{ECBA4FCF-4ABC-4772-872D-193AE93BB28B}">
          <p14:sldIdLst>
            <p14:sldId id="258"/>
          </p14:sldIdLst>
        </p14:section>
        <p14:section name="Interacciones entre áreas y procesos clave" id="{F0FBDAA2-C305-4C2B-AC49-21A67C461C91}">
          <p14:sldIdLst>
            <p14:sldId id="2147482945"/>
          </p14:sldIdLst>
        </p14:section>
        <p14:section name="Preguntas de reflexión" id="{E667A236-7C33-4A65-A550-6234F27326FB}">
          <p14:sldIdLst>
            <p14:sldId id="2147482949"/>
          </p14:sldIdLst>
        </p14:section>
        <p14:section name="Siguientes pasos" id="{3CB73EBB-38C3-438F-941E-B0AFF08AA3BF}">
          <p14:sldIdLst>
            <p14:sldId id="2147482954"/>
            <p14:sldId id="2147482951"/>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D0351B-A941-4DC6-937B-460B708CCD12}" v="19" dt="2026-03-30T16:23:05.62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17" autoAdjust="0"/>
    <p:restoredTop sz="94660"/>
  </p:normalViewPr>
  <p:slideViewPr>
    <p:cSldViewPr snapToGrid="0">
      <p:cViewPr varScale="1">
        <p:scale>
          <a:sx n="67" d="100"/>
          <a:sy n="67" d="100"/>
        </p:scale>
        <p:origin x="552" y="4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microsoft.com/office/2016/11/relationships/changesInfo" Target="changesInfos/changesInfo1.xml"/><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riguez Barcenas Beatriz Adriana" userId="9d0e2705-d1ec-45d6-a10d-58461a4a334f" providerId="ADAL" clId="{812CDC9A-941A-4B28-B06D-1FCB72D96FFB}"/>
    <pc:docChg chg="undo redo custSel addSld delSld modSld modSection">
      <pc:chgData name="Rodriguez Barcenas Beatriz Adriana" userId="9d0e2705-d1ec-45d6-a10d-58461a4a334f" providerId="ADAL" clId="{812CDC9A-941A-4B28-B06D-1FCB72D96FFB}" dt="2026-03-30T16:23:16.988" v="5103" actId="255"/>
      <pc:docMkLst>
        <pc:docMk/>
      </pc:docMkLst>
      <pc:sldChg chg="addSp delSp modSp mod">
        <pc:chgData name="Rodriguez Barcenas Beatriz Adriana" userId="9d0e2705-d1ec-45d6-a10d-58461a4a334f" providerId="ADAL" clId="{812CDC9A-941A-4B28-B06D-1FCB72D96FFB}" dt="2026-03-30T16:07:48.961" v="5085" actId="478"/>
        <pc:sldMkLst>
          <pc:docMk/>
          <pc:sldMk cId="456374482" sldId="258"/>
        </pc:sldMkLst>
        <pc:spChg chg="mod">
          <ac:chgData name="Rodriguez Barcenas Beatriz Adriana" userId="9d0e2705-d1ec-45d6-a10d-58461a4a334f" providerId="ADAL" clId="{812CDC9A-941A-4B28-B06D-1FCB72D96FFB}" dt="2026-03-25T22:27:09.580" v="4915" actId="14100"/>
          <ac:spMkLst>
            <pc:docMk/>
            <pc:sldMk cId="456374482" sldId="258"/>
            <ac:spMk id="2" creationId="{15943841-D0E0-2FDA-A509-DF366A3D331D}"/>
          </ac:spMkLst>
        </pc:spChg>
        <pc:spChg chg="mod">
          <ac:chgData name="Rodriguez Barcenas Beatriz Adriana" userId="9d0e2705-d1ec-45d6-a10d-58461a4a334f" providerId="ADAL" clId="{812CDC9A-941A-4B28-B06D-1FCB72D96FFB}" dt="2026-03-30T16:06:32.925" v="5071" actId="20577"/>
          <ac:spMkLst>
            <pc:docMk/>
            <pc:sldMk cId="456374482" sldId="258"/>
            <ac:spMk id="3" creationId="{202F7401-ED31-48E2-0F9A-CABF5C4E96BD}"/>
          </ac:spMkLst>
        </pc:spChg>
        <pc:spChg chg="mod">
          <ac:chgData name="Rodriguez Barcenas Beatriz Adriana" userId="9d0e2705-d1ec-45d6-a10d-58461a4a334f" providerId="ADAL" clId="{812CDC9A-941A-4B28-B06D-1FCB72D96FFB}" dt="2026-03-30T16:06:53.035" v="5075"/>
          <ac:spMkLst>
            <pc:docMk/>
            <pc:sldMk cId="456374482" sldId="258"/>
            <ac:spMk id="4" creationId="{F5AAEC53-D683-4F11-4911-0A1D330C51DB}"/>
          </ac:spMkLst>
        </pc:spChg>
        <pc:spChg chg="mod">
          <ac:chgData name="Rodriguez Barcenas Beatriz Adriana" userId="9d0e2705-d1ec-45d6-a10d-58461a4a334f" providerId="ADAL" clId="{812CDC9A-941A-4B28-B06D-1FCB72D96FFB}" dt="2026-03-30T16:07:18.259" v="5081"/>
          <ac:spMkLst>
            <pc:docMk/>
            <pc:sldMk cId="456374482" sldId="258"/>
            <ac:spMk id="5" creationId="{2A03BDC4-669B-0F96-65D6-08CFAF2AB1D3}"/>
          </ac:spMkLst>
        </pc:spChg>
        <pc:spChg chg="mod">
          <ac:chgData name="Rodriguez Barcenas Beatriz Adriana" userId="9d0e2705-d1ec-45d6-a10d-58461a4a334f" providerId="ADAL" clId="{812CDC9A-941A-4B28-B06D-1FCB72D96FFB}" dt="2026-03-30T16:07:25.906" v="5082"/>
          <ac:spMkLst>
            <pc:docMk/>
            <pc:sldMk cId="456374482" sldId="258"/>
            <ac:spMk id="6" creationId="{2C749DC5-650F-E603-E734-0BF332E932F8}"/>
          </ac:spMkLst>
        </pc:spChg>
        <pc:spChg chg="mod">
          <ac:chgData name="Rodriguez Barcenas Beatriz Adriana" userId="9d0e2705-d1ec-45d6-a10d-58461a4a334f" providerId="ADAL" clId="{812CDC9A-941A-4B28-B06D-1FCB72D96FFB}" dt="2026-03-30T16:07:12.305" v="5080" actId="20577"/>
          <ac:spMkLst>
            <pc:docMk/>
            <pc:sldMk cId="456374482" sldId="258"/>
            <ac:spMk id="7" creationId="{025BF223-6AFC-6967-F475-435C163332D5}"/>
          </ac:spMkLst>
        </pc:spChg>
        <pc:spChg chg="add mod">
          <ac:chgData name="Rodriguez Barcenas Beatriz Adriana" userId="9d0e2705-d1ec-45d6-a10d-58461a4a334f" providerId="ADAL" clId="{812CDC9A-941A-4B28-B06D-1FCB72D96FFB}" dt="2026-03-30T16:07:34.654" v="5083"/>
          <ac:spMkLst>
            <pc:docMk/>
            <pc:sldMk cId="456374482" sldId="258"/>
            <ac:spMk id="10" creationId="{6216628D-3519-65D0-0A2C-7D45C2451F50}"/>
          </ac:spMkLst>
        </pc:spChg>
        <pc:spChg chg="mod">
          <ac:chgData name="Rodriguez Barcenas Beatriz Adriana" userId="9d0e2705-d1ec-45d6-a10d-58461a4a334f" providerId="ADAL" clId="{812CDC9A-941A-4B28-B06D-1FCB72D96FFB}" dt="2026-03-30T16:07:02.565" v="5077" actId="20577"/>
          <ac:spMkLst>
            <pc:docMk/>
            <pc:sldMk cId="456374482" sldId="258"/>
            <ac:spMk id="12" creationId="{3B16A55E-E607-9EE6-ECFC-FACE45B08E2C}"/>
          </ac:spMkLst>
        </pc:spChg>
        <pc:spChg chg="add mod">
          <ac:chgData name="Rodriguez Barcenas Beatriz Adriana" userId="9d0e2705-d1ec-45d6-a10d-58461a4a334f" providerId="ADAL" clId="{812CDC9A-941A-4B28-B06D-1FCB72D96FFB}" dt="2026-03-25T22:03:10.982" v="4890" actId="207"/>
          <ac:spMkLst>
            <pc:docMk/>
            <pc:sldMk cId="456374482" sldId="258"/>
            <ac:spMk id="21" creationId="{D0BB167D-2C7D-D430-1D45-DB6FE8827566}"/>
          </ac:spMkLst>
        </pc:spChg>
        <pc:spChg chg="add del mod">
          <ac:chgData name="Rodriguez Barcenas Beatriz Adriana" userId="9d0e2705-d1ec-45d6-a10d-58461a4a334f" providerId="ADAL" clId="{812CDC9A-941A-4B28-B06D-1FCB72D96FFB}" dt="2026-03-30T16:07:44.837" v="5084" actId="478"/>
          <ac:spMkLst>
            <pc:docMk/>
            <pc:sldMk cId="456374482" sldId="258"/>
            <ac:spMk id="24" creationId="{EFDFE53C-ED28-7F27-E65C-75E3CF14A536}"/>
          </ac:spMkLst>
        </pc:spChg>
        <pc:spChg chg="add del mod">
          <ac:chgData name="Rodriguez Barcenas Beatriz Adriana" userId="9d0e2705-d1ec-45d6-a10d-58461a4a334f" providerId="ADAL" clId="{812CDC9A-941A-4B28-B06D-1FCB72D96FFB}" dt="2026-03-30T16:07:48.961" v="5085" actId="478"/>
          <ac:spMkLst>
            <pc:docMk/>
            <pc:sldMk cId="456374482" sldId="258"/>
            <ac:spMk id="29" creationId="{2955D3BA-E6B7-309A-C800-387AF33D9AFA}"/>
          </ac:spMkLst>
        </pc:spChg>
        <pc:spChg chg="mod">
          <ac:chgData name="Rodriguez Barcenas Beatriz Adriana" userId="9d0e2705-d1ec-45d6-a10d-58461a4a334f" providerId="ADAL" clId="{812CDC9A-941A-4B28-B06D-1FCB72D96FFB}" dt="2026-03-25T14:56:40.571" v="2763" actId="20577"/>
          <ac:spMkLst>
            <pc:docMk/>
            <pc:sldMk cId="456374482" sldId="258"/>
            <ac:spMk id="31" creationId="{6975D636-73BB-21EF-E5A3-82114D16F5CC}"/>
          </ac:spMkLst>
        </pc:spChg>
        <pc:spChg chg="add del mod">
          <ac:chgData name="Rodriguez Barcenas Beatriz Adriana" userId="9d0e2705-d1ec-45d6-a10d-58461a4a334f" providerId="ADAL" clId="{812CDC9A-941A-4B28-B06D-1FCB72D96FFB}" dt="2026-03-30T16:07:48.961" v="5085" actId="478"/>
          <ac:spMkLst>
            <pc:docMk/>
            <pc:sldMk cId="456374482" sldId="258"/>
            <ac:spMk id="35" creationId="{0DFCA0E1-EA04-5D21-4D31-538492562D37}"/>
          </ac:spMkLst>
        </pc:spChg>
        <pc:spChg chg="add del mod">
          <ac:chgData name="Rodriguez Barcenas Beatriz Adriana" userId="9d0e2705-d1ec-45d6-a10d-58461a4a334f" providerId="ADAL" clId="{812CDC9A-941A-4B28-B06D-1FCB72D96FFB}" dt="2026-03-30T16:07:44.837" v="5084" actId="478"/>
          <ac:spMkLst>
            <pc:docMk/>
            <pc:sldMk cId="456374482" sldId="258"/>
            <ac:spMk id="38" creationId="{11208DB5-0C15-8E2C-A216-0A860B3951B4}"/>
          </ac:spMkLst>
        </pc:spChg>
        <pc:spChg chg="add del mod">
          <ac:chgData name="Rodriguez Barcenas Beatriz Adriana" userId="9d0e2705-d1ec-45d6-a10d-58461a4a334f" providerId="ADAL" clId="{812CDC9A-941A-4B28-B06D-1FCB72D96FFB}" dt="2026-03-30T16:07:48.961" v="5085" actId="478"/>
          <ac:spMkLst>
            <pc:docMk/>
            <pc:sldMk cId="456374482" sldId="258"/>
            <ac:spMk id="41" creationId="{01FA06EB-D773-E067-A550-958213AE4C08}"/>
          </ac:spMkLst>
        </pc:spChg>
        <pc:spChg chg="add del mod">
          <ac:chgData name="Rodriguez Barcenas Beatriz Adriana" userId="9d0e2705-d1ec-45d6-a10d-58461a4a334f" providerId="ADAL" clId="{812CDC9A-941A-4B28-B06D-1FCB72D96FFB}" dt="2026-03-30T16:07:44.837" v="5084" actId="478"/>
          <ac:spMkLst>
            <pc:docMk/>
            <pc:sldMk cId="456374482" sldId="258"/>
            <ac:spMk id="43" creationId="{5C77977B-F251-E785-C4F1-041F1DB079F9}"/>
          </ac:spMkLst>
        </pc:spChg>
        <pc:spChg chg="add del mod">
          <ac:chgData name="Rodriguez Barcenas Beatriz Adriana" userId="9d0e2705-d1ec-45d6-a10d-58461a4a334f" providerId="ADAL" clId="{812CDC9A-941A-4B28-B06D-1FCB72D96FFB}" dt="2026-03-30T16:07:44.837" v="5084" actId="478"/>
          <ac:spMkLst>
            <pc:docMk/>
            <pc:sldMk cId="456374482" sldId="258"/>
            <ac:spMk id="47" creationId="{FF4D6CDA-287A-B9CF-1939-CD286C18AD02}"/>
          </ac:spMkLst>
        </pc:spChg>
        <pc:spChg chg="add del mod">
          <ac:chgData name="Rodriguez Barcenas Beatriz Adriana" userId="9d0e2705-d1ec-45d6-a10d-58461a4a334f" providerId="ADAL" clId="{812CDC9A-941A-4B28-B06D-1FCB72D96FFB}" dt="2026-03-30T16:07:48.961" v="5085" actId="478"/>
          <ac:spMkLst>
            <pc:docMk/>
            <pc:sldMk cId="456374482" sldId="258"/>
            <ac:spMk id="49" creationId="{17885805-6CCB-65F3-988C-B9794A18EFDD}"/>
          </ac:spMkLst>
        </pc:spChg>
        <pc:spChg chg="add del mod">
          <ac:chgData name="Rodriguez Barcenas Beatriz Adriana" userId="9d0e2705-d1ec-45d6-a10d-58461a4a334f" providerId="ADAL" clId="{812CDC9A-941A-4B28-B06D-1FCB72D96FFB}" dt="2026-03-30T16:07:44.837" v="5084" actId="478"/>
          <ac:spMkLst>
            <pc:docMk/>
            <pc:sldMk cId="456374482" sldId="258"/>
            <ac:spMk id="50" creationId="{87F08DF6-2E27-E32A-87E8-CA14B032E76E}"/>
          </ac:spMkLst>
        </pc:spChg>
        <pc:spChg chg="add del mod">
          <ac:chgData name="Rodriguez Barcenas Beatriz Adriana" userId="9d0e2705-d1ec-45d6-a10d-58461a4a334f" providerId="ADAL" clId="{812CDC9A-941A-4B28-B06D-1FCB72D96FFB}" dt="2026-03-30T16:07:44.837" v="5084" actId="478"/>
          <ac:spMkLst>
            <pc:docMk/>
            <pc:sldMk cId="456374482" sldId="258"/>
            <ac:spMk id="51" creationId="{45F8DF83-2CF7-EFB8-21CA-2B82488A4D71}"/>
          </ac:spMkLst>
        </pc:spChg>
        <pc:spChg chg="add del mod">
          <ac:chgData name="Rodriguez Barcenas Beatriz Adriana" userId="9d0e2705-d1ec-45d6-a10d-58461a4a334f" providerId="ADAL" clId="{812CDC9A-941A-4B28-B06D-1FCB72D96FFB}" dt="2026-03-30T16:07:44.837" v="5084" actId="478"/>
          <ac:spMkLst>
            <pc:docMk/>
            <pc:sldMk cId="456374482" sldId="258"/>
            <ac:spMk id="53" creationId="{4A75FD59-BCDD-8625-E507-09B86030C902}"/>
          </ac:spMkLst>
        </pc:spChg>
        <pc:spChg chg="add del mod">
          <ac:chgData name="Rodriguez Barcenas Beatriz Adriana" userId="9d0e2705-d1ec-45d6-a10d-58461a4a334f" providerId="ADAL" clId="{812CDC9A-941A-4B28-B06D-1FCB72D96FFB}" dt="2026-03-30T16:07:44.837" v="5084" actId="478"/>
          <ac:spMkLst>
            <pc:docMk/>
            <pc:sldMk cId="456374482" sldId="258"/>
            <ac:spMk id="57" creationId="{B29FBE61-8C70-8C63-D818-DFF261526BB6}"/>
          </ac:spMkLst>
        </pc:spChg>
        <pc:spChg chg="add del mod">
          <ac:chgData name="Rodriguez Barcenas Beatriz Adriana" userId="9d0e2705-d1ec-45d6-a10d-58461a4a334f" providerId="ADAL" clId="{812CDC9A-941A-4B28-B06D-1FCB72D96FFB}" dt="2026-03-30T16:07:48.961" v="5085" actId="478"/>
          <ac:spMkLst>
            <pc:docMk/>
            <pc:sldMk cId="456374482" sldId="258"/>
            <ac:spMk id="58" creationId="{2379BE6C-162A-5764-6E48-1DE8C8D0EFE7}"/>
          </ac:spMkLst>
        </pc:spChg>
        <pc:spChg chg="mod">
          <ac:chgData name="Rodriguez Barcenas Beatriz Adriana" userId="9d0e2705-d1ec-45d6-a10d-58461a4a334f" providerId="ADAL" clId="{812CDC9A-941A-4B28-B06D-1FCB72D96FFB}" dt="2026-03-30T16:06:41.152" v="5074" actId="404"/>
          <ac:spMkLst>
            <pc:docMk/>
            <pc:sldMk cId="456374482" sldId="258"/>
            <ac:spMk id="261" creationId="{07283218-3E23-D281-2EC9-3CE8DA51E908}"/>
          </ac:spMkLst>
        </pc:spChg>
        <pc:cxnChg chg="add mod">
          <ac:chgData name="Rodriguez Barcenas Beatriz Adriana" userId="9d0e2705-d1ec-45d6-a10d-58461a4a334f" providerId="ADAL" clId="{812CDC9A-941A-4B28-B06D-1FCB72D96FFB}" dt="2026-03-25T22:27:30.399" v="4934" actId="14100"/>
          <ac:cxnSpMkLst>
            <pc:docMk/>
            <pc:sldMk cId="456374482" sldId="258"/>
            <ac:cxnSpMk id="8" creationId="{2163C286-3896-2252-A3A9-D622DE5C25D6}"/>
          </ac:cxnSpMkLst>
        </pc:cxnChg>
        <pc:cxnChg chg="add mod">
          <ac:chgData name="Rodriguez Barcenas Beatriz Adriana" userId="9d0e2705-d1ec-45d6-a10d-58461a4a334f" providerId="ADAL" clId="{812CDC9A-941A-4B28-B06D-1FCB72D96FFB}" dt="2026-03-25T22:27:30.399" v="4934" actId="14100"/>
          <ac:cxnSpMkLst>
            <pc:docMk/>
            <pc:sldMk cId="456374482" sldId="258"/>
            <ac:cxnSpMk id="9" creationId="{C3C25EFE-7262-0D97-AE9E-9B77CFBE09C3}"/>
          </ac:cxnSpMkLst>
        </pc:cxnChg>
        <pc:cxnChg chg="mod">
          <ac:chgData name="Rodriguez Barcenas Beatriz Adriana" userId="9d0e2705-d1ec-45d6-a10d-58461a4a334f" providerId="ADAL" clId="{812CDC9A-941A-4B28-B06D-1FCB72D96FFB}" dt="2026-03-25T20:07:35.891" v="3185" actId="1038"/>
          <ac:cxnSpMkLst>
            <pc:docMk/>
            <pc:sldMk cId="456374482" sldId="258"/>
            <ac:cxnSpMk id="13" creationId="{8CFBAECC-008D-7D9C-88C2-8918D83F8FBB}"/>
          </ac:cxnSpMkLst>
        </pc:cxnChg>
        <pc:cxnChg chg="mod">
          <ac:chgData name="Rodriguez Barcenas Beatriz Adriana" userId="9d0e2705-d1ec-45d6-a10d-58461a4a334f" providerId="ADAL" clId="{812CDC9A-941A-4B28-B06D-1FCB72D96FFB}" dt="2026-03-25T21:54:00.965" v="4511" actId="1038"/>
          <ac:cxnSpMkLst>
            <pc:docMk/>
            <pc:sldMk cId="456374482" sldId="258"/>
            <ac:cxnSpMk id="14" creationId="{D91F3CF3-2065-DF23-B486-AAD3472C6661}"/>
          </ac:cxnSpMkLst>
        </pc:cxnChg>
        <pc:cxnChg chg="mod">
          <ac:chgData name="Rodriguez Barcenas Beatriz Adriana" userId="9d0e2705-d1ec-45d6-a10d-58461a4a334f" providerId="ADAL" clId="{812CDC9A-941A-4B28-B06D-1FCB72D96FFB}" dt="2026-03-25T21:53:57.069" v="4490" actId="1037"/>
          <ac:cxnSpMkLst>
            <pc:docMk/>
            <pc:sldMk cId="456374482" sldId="258"/>
            <ac:cxnSpMk id="15" creationId="{5F75D40F-AC0E-E83F-BD30-5CCA2AD3B2FA}"/>
          </ac:cxnSpMkLst>
        </pc:cxnChg>
        <pc:cxnChg chg="mod">
          <ac:chgData name="Rodriguez Barcenas Beatriz Adriana" userId="9d0e2705-d1ec-45d6-a10d-58461a4a334f" providerId="ADAL" clId="{812CDC9A-941A-4B28-B06D-1FCB72D96FFB}" dt="2026-03-25T21:54:06.845" v="4546" actId="1038"/>
          <ac:cxnSpMkLst>
            <pc:docMk/>
            <pc:sldMk cId="456374482" sldId="258"/>
            <ac:cxnSpMk id="16" creationId="{EB6A592B-BC3E-8B5C-FA54-5FACD425AC2E}"/>
          </ac:cxnSpMkLst>
        </pc:cxnChg>
        <pc:cxnChg chg="add mod">
          <ac:chgData name="Rodriguez Barcenas Beatriz Adriana" userId="9d0e2705-d1ec-45d6-a10d-58461a4a334f" providerId="ADAL" clId="{812CDC9A-941A-4B28-B06D-1FCB72D96FFB}" dt="2026-03-25T21:54:29.191" v="4574" actId="692"/>
          <ac:cxnSpMkLst>
            <pc:docMk/>
            <pc:sldMk cId="456374482" sldId="258"/>
            <ac:cxnSpMk id="18" creationId="{8B31DA96-0495-391A-DD4C-34A1B5A110AA}"/>
          </ac:cxnSpMkLst>
        </pc:cxnChg>
        <pc:cxnChg chg="add mod">
          <ac:chgData name="Rodriguez Barcenas Beatriz Adriana" userId="9d0e2705-d1ec-45d6-a10d-58461a4a334f" providerId="ADAL" clId="{812CDC9A-941A-4B28-B06D-1FCB72D96FFB}" dt="2026-03-25T22:27:30.399" v="4934" actId="14100"/>
          <ac:cxnSpMkLst>
            <pc:docMk/>
            <pc:sldMk cId="456374482" sldId="258"/>
            <ac:cxnSpMk id="25" creationId="{F0E10A76-221D-74C3-C1B0-CA04F3AF87DB}"/>
          </ac:cxnSpMkLst>
        </pc:cxnChg>
        <pc:cxnChg chg="add mod">
          <ac:chgData name="Rodriguez Barcenas Beatriz Adriana" userId="9d0e2705-d1ec-45d6-a10d-58461a4a334f" providerId="ADAL" clId="{812CDC9A-941A-4B28-B06D-1FCB72D96FFB}" dt="2026-03-25T22:27:30.399" v="4934" actId="14100"/>
          <ac:cxnSpMkLst>
            <pc:docMk/>
            <pc:sldMk cId="456374482" sldId="258"/>
            <ac:cxnSpMk id="26" creationId="{CBFC0193-FB30-404A-2465-29FDFBB056A7}"/>
          </ac:cxnSpMkLst>
        </pc:cxnChg>
      </pc:sldChg>
      <pc:sldChg chg="modSp mod">
        <pc:chgData name="Rodriguez Barcenas Beatriz Adriana" userId="9d0e2705-d1ec-45d6-a10d-58461a4a334f" providerId="ADAL" clId="{812CDC9A-941A-4B28-B06D-1FCB72D96FFB}" dt="2026-03-30T16:06:24.033" v="5051" actId="12"/>
        <pc:sldMkLst>
          <pc:docMk/>
          <pc:sldMk cId="1530523345" sldId="270"/>
        </pc:sldMkLst>
        <pc:spChg chg="mod">
          <ac:chgData name="Rodriguez Barcenas Beatriz Adriana" userId="9d0e2705-d1ec-45d6-a10d-58461a4a334f" providerId="ADAL" clId="{812CDC9A-941A-4B28-B06D-1FCB72D96FFB}" dt="2026-03-30T16:05:57.303" v="5047"/>
          <ac:spMkLst>
            <pc:docMk/>
            <pc:sldMk cId="1530523345" sldId="270"/>
            <ac:spMk id="11" creationId="{5079D1B5-39DA-A17E-E874-D9C06961D0EE}"/>
          </ac:spMkLst>
        </pc:spChg>
        <pc:spChg chg="mod">
          <ac:chgData name="Rodriguez Barcenas Beatriz Adriana" userId="9d0e2705-d1ec-45d6-a10d-58461a4a334f" providerId="ADAL" clId="{812CDC9A-941A-4B28-B06D-1FCB72D96FFB}" dt="2026-03-30T16:06:20.533" v="5050" actId="12"/>
          <ac:spMkLst>
            <pc:docMk/>
            <pc:sldMk cId="1530523345" sldId="270"/>
            <ac:spMk id="16" creationId="{CB728A93-DECE-EA2D-9025-C4B1BD67C1A8}"/>
          </ac:spMkLst>
        </pc:spChg>
        <pc:spChg chg="mod">
          <ac:chgData name="Rodriguez Barcenas Beatriz Adriana" userId="9d0e2705-d1ec-45d6-a10d-58461a4a334f" providerId="ADAL" clId="{812CDC9A-941A-4B28-B06D-1FCB72D96FFB}" dt="2026-03-30T16:06:24.033" v="5051" actId="12"/>
          <ac:spMkLst>
            <pc:docMk/>
            <pc:sldMk cId="1530523345" sldId="270"/>
            <ac:spMk id="18" creationId="{6037BFC9-94B9-A0A1-59DB-B234D6CD0E61}"/>
          </ac:spMkLst>
        </pc:spChg>
      </pc:sldChg>
      <pc:sldChg chg="modSp mod">
        <pc:chgData name="Rodriguez Barcenas Beatriz Adriana" userId="9d0e2705-d1ec-45d6-a10d-58461a4a334f" providerId="ADAL" clId="{812CDC9A-941A-4B28-B06D-1FCB72D96FFB}" dt="2026-03-30T16:04:13.350" v="4990" actId="20577"/>
        <pc:sldMkLst>
          <pc:docMk/>
          <pc:sldMk cId="3748555724" sldId="2147482941"/>
        </pc:sldMkLst>
        <pc:spChg chg="mod">
          <ac:chgData name="Rodriguez Barcenas Beatriz Adriana" userId="9d0e2705-d1ec-45d6-a10d-58461a4a334f" providerId="ADAL" clId="{812CDC9A-941A-4B28-B06D-1FCB72D96FFB}" dt="2026-03-07T07:22:34.091" v="185" actId="20577"/>
          <ac:spMkLst>
            <pc:docMk/>
            <pc:sldMk cId="3748555724" sldId="2147482941"/>
            <ac:spMk id="2" creationId="{E9847210-94E5-A154-DA52-73E17453356B}"/>
          </ac:spMkLst>
        </pc:spChg>
        <pc:spChg chg="mod">
          <ac:chgData name="Rodriguez Barcenas Beatriz Adriana" userId="9d0e2705-d1ec-45d6-a10d-58461a4a334f" providerId="ADAL" clId="{812CDC9A-941A-4B28-B06D-1FCB72D96FFB}" dt="2026-03-30T16:04:13.350" v="4990" actId="20577"/>
          <ac:spMkLst>
            <pc:docMk/>
            <pc:sldMk cId="3748555724" sldId="2147482941"/>
            <ac:spMk id="4" creationId="{BCC94514-1502-7445-9201-7BD20CD9B125}"/>
          </ac:spMkLst>
        </pc:spChg>
      </pc:sldChg>
      <pc:sldChg chg="addSp delSp modSp mod">
        <pc:chgData name="Rodriguez Barcenas Beatriz Adriana" userId="9d0e2705-d1ec-45d6-a10d-58461a4a334f" providerId="ADAL" clId="{812CDC9A-941A-4B28-B06D-1FCB72D96FFB}" dt="2026-03-30T16:23:16.988" v="5103" actId="255"/>
        <pc:sldMkLst>
          <pc:docMk/>
          <pc:sldMk cId="2944001035" sldId="2147482945"/>
        </pc:sldMkLst>
        <pc:spChg chg="add mod">
          <ac:chgData name="Rodriguez Barcenas Beatriz Adriana" userId="9d0e2705-d1ec-45d6-a10d-58461a4a334f" providerId="ADAL" clId="{812CDC9A-941A-4B28-B06D-1FCB72D96FFB}" dt="2026-03-30T16:23:16.988" v="5103" actId="255"/>
          <ac:spMkLst>
            <pc:docMk/>
            <pc:sldMk cId="2944001035" sldId="2147482945"/>
            <ac:spMk id="2" creationId="{26556BDD-D6EE-CB29-8EBE-F10B90AD91DC}"/>
          </ac:spMkLst>
        </pc:spChg>
        <pc:spChg chg="mod">
          <ac:chgData name="Rodriguez Barcenas Beatriz Adriana" userId="9d0e2705-d1ec-45d6-a10d-58461a4a334f" providerId="ADAL" clId="{812CDC9A-941A-4B28-B06D-1FCB72D96FFB}" dt="2026-03-10T02:36:09.645" v="2452" actId="1076"/>
          <ac:spMkLst>
            <pc:docMk/>
            <pc:sldMk cId="2944001035" sldId="2147482945"/>
            <ac:spMk id="3" creationId="{8B80DD89-91A3-35BF-46F8-436A28D7C493}"/>
          </ac:spMkLst>
        </pc:spChg>
        <pc:spChg chg="add mod">
          <ac:chgData name="Rodriguez Barcenas Beatriz Adriana" userId="9d0e2705-d1ec-45d6-a10d-58461a4a334f" providerId="ADAL" clId="{812CDC9A-941A-4B28-B06D-1FCB72D96FFB}" dt="2026-03-30T16:23:16.988" v="5103" actId="255"/>
          <ac:spMkLst>
            <pc:docMk/>
            <pc:sldMk cId="2944001035" sldId="2147482945"/>
            <ac:spMk id="4" creationId="{EC81B558-E5CB-5883-53C6-64D6AE0ECAB1}"/>
          </ac:spMkLst>
        </pc:spChg>
        <pc:spChg chg="add mod">
          <ac:chgData name="Rodriguez Barcenas Beatriz Adriana" userId="9d0e2705-d1ec-45d6-a10d-58461a4a334f" providerId="ADAL" clId="{812CDC9A-941A-4B28-B06D-1FCB72D96FFB}" dt="2026-03-30T16:23:16.988" v="5103" actId="255"/>
          <ac:spMkLst>
            <pc:docMk/>
            <pc:sldMk cId="2944001035" sldId="2147482945"/>
            <ac:spMk id="5" creationId="{5DF529FD-B6C4-4983-2BBD-7082564AB2A8}"/>
          </ac:spMkLst>
        </pc:spChg>
        <pc:spChg chg="add mod">
          <ac:chgData name="Rodriguez Barcenas Beatriz Adriana" userId="9d0e2705-d1ec-45d6-a10d-58461a4a334f" providerId="ADAL" clId="{812CDC9A-941A-4B28-B06D-1FCB72D96FFB}" dt="2026-03-30T16:23:16.988" v="5103" actId="255"/>
          <ac:spMkLst>
            <pc:docMk/>
            <pc:sldMk cId="2944001035" sldId="2147482945"/>
            <ac:spMk id="6" creationId="{449EA707-9460-C8EC-3ECD-C3DC35E7B74E}"/>
          </ac:spMkLst>
        </pc:spChg>
        <pc:spChg chg="add mod">
          <ac:chgData name="Rodriguez Barcenas Beatriz Adriana" userId="9d0e2705-d1ec-45d6-a10d-58461a4a334f" providerId="ADAL" clId="{812CDC9A-941A-4B28-B06D-1FCB72D96FFB}" dt="2026-03-30T16:23:16.988" v="5103" actId="255"/>
          <ac:spMkLst>
            <pc:docMk/>
            <pc:sldMk cId="2944001035" sldId="2147482945"/>
            <ac:spMk id="7" creationId="{A89D09B8-BE7A-4A45-EB27-1DE318E563FB}"/>
          </ac:spMkLst>
        </pc:spChg>
        <pc:spChg chg="mod">
          <ac:chgData name="Rodriguez Barcenas Beatriz Adriana" userId="9d0e2705-d1ec-45d6-a10d-58461a4a334f" providerId="ADAL" clId="{812CDC9A-941A-4B28-B06D-1FCB72D96FFB}" dt="2026-03-30T16:22:12.516" v="5086"/>
          <ac:spMkLst>
            <pc:docMk/>
            <pc:sldMk cId="2944001035" sldId="2147482945"/>
            <ac:spMk id="8" creationId="{35769B02-838B-10EC-DB8D-8A4ED180CC34}"/>
          </ac:spMkLst>
        </pc:spChg>
        <pc:spChg chg="add mod">
          <ac:chgData name="Rodriguez Barcenas Beatriz Adriana" userId="9d0e2705-d1ec-45d6-a10d-58461a4a334f" providerId="ADAL" clId="{812CDC9A-941A-4B28-B06D-1FCB72D96FFB}" dt="2026-03-30T16:23:16.988" v="5103" actId="255"/>
          <ac:spMkLst>
            <pc:docMk/>
            <pc:sldMk cId="2944001035" sldId="2147482945"/>
            <ac:spMk id="10" creationId="{D0EDDB1D-E6AF-D645-DD81-290902B1A103}"/>
          </ac:spMkLst>
        </pc:spChg>
        <pc:spChg chg="add mod">
          <ac:chgData name="Rodriguez Barcenas Beatriz Adriana" userId="9d0e2705-d1ec-45d6-a10d-58461a4a334f" providerId="ADAL" clId="{812CDC9A-941A-4B28-B06D-1FCB72D96FFB}" dt="2026-03-25T20:35:51.461" v="3875" actId="14100"/>
          <ac:spMkLst>
            <pc:docMk/>
            <pc:sldMk cId="2944001035" sldId="2147482945"/>
            <ac:spMk id="57" creationId="{76B4E10F-C551-0C56-EA0C-EBB9F8115B10}"/>
          </ac:spMkLst>
        </pc:spChg>
        <pc:spChg chg="add mod">
          <ac:chgData name="Rodriguez Barcenas Beatriz Adriana" userId="9d0e2705-d1ec-45d6-a10d-58461a4a334f" providerId="ADAL" clId="{812CDC9A-941A-4B28-B06D-1FCB72D96FFB}" dt="2026-03-25T20:35:54.654" v="3876" actId="14100"/>
          <ac:spMkLst>
            <pc:docMk/>
            <pc:sldMk cId="2944001035" sldId="2147482945"/>
            <ac:spMk id="58" creationId="{DFA23498-B8FF-3E9E-261E-E9A99B9530E1}"/>
          </ac:spMkLst>
        </pc:spChg>
        <pc:spChg chg="mod">
          <ac:chgData name="Rodriguez Barcenas Beatriz Adriana" userId="9d0e2705-d1ec-45d6-a10d-58461a4a334f" providerId="ADAL" clId="{812CDC9A-941A-4B28-B06D-1FCB72D96FFB}" dt="2026-03-25T20:36:28.587" v="3904" actId="14100"/>
          <ac:spMkLst>
            <pc:docMk/>
            <pc:sldMk cId="2944001035" sldId="2147482945"/>
            <ac:spMk id="59" creationId="{9C39A803-E9D0-AE97-C40E-B0BB62CEBBCF}"/>
          </ac:spMkLst>
        </pc:spChg>
        <pc:spChg chg="mod">
          <ac:chgData name="Rodriguez Barcenas Beatriz Adriana" userId="9d0e2705-d1ec-45d6-a10d-58461a4a334f" providerId="ADAL" clId="{812CDC9A-941A-4B28-B06D-1FCB72D96FFB}" dt="2026-03-09T10:29:49.684" v="1803" actId="1037"/>
          <ac:spMkLst>
            <pc:docMk/>
            <pc:sldMk cId="2944001035" sldId="2147482945"/>
            <ac:spMk id="60" creationId="{E1FE4831-9D8F-BE77-6CC0-72B0BC9C2214}"/>
          </ac:spMkLst>
        </pc:spChg>
        <pc:spChg chg="mod">
          <ac:chgData name="Rodriguez Barcenas Beatriz Adriana" userId="9d0e2705-d1ec-45d6-a10d-58461a4a334f" providerId="ADAL" clId="{812CDC9A-941A-4B28-B06D-1FCB72D96FFB}" dt="2026-03-09T10:29:54.630" v="1836" actId="1037"/>
          <ac:spMkLst>
            <pc:docMk/>
            <pc:sldMk cId="2944001035" sldId="2147482945"/>
            <ac:spMk id="61" creationId="{21345EEA-FE5F-8CFE-4E7B-6895E5872A9C}"/>
          </ac:spMkLst>
        </pc:spChg>
        <pc:spChg chg="mod">
          <ac:chgData name="Rodriguez Barcenas Beatriz Adriana" userId="9d0e2705-d1ec-45d6-a10d-58461a4a334f" providerId="ADAL" clId="{812CDC9A-941A-4B28-B06D-1FCB72D96FFB}" dt="2026-03-25T20:36:16.020" v="3878" actId="14100"/>
          <ac:spMkLst>
            <pc:docMk/>
            <pc:sldMk cId="2944001035" sldId="2147482945"/>
            <ac:spMk id="62" creationId="{FB3CB5BB-6E04-846F-FBBD-8CB6B62B48DC}"/>
          </ac:spMkLst>
        </pc:spChg>
        <pc:spChg chg="add mod">
          <ac:chgData name="Rodriguez Barcenas Beatriz Adriana" userId="9d0e2705-d1ec-45d6-a10d-58461a4a334f" providerId="ADAL" clId="{812CDC9A-941A-4B28-B06D-1FCB72D96FFB}" dt="2026-03-25T20:36:22.980" v="3903" actId="1038"/>
          <ac:spMkLst>
            <pc:docMk/>
            <pc:sldMk cId="2944001035" sldId="2147482945"/>
            <ac:spMk id="63" creationId="{013C3E41-8533-A376-95B8-154ACECD76F9}"/>
          </ac:spMkLst>
        </pc:spChg>
        <pc:spChg chg="mod">
          <ac:chgData name="Rodriguez Barcenas Beatriz Adriana" userId="9d0e2705-d1ec-45d6-a10d-58461a4a334f" providerId="ADAL" clId="{812CDC9A-941A-4B28-B06D-1FCB72D96FFB}" dt="2026-03-25T20:36:28.587" v="3904" actId="14100"/>
          <ac:spMkLst>
            <pc:docMk/>
            <pc:sldMk cId="2944001035" sldId="2147482945"/>
            <ac:spMk id="64" creationId="{73C07C05-BCF8-B968-F9E9-B81F2BF448F6}"/>
          </ac:spMkLst>
        </pc:spChg>
        <pc:spChg chg="add mod">
          <ac:chgData name="Rodriguez Barcenas Beatriz Adriana" userId="9d0e2705-d1ec-45d6-a10d-58461a4a334f" providerId="ADAL" clId="{812CDC9A-941A-4B28-B06D-1FCB72D96FFB}" dt="2026-03-25T20:36:16.020" v="3878" actId="14100"/>
          <ac:spMkLst>
            <pc:docMk/>
            <pc:sldMk cId="2944001035" sldId="2147482945"/>
            <ac:spMk id="65" creationId="{8A80BF0C-3322-5528-84E9-60773F3CDC2B}"/>
          </ac:spMkLst>
        </pc:spChg>
        <pc:spChg chg="mod">
          <ac:chgData name="Rodriguez Barcenas Beatriz Adriana" userId="9d0e2705-d1ec-45d6-a10d-58461a4a334f" providerId="ADAL" clId="{812CDC9A-941A-4B28-B06D-1FCB72D96FFB}" dt="2026-03-25T20:36:22.980" v="3903" actId="1038"/>
          <ac:spMkLst>
            <pc:docMk/>
            <pc:sldMk cId="2944001035" sldId="2147482945"/>
            <ac:spMk id="66" creationId="{FD8C14BA-4A46-CBDD-C6A5-222F54DCB334}"/>
          </ac:spMkLst>
        </pc:spChg>
        <pc:spChg chg="mod">
          <ac:chgData name="Rodriguez Barcenas Beatriz Adriana" userId="9d0e2705-d1ec-45d6-a10d-58461a4a334f" providerId="ADAL" clId="{812CDC9A-941A-4B28-B06D-1FCB72D96FFB}" dt="2026-03-25T20:36:28.587" v="3904" actId="14100"/>
          <ac:spMkLst>
            <pc:docMk/>
            <pc:sldMk cId="2944001035" sldId="2147482945"/>
            <ac:spMk id="67" creationId="{531F763A-86B3-AD2A-94E9-E9EE7C55B0F5}"/>
          </ac:spMkLst>
        </pc:spChg>
        <pc:spChg chg="add mod">
          <ac:chgData name="Rodriguez Barcenas Beatriz Adriana" userId="9d0e2705-d1ec-45d6-a10d-58461a4a334f" providerId="ADAL" clId="{812CDC9A-941A-4B28-B06D-1FCB72D96FFB}" dt="2026-03-25T20:36:16.020" v="3878" actId="14100"/>
          <ac:spMkLst>
            <pc:docMk/>
            <pc:sldMk cId="2944001035" sldId="2147482945"/>
            <ac:spMk id="68" creationId="{5DD6C0FD-F1C7-E78F-B3C0-E7DF989CAD1A}"/>
          </ac:spMkLst>
        </pc:spChg>
        <pc:spChg chg="mod">
          <ac:chgData name="Rodriguez Barcenas Beatriz Adriana" userId="9d0e2705-d1ec-45d6-a10d-58461a4a334f" providerId="ADAL" clId="{812CDC9A-941A-4B28-B06D-1FCB72D96FFB}" dt="2026-03-25T20:36:22.980" v="3903" actId="1038"/>
          <ac:spMkLst>
            <pc:docMk/>
            <pc:sldMk cId="2944001035" sldId="2147482945"/>
            <ac:spMk id="69" creationId="{E1B1A847-EA35-9D0C-8206-010EE4D63B47}"/>
          </ac:spMkLst>
        </pc:spChg>
        <pc:spChg chg="add mod">
          <ac:chgData name="Rodriguez Barcenas Beatriz Adriana" userId="9d0e2705-d1ec-45d6-a10d-58461a4a334f" providerId="ADAL" clId="{812CDC9A-941A-4B28-B06D-1FCB72D96FFB}" dt="2026-03-25T20:36:28.587" v="3904" actId="14100"/>
          <ac:spMkLst>
            <pc:docMk/>
            <pc:sldMk cId="2944001035" sldId="2147482945"/>
            <ac:spMk id="70" creationId="{AD4C895D-B746-275C-09BB-27F322E2835A}"/>
          </ac:spMkLst>
        </pc:spChg>
        <pc:spChg chg="add mod">
          <ac:chgData name="Rodriguez Barcenas Beatriz Adriana" userId="9d0e2705-d1ec-45d6-a10d-58461a4a334f" providerId="ADAL" clId="{812CDC9A-941A-4B28-B06D-1FCB72D96FFB}" dt="2026-03-25T20:36:16.020" v="3878" actId="14100"/>
          <ac:spMkLst>
            <pc:docMk/>
            <pc:sldMk cId="2944001035" sldId="2147482945"/>
            <ac:spMk id="71" creationId="{2DB2D4E6-953F-0472-E08E-0343B1EFD171}"/>
          </ac:spMkLst>
        </pc:spChg>
        <pc:spChg chg="add mod">
          <ac:chgData name="Rodriguez Barcenas Beatriz Adriana" userId="9d0e2705-d1ec-45d6-a10d-58461a4a334f" providerId="ADAL" clId="{812CDC9A-941A-4B28-B06D-1FCB72D96FFB}" dt="2026-03-25T20:36:22.980" v="3903" actId="1038"/>
          <ac:spMkLst>
            <pc:docMk/>
            <pc:sldMk cId="2944001035" sldId="2147482945"/>
            <ac:spMk id="72" creationId="{5B4FDDA6-4FBE-7090-8C12-D2D765B5B191}"/>
          </ac:spMkLst>
        </pc:spChg>
        <pc:spChg chg="add mod">
          <ac:chgData name="Rodriguez Barcenas Beatriz Adriana" userId="9d0e2705-d1ec-45d6-a10d-58461a4a334f" providerId="ADAL" clId="{812CDC9A-941A-4B28-B06D-1FCB72D96FFB}" dt="2026-03-25T20:36:28.587" v="3904" actId="14100"/>
          <ac:spMkLst>
            <pc:docMk/>
            <pc:sldMk cId="2944001035" sldId="2147482945"/>
            <ac:spMk id="73" creationId="{BE28F30B-A771-32DF-29C1-3158D124F8B5}"/>
          </ac:spMkLst>
        </pc:spChg>
        <pc:spChg chg="mod">
          <ac:chgData name="Rodriguez Barcenas Beatriz Adriana" userId="9d0e2705-d1ec-45d6-a10d-58461a4a334f" providerId="ADAL" clId="{812CDC9A-941A-4B28-B06D-1FCB72D96FFB}" dt="2026-03-25T20:36:16.020" v="3878" actId="14100"/>
          <ac:spMkLst>
            <pc:docMk/>
            <pc:sldMk cId="2944001035" sldId="2147482945"/>
            <ac:spMk id="74" creationId="{0E4F1F5C-4815-C42D-4A51-1460F838CEC5}"/>
          </ac:spMkLst>
        </pc:spChg>
        <pc:spChg chg="add mod">
          <ac:chgData name="Rodriguez Barcenas Beatriz Adriana" userId="9d0e2705-d1ec-45d6-a10d-58461a4a334f" providerId="ADAL" clId="{812CDC9A-941A-4B28-B06D-1FCB72D96FFB}" dt="2026-03-25T20:36:22.980" v="3903" actId="1038"/>
          <ac:spMkLst>
            <pc:docMk/>
            <pc:sldMk cId="2944001035" sldId="2147482945"/>
            <ac:spMk id="75" creationId="{44E95411-248D-7909-92EC-4A8FCAAE692D}"/>
          </ac:spMkLst>
        </pc:spChg>
        <pc:cxnChg chg="add mod">
          <ac:chgData name="Rodriguez Barcenas Beatriz Adriana" userId="9d0e2705-d1ec-45d6-a10d-58461a4a334f" providerId="ADAL" clId="{812CDC9A-941A-4B28-B06D-1FCB72D96FFB}" dt="2026-03-25T20:36:56.962" v="4039" actId="1038"/>
          <ac:cxnSpMkLst>
            <pc:docMk/>
            <pc:sldMk cId="2944001035" sldId="2147482945"/>
            <ac:cxnSpMk id="11" creationId="{60651784-56FD-8241-617B-6E76C22FB8D1}"/>
          </ac:cxnSpMkLst>
        </pc:cxnChg>
        <pc:cxnChg chg="add mod">
          <ac:chgData name="Rodriguez Barcenas Beatriz Adriana" userId="9d0e2705-d1ec-45d6-a10d-58461a4a334f" providerId="ADAL" clId="{812CDC9A-941A-4B28-B06D-1FCB72D96FFB}" dt="2026-03-25T20:37:02.077" v="4066" actId="1037"/>
          <ac:cxnSpMkLst>
            <pc:docMk/>
            <pc:sldMk cId="2944001035" sldId="2147482945"/>
            <ac:cxnSpMk id="12" creationId="{567104B3-C821-D667-4CBD-8B21FA9AF152}"/>
          </ac:cxnSpMkLst>
        </pc:cxnChg>
        <pc:cxnChg chg="add mod">
          <ac:chgData name="Rodriguez Barcenas Beatriz Adriana" userId="9d0e2705-d1ec-45d6-a10d-58461a4a334f" providerId="ADAL" clId="{812CDC9A-941A-4B28-B06D-1FCB72D96FFB}" dt="2026-03-25T20:36:46.051" v="3988" actId="1037"/>
          <ac:cxnSpMkLst>
            <pc:docMk/>
            <pc:sldMk cId="2944001035" sldId="2147482945"/>
            <ac:cxnSpMk id="13" creationId="{524925C4-602D-AB3B-B22D-780F9C87937E}"/>
          </ac:cxnSpMkLst>
        </pc:cxnChg>
        <pc:cxnChg chg="add mod">
          <ac:chgData name="Rodriguez Barcenas Beatriz Adriana" userId="9d0e2705-d1ec-45d6-a10d-58461a4a334f" providerId="ADAL" clId="{812CDC9A-941A-4B28-B06D-1FCB72D96FFB}" dt="2026-03-25T20:36:39.536" v="3959" actId="1038"/>
          <ac:cxnSpMkLst>
            <pc:docMk/>
            <pc:sldMk cId="2944001035" sldId="2147482945"/>
            <ac:cxnSpMk id="14" creationId="{8654B92E-C880-E9EC-A05B-E8FCF772E3E0}"/>
          </ac:cxnSpMkLst>
        </pc:cxnChg>
        <pc:cxnChg chg="add mod">
          <ac:chgData name="Rodriguez Barcenas Beatriz Adriana" userId="9d0e2705-d1ec-45d6-a10d-58461a4a334f" providerId="ADAL" clId="{812CDC9A-941A-4B28-B06D-1FCB72D96FFB}" dt="2026-03-25T20:36:33.810" v="3932" actId="1037"/>
          <ac:cxnSpMkLst>
            <pc:docMk/>
            <pc:sldMk cId="2944001035" sldId="2147482945"/>
            <ac:cxnSpMk id="15" creationId="{AC041544-EA10-DD8E-B078-2C08451FBC39}"/>
          </ac:cxnSpMkLst>
        </pc:cxnChg>
        <pc:cxnChg chg="mod">
          <ac:chgData name="Rodriguez Barcenas Beatriz Adriana" userId="9d0e2705-d1ec-45d6-a10d-58461a4a334f" providerId="ADAL" clId="{812CDC9A-941A-4B28-B06D-1FCB72D96FFB}" dt="2026-03-25T20:36:52.100" v="4016" actId="1037"/>
          <ac:cxnSpMkLst>
            <pc:docMk/>
            <pc:sldMk cId="2944001035" sldId="2147482945"/>
            <ac:cxnSpMk id="77" creationId="{4402E3D7-DDAA-EC27-11C0-19F04A1739F3}"/>
          </ac:cxnSpMkLst>
        </pc:cxnChg>
      </pc:sldChg>
      <pc:sldChg chg="addSp delSp modSp mod">
        <pc:chgData name="Rodriguez Barcenas Beatriz Adriana" userId="9d0e2705-d1ec-45d6-a10d-58461a4a334f" providerId="ADAL" clId="{812CDC9A-941A-4B28-B06D-1FCB72D96FFB}" dt="2026-03-30T16:05:12.152" v="5046" actId="403"/>
        <pc:sldMkLst>
          <pc:docMk/>
          <pc:sldMk cId="679105534" sldId="2147482948"/>
        </pc:sldMkLst>
        <pc:spChg chg="mod">
          <ac:chgData name="Rodriguez Barcenas Beatriz Adriana" userId="9d0e2705-d1ec-45d6-a10d-58461a4a334f" providerId="ADAL" clId="{812CDC9A-941A-4B28-B06D-1FCB72D96FFB}" dt="2026-03-30T16:04:30.790" v="5016" actId="20577"/>
          <ac:spMkLst>
            <pc:docMk/>
            <pc:sldMk cId="679105534" sldId="2147482948"/>
            <ac:spMk id="46" creationId="{BF4FBAF8-EEF3-881A-D787-8647C59DBF10}"/>
          </ac:spMkLst>
        </pc:spChg>
        <pc:spChg chg="mod">
          <ac:chgData name="Rodriguez Barcenas Beatriz Adriana" userId="9d0e2705-d1ec-45d6-a10d-58461a4a334f" providerId="ADAL" clId="{812CDC9A-941A-4B28-B06D-1FCB72D96FFB}" dt="2026-03-30T16:05:12.152" v="5046" actId="403"/>
          <ac:spMkLst>
            <pc:docMk/>
            <pc:sldMk cId="679105534" sldId="2147482948"/>
            <ac:spMk id="54" creationId="{C7C6C5F9-CD84-5062-30F4-5D3F11BAFC67}"/>
          </ac:spMkLst>
        </pc:spChg>
        <pc:spChg chg="mod">
          <ac:chgData name="Rodriguez Barcenas Beatriz Adriana" userId="9d0e2705-d1ec-45d6-a10d-58461a4a334f" providerId="ADAL" clId="{812CDC9A-941A-4B28-B06D-1FCB72D96FFB}" dt="2026-03-30T16:04:40.452" v="5018" actId="20577"/>
          <ac:spMkLst>
            <pc:docMk/>
            <pc:sldMk cId="679105534" sldId="2147482948"/>
            <ac:spMk id="56" creationId="{10AE335B-E5D2-A6A7-EFF5-4DBB7DACAAF6}"/>
          </ac:spMkLst>
        </pc:spChg>
      </pc:sldChg>
      <pc:sldChg chg="modSp mod">
        <pc:chgData name="Rodriguez Barcenas Beatriz Adriana" userId="9d0e2705-d1ec-45d6-a10d-58461a4a334f" providerId="ADAL" clId="{812CDC9A-941A-4B28-B06D-1FCB72D96FFB}" dt="2026-03-07T07:38:30.973" v="690" actId="20577"/>
        <pc:sldMkLst>
          <pc:docMk/>
          <pc:sldMk cId="3429756509" sldId="2147482951"/>
        </pc:sldMkLst>
        <pc:spChg chg="mod">
          <ac:chgData name="Rodriguez Barcenas Beatriz Adriana" userId="9d0e2705-d1ec-45d6-a10d-58461a4a334f" providerId="ADAL" clId="{812CDC9A-941A-4B28-B06D-1FCB72D96FFB}" dt="2026-03-07T07:38:30.973" v="690" actId="20577"/>
          <ac:spMkLst>
            <pc:docMk/>
            <pc:sldMk cId="3429756509" sldId="2147482951"/>
            <ac:spMk id="2" creationId="{1D08F26C-A573-6591-62BD-A45EB58DF6FC}"/>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_rels/notesMaster10.xml.rels><?xml version="1.0" encoding="UTF-8" standalone="yes"?>
<Relationships xmlns="http://schemas.openxmlformats.org/package/2006/relationships"><Relationship Id="rId1" Type="http://schemas.openxmlformats.org/officeDocument/2006/relationships/theme" Target="../theme/theme3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4A7176-A95D-4D50-82E7-E0B1E4CABA86}" type="datetimeFigureOut">
              <a:rPr lang="es-MX" smtClean="0"/>
              <a:t>30/03/2026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9E531-8228-4869-972C-A1A5C4B76845}" type="slidenum">
              <a:rPr lang="es-MX" smtClean="0"/>
              <a:t>‹Nº›</a:t>
            </a:fld>
            <a:endParaRPr lang="es-MX"/>
          </a:p>
        </p:txBody>
      </p:sp>
    </p:spTree>
    <p:extLst>
      <p:ext uri="{BB962C8B-B14F-4D97-AF65-F5344CB8AC3E}">
        <p14:creationId xmlns:p14="http://schemas.microsoft.com/office/powerpoint/2010/main" val="1131787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Masters/notesMaster10.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4A7176-A95D-4D50-82E7-E0B1E4CABA86}" type="datetimeFigureOut">
              <a:rPr lang="es-MX" smtClean="0"/>
              <a:t>24/02/2026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29E531-8228-4869-972C-A1A5C4B76845}" type="slidenum">
              <a:rPr lang="es-MX" smtClean="0"/>
              <a:t>‹#›</a:t>
            </a:fld>
            <a:endParaRPr lang="es-MX"/>
          </a:p>
        </p:txBody>
      </p:sp>
    </p:spTree>
    <p:extLst>
      <p:ext uri="{BB962C8B-B14F-4D97-AF65-F5344CB8AC3E}">
        <p14:creationId xmlns:p14="http://schemas.microsoft.com/office/powerpoint/2010/main" val="11317873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0.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s-MX"/>
          </a:p>
        </p:txBody>
      </p:sp>
      <p:sp>
        <p:nvSpPr>
          <p:cNvPr id="4" name="Marcador de número de diapositiva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A36E3-0F32-4CDF-BBED-32E550B3028C}"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43608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a:t>Modificada </a:t>
            </a:r>
          </a:p>
        </p:txBody>
      </p:sp>
      <p:sp>
        <p:nvSpPr>
          <p:cNvPr id="4" name="Marcador de número de diapositiva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40AC6A2-8D51-4349-96A8-60576A5CA0ED}" type="slidenum">
              <a:rPr kumimoji="0" lang="es-MX"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s-MX"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838841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3F73-B9DA-EB27-DB45-EA0D369E84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678497-9A1A-3833-6860-F6A9A7A4521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76D01B-4C85-41B7-98C1-E1175F838CD8}"/>
              </a:ext>
            </a:extLst>
          </p:cNvPr>
          <p:cNvSpPr>
            <a:spLocks noGrp="1"/>
          </p:cNvSpPr>
          <p:nvPr>
            <p:ph type="body" idx="1"/>
          </p:nvPr>
        </p:nvSpPr>
        <p:spPr/>
        <p:txBody>
          <a:bodyPr/>
          <a:lstStyle/>
          <a:p>
            <a:endParaRPr lang="es-419"/>
          </a:p>
        </p:txBody>
      </p:sp>
      <p:sp>
        <p:nvSpPr>
          <p:cNvPr id="4" name="Marcador de número de diapositiva 3">
            <a:extLst>
              <a:ext uri="{FF2B5EF4-FFF2-40B4-BE49-F238E27FC236}">
                <a16:creationId xmlns:a16="http://schemas.microsoft.com/office/drawing/2014/main" id="{1928DB27-8656-FFFA-5205-AD5C86DCC4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0449E8-F686-473D-9BB1-B67C571B50A0}"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27601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fontAlgn="t"/>
            <a:r>
              <a:rPr lang="es-MX" sz="1200" b="1" i="0" kern="1200">
                <a:solidFill>
                  <a:schemeClr val="tx1"/>
                </a:solidFill>
                <a:effectLst/>
                <a:latin typeface="+mn-lt"/>
                <a:ea typeface="+mn-ea"/>
                <a:cs typeface="+mn-cs"/>
              </a:rPr>
              <a:t>¿Tu Descripción de Puesto y el funciograma de tu área reflejan con precisión las actividades y responsabilidades que realmente realizas en el día a día (TO BE)?</a:t>
            </a:r>
            <a:endParaRPr lang="es-MX" sz="1200" b="0" i="0" kern="1200">
              <a:solidFill>
                <a:schemeClr val="tx1"/>
              </a:solidFill>
              <a:effectLst/>
              <a:latin typeface="+mn-lt"/>
              <a:ea typeface="+mn-ea"/>
              <a:cs typeface="+mn-cs"/>
            </a:endParaRPr>
          </a:p>
          <a:p>
            <a:pPr fontAlgn="t"/>
            <a:r>
              <a:rPr lang="es-MX" sz="1200" b="1" i="0" kern="1200">
                <a:solidFill>
                  <a:schemeClr val="tx1"/>
                </a:solidFill>
                <a:effectLst/>
                <a:latin typeface="+mn-lt"/>
                <a:ea typeface="+mn-ea"/>
                <a:cs typeface="+mn-cs"/>
              </a:rPr>
              <a:t>¿Tienes alguna duda específica sobre el funcionamiento de tu área o sobre la estructura de la organización?</a:t>
            </a:r>
            <a:endParaRPr lang="es-MX" sz="1200" b="0" i="0" kern="1200">
              <a:solidFill>
                <a:schemeClr val="tx1"/>
              </a:solidFill>
              <a:effectLst/>
              <a:latin typeface="+mn-lt"/>
              <a:ea typeface="+mn-ea"/>
              <a:cs typeface="+mn-cs"/>
            </a:endParaRPr>
          </a:p>
          <a:p>
            <a:pPr fontAlgn="t"/>
            <a:r>
              <a:rPr lang="es-MX" sz="1200" b="1" i="0" kern="1200">
                <a:solidFill>
                  <a:schemeClr val="tx1"/>
                </a:solidFill>
                <a:effectLst/>
                <a:latin typeface="+mn-lt"/>
                <a:ea typeface="+mn-ea"/>
                <a:cs typeface="+mn-cs"/>
              </a:rPr>
              <a:t>¿Existe algún proceso que consideres necesario rediseñar para mejorar las interacciones, la eficiencia o el funcionamiento general de tu área?</a:t>
            </a:r>
            <a:endParaRPr lang="es-MX" sz="1200" b="0" i="0" kern="1200">
              <a:solidFill>
                <a:schemeClr val="tx1"/>
              </a:solidFill>
              <a:effectLst/>
              <a:latin typeface="+mn-lt"/>
              <a:ea typeface="+mn-ea"/>
              <a:cs typeface="+mn-cs"/>
            </a:endParaRPr>
          </a:p>
          <a:p>
            <a:pPr fontAlgn="t"/>
            <a:r>
              <a:rPr lang="es-MX" sz="1200" b="1" i="0" kern="1200">
                <a:solidFill>
                  <a:schemeClr val="tx1"/>
                </a:solidFill>
                <a:effectLst/>
                <a:latin typeface="+mn-lt"/>
                <a:ea typeface="+mn-ea"/>
                <a:cs typeface="+mn-cs"/>
              </a:rPr>
              <a:t>¿Qué rituales, prácticas o espacios de trabajo consideras esenciales para asegurar un funcionamiento adecuado y sostenido en tu área?</a:t>
            </a:r>
            <a:endParaRPr lang="es-MX" sz="1200" b="0" i="0" kern="1200">
              <a:solidFill>
                <a:schemeClr val="tx1"/>
              </a:solidFill>
              <a:effectLst/>
              <a:latin typeface="+mn-lt"/>
              <a:ea typeface="+mn-ea"/>
              <a:cs typeface="+mn-cs"/>
            </a:endParaRPr>
          </a:p>
          <a:p>
            <a:pPr fontAlgn="t"/>
            <a:r>
              <a:rPr lang="es-MX" sz="1200" b="1" i="0" kern="1200">
                <a:solidFill>
                  <a:schemeClr val="tx1"/>
                </a:solidFill>
                <a:effectLst/>
                <a:latin typeface="+mn-lt"/>
                <a:ea typeface="+mn-ea"/>
                <a:cs typeface="+mn-cs"/>
              </a:rPr>
              <a:t>Si recientemente asumiste nuevas responsabilidades, ¿ya se realizó de manera efectiva la transferencia de actividades dentro de tu equipo?</a:t>
            </a:r>
            <a:endParaRPr lang="es-MX" sz="1200" b="0" i="0" kern="1200">
              <a:solidFill>
                <a:schemeClr val="tx1"/>
              </a:solidFill>
              <a:effectLst/>
              <a:latin typeface="+mn-lt"/>
              <a:ea typeface="+mn-ea"/>
              <a:cs typeface="+mn-cs"/>
            </a:endParaRPr>
          </a:p>
          <a:p>
            <a:endParaRPr lang="es-MX"/>
          </a:p>
        </p:txBody>
      </p:sp>
      <p:sp>
        <p:nvSpPr>
          <p:cNvPr id="4" name="Marcador de número de diapositiva 3"/>
          <p:cNvSpPr>
            <a:spLocks noGrp="1"/>
          </p:cNvSpPr>
          <p:nvPr>
            <p:ph type="sldNum" sz="quarter" idx="5"/>
          </p:nvPr>
        </p:nvSpPr>
        <p:spPr/>
        <p:txBody>
          <a:bodyPr/>
          <a:lstStyle/>
          <a:p>
            <a:fld id="{2CE23A7F-676E-4CF1-9D84-2DEDA20CC4A2}" type="slidenum">
              <a:rPr lang="es-MX" smtClean="0"/>
              <a:t>11</a:t>
            </a:fld>
            <a:endParaRPr lang="es-MX"/>
          </a:p>
        </p:txBody>
      </p:sp>
    </p:spTree>
    <p:extLst>
      <p:ext uri="{BB962C8B-B14F-4D97-AF65-F5344CB8AC3E}">
        <p14:creationId xmlns:p14="http://schemas.microsoft.com/office/powerpoint/2010/main" val="385257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14BFF-2270-19EE-3B61-215B7A09766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AE86689-0BF2-7A24-415B-8CDD4DAF469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3C6EEAE6-0969-2E6A-09A1-A9D575CF73D5}"/>
              </a:ext>
            </a:extLst>
          </p:cNvPr>
          <p:cNvSpPr>
            <a:spLocks noGrp="1"/>
          </p:cNvSpPr>
          <p:nvPr>
            <p:ph type="body" idx="1"/>
          </p:nvPr>
        </p:nvSpPr>
        <p:spPr/>
        <p:txBody>
          <a:bodyPr/>
          <a:lstStyle/>
          <a:p>
            <a:endParaRPr lang="es-MX"/>
          </a:p>
        </p:txBody>
      </p:sp>
      <p:sp>
        <p:nvSpPr>
          <p:cNvPr id="4" name="Marcador de número de diapositiva 3">
            <a:extLst>
              <a:ext uri="{FF2B5EF4-FFF2-40B4-BE49-F238E27FC236}">
                <a16:creationId xmlns:a16="http://schemas.microsoft.com/office/drawing/2014/main" id="{92B99489-2D43-16CF-4C5A-80ED26169C7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529E531-8228-4869-972C-A1A5C4B76845}"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8295310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228600" marR="0" lvl="0" indent="-228600" algn="l" defTabSz="914400" rtl="0" eaLnBrk="1" fontAlgn="auto" latinLnBrk="0" hangingPunct="1">
              <a:lnSpc>
                <a:spcPct val="100000"/>
              </a:lnSpc>
              <a:spcBef>
                <a:spcPts val="0"/>
              </a:spcBef>
              <a:spcAft>
                <a:spcPts val="0"/>
              </a:spcAft>
              <a:buClrTx/>
              <a:buSzTx/>
              <a:buFont typeface="+mj-lt"/>
              <a:buAutoNum type="arabicPeriod"/>
              <a:tabLst/>
              <a:defRPr/>
            </a:pPr>
            <a:endParaRPr lang="es-MX"/>
          </a:p>
        </p:txBody>
      </p:sp>
      <p:sp>
        <p:nvSpPr>
          <p:cNvPr id="4" name="Marcador de número de diapositiva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0A5A36E3-0F32-4CDF-BBED-32E550B3028C}"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5643608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EA3F73-B9DA-EB27-DB45-EA0D369E845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E6678497-9A1A-3833-6860-F6A9A7A4521B}"/>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D76D01B-4C85-41B7-98C1-E1175F838CD8}"/>
              </a:ext>
            </a:extLst>
          </p:cNvPr>
          <p:cNvSpPr>
            <a:spLocks noGrp="1"/>
          </p:cNvSpPr>
          <p:nvPr>
            <p:ph type="body" idx="1"/>
          </p:nvPr>
        </p:nvSpPr>
        <p:spPr/>
        <p:txBody>
          <a:bodyPr/>
          <a:lstStyle/>
          <a:p>
            <a:endParaRPr lang="es-419"/>
          </a:p>
        </p:txBody>
      </p:sp>
      <p:sp>
        <p:nvSpPr>
          <p:cNvPr id="4" name="Marcador de número de diapositiva 3">
            <a:extLst>
              <a:ext uri="{FF2B5EF4-FFF2-40B4-BE49-F238E27FC236}">
                <a16:creationId xmlns:a16="http://schemas.microsoft.com/office/drawing/2014/main" id="{1928DB27-8656-FFFA-5205-AD5C86DCC4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D60449E8-F686-473D-9BB1-B67C571B50A0}" type="slidenum">
              <a:rPr kumimoji="0" lang="es-MX" sz="1200" b="0" i="0" u="none" strike="noStrike" kern="1200" cap="none" spc="0" normalizeH="0" baseline="0" noProof="0" smtClean="0">
                <a:ln>
                  <a:noFill/>
                </a:ln>
                <a:solidFill>
                  <a:prstClr val="black"/>
                </a:solidFill>
                <a:effectLst/>
                <a:uLnTx/>
                <a:uFillTx/>
                <a:latin typeface="Aptos" panose="0211000402020202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s-MX" sz="12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52760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png"/><Relationship Id="rId1" Type="http://schemas.openxmlformats.org/officeDocument/2006/relationships/slideMaster" Target="../slideMasters/slideMaster20.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15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png"/><Relationship Id="rId1" Type="http://schemas.openxmlformats.org/officeDocument/2006/relationships/slideMaster" Target="../slideMasters/slideMaster20.xml"/></Relationships>
</file>

<file path=ppt/slideLayouts/_rels/slideLayout1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5.png"/><Relationship Id="rId1" Type="http://schemas.openxmlformats.org/officeDocument/2006/relationships/slideMaster" Target="../slideMasters/slideMaster20.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8C7DFF-44C1-FF85-D9A0-BB58B37C424B}"/>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7F3AE20F-E61F-25DF-E08D-A90752429D1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A04DBB89-9044-DE97-901E-A45EF3608375}"/>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5" name="Marcador de pie de página 4">
            <a:extLst>
              <a:ext uri="{FF2B5EF4-FFF2-40B4-BE49-F238E27FC236}">
                <a16:creationId xmlns:a16="http://schemas.microsoft.com/office/drawing/2014/main" id="{7DB373C7-F340-209D-7289-29CD8864B831}"/>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E48ED68-638D-A4D1-6DDB-486085382087}"/>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12203145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3938C6-1D63-865B-616B-DE4AA37E476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D9B0A2B7-8A2E-B097-D2FD-9902D43CFAE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6FA74224-C87E-7817-4F18-9F90B710F5A4}"/>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5" name="Marcador de pie de página 4">
            <a:extLst>
              <a:ext uri="{FF2B5EF4-FFF2-40B4-BE49-F238E27FC236}">
                <a16:creationId xmlns:a16="http://schemas.microsoft.com/office/drawing/2014/main" id="{61A8912B-5CB8-7CD5-390F-571C665A495A}"/>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7FF8CC9-DC0F-425A-AA4F-220E951D186C}"/>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12633256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5CC765-E2D5-5A07-A022-8B947ED32B6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6BAE80D4-4D7E-9A1A-6F24-E98D98F8143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77A72109-1C51-0F9A-C291-7DA74EFAA3FF}"/>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5" name="Marcador de pie de página 4">
            <a:extLst>
              <a:ext uri="{FF2B5EF4-FFF2-40B4-BE49-F238E27FC236}">
                <a16:creationId xmlns:a16="http://schemas.microsoft.com/office/drawing/2014/main" id="{050189A5-0B7A-9C13-147B-DD4DC89C7F9E}"/>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C36CD1B1-8A30-1C4F-3558-B74333204D92}"/>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29847506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764983-8120-936C-E5F7-636AFC1E32AA}"/>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01A56FE1-9859-DA53-9870-E19AD596CB83}"/>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66E9B74-646B-E553-610E-60FD69C6B772}"/>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40670066-80D5-CF49-3763-EFB1A39F62E4}"/>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6" name="Marcador de pie de página 5">
            <a:extLst>
              <a:ext uri="{FF2B5EF4-FFF2-40B4-BE49-F238E27FC236}">
                <a16:creationId xmlns:a16="http://schemas.microsoft.com/office/drawing/2014/main" id="{76DCB10D-C5BB-2917-DF70-EA5370A41A37}"/>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50441D07-F68C-45BB-C8D3-2E2CC203EE3A}"/>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3204869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43BE15-C65C-27C3-61B4-80C1F30AA843}"/>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1320DE2-0858-1922-B384-1CE8329AC0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60F6030-1CD1-B615-86B5-B1346AA6BA36}"/>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88BD856C-C1FB-7BF2-0304-FEC4FFFE040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814B603F-5221-7D67-93EE-E529FE3AEA37}"/>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FA06E7E5-D921-1202-C35C-B250C0B5B924}"/>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8" name="Marcador de pie de página 7">
            <a:extLst>
              <a:ext uri="{FF2B5EF4-FFF2-40B4-BE49-F238E27FC236}">
                <a16:creationId xmlns:a16="http://schemas.microsoft.com/office/drawing/2014/main" id="{35F70C23-B57A-6E6B-A83C-91D846C49B3F}"/>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3B42A847-6E5C-4FB3-354B-F18CA81471DB}"/>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13677620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8D2B64-4B38-F2C1-C4BB-05FB4C1AC22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DC50DCE0-6ECF-9939-BA74-504B6DE20E1E}"/>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4" name="Marcador de pie de página 3">
            <a:extLst>
              <a:ext uri="{FF2B5EF4-FFF2-40B4-BE49-F238E27FC236}">
                <a16:creationId xmlns:a16="http://schemas.microsoft.com/office/drawing/2014/main" id="{8B33A7B7-1519-0DD6-5808-2B7C77C3865D}"/>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CBE9EABC-B14B-E612-3086-5D11BEB387D1}"/>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13166973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B25FE73-8A5C-0A80-C7BB-0D41A6094D81}"/>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3" name="Marcador de pie de página 2">
            <a:extLst>
              <a:ext uri="{FF2B5EF4-FFF2-40B4-BE49-F238E27FC236}">
                <a16:creationId xmlns:a16="http://schemas.microsoft.com/office/drawing/2014/main" id="{3CCDA556-8B76-82CF-2D9B-4170BFF1FA37}"/>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51D6AEDB-D5AA-76CE-9741-5F8EC108BB74}"/>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4230686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CD63C3-2A0E-3199-F4C3-40A9BEE9A596}"/>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AE1E618A-6441-BEA8-9A56-52A9F75FE6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4A8982AB-FF9E-419D-49FC-FA55CBFD622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832492E-547F-4B4C-9C63-B3177E69FB10}"/>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6" name="Marcador de pie de página 5">
            <a:extLst>
              <a:ext uri="{FF2B5EF4-FFF2-40B4-BE49-F238E27FC236}">
                <a16:creationId xmlns:a16="http://schemas.microsoft.com/office/drawing/2014/main" id="{09EA5142-DC47-0459-137F-EF7AAD68BD74}"/>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019D715-B32D-045C-C766-A530EFB5E2B6}"/>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18594991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1D3433-2835-546D-EE78-E332A70DE55E}"/>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7BC949D-8DB1-0ED8-156D-DF157DF995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437DA3D4-54EF-91A9-6079-0A60B1B0D8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71CB21E-C5DF-5A5E-FB90-3FC7E821FAF8}"/>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6" name="Marcador de pie de página 5">
            <a:extLst>
              <a:ext uri="{FF2B5EF4-FFF2-40B4-BE49-F238E27FC236}">
                <a16:creationId xmlns:a16="http://schemas.microsoft.com/office/drawing/2014/main" id="{2082496B-B12A-C63A-71C4-FA0F3A65FCE5}"/>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F23DB693-9892-FCE1-865D-D93F429A4020}"/>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37112463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E012DE-9019-FBA6-DF73-41E892158302}"/>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B77AFA61-362E-79C4-0B76-562A18239D98}"/>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BBF0161C-4243-B038-5C77-FB019E682E89}"/>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5" name="Marcador de pie de página 4">
            <a:extLst>
              <a:ext uri="{FF2B5EF4-FFF2-40B4-BE49-F238E27FC236}">
                <a16:creationId xmlns:a16="http://schemas.microsoft.com/office/drawing/2014/main" id="{23F26D3C-2302-5EE2-7803-D2CBFEDF5EE3}"/>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39C246A7-855D-2328-28D3-A6058F2A3E00}"/>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2497533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E7EF99B5-B043-1E7B-D449-21CAA66A1B3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2D14D571-7AD4-E43C-0E3B-BC25894DDB6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374E0073-958D-7293-223B-91C4D294EE42}"/>
              </a:ext>
            </a:extLst>
          </p:cNvPr>
          <p:cNvSpPr>
            <a:spLocks noGrp="1"/>
          </p:cNvSpPr>
          <p:nvPr>
            <p:ph type="dt" sz="half" idx="10"/>
          </p:nvPr>
        </p:nvSpPr>
        <p:spPr/>
        <p:txBody>
          <a:bodyPr/>
          <a:lstStyle/>
          <a:p>
            <a:fld id="{6200A0D1-5618-4CAB-9766-D6CB01375B9B}" type="datetimeFigureOut">
              <a:rPr lang="es-MX" smtClean="0"/>
              <a:t>30/03/2026</a:t>
            </a:fld>
            <a:endParaRPr lang="es-MX"/>
          </a:p>
        </p:txBody>
      </p:sp>
      <p:sp>
        <p:nvSpPr>
          <p:cNvPr id="5" name="Marcador de pie de página 4">
            <a:extLst>
              <a:ext uri="{FF2B5EF4-FFF2-40B4-BE49-F238E27FC236}">
                <a16:creationId xmlns:a16="http://schemas.microsoft.com/office/drawing/2014/main" id="{532DE800-C5F9-28B2-4ED5-9397DFB4988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7B12D079-5868-1FFC-29FB-6A99545423FA}"/>
              </a:ext>
            </a:extLst>
          </p:cNvPr>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136362477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Diseño personalizado">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8437FB2-A19A-79FB-08E6-3B3416ACE56B}"/>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22" name="Título 21">
            <a:extLst>
              <a:ext uri="{FF2B5EF4-FFF2-40B4-BE49-F238E27FC236}">
                <a16:creationId xmlns:a16="http://schemas.microsoft.com/office/drawing/2014/main" id="{ED6B37BC-95D1-1359-6582-A83430704A42}"/>
              </a:ext>
            </a:extLst>
          </p:cNvPr>
          <p:cNvSpPr>
            <a:spLocks noGrp="1"/>
          </p:cNvSpPr>
          <p:nvPr>
            <p:ph type="title" hasCustomPrompt="1"/>
          </p:nvPr>
        </p:nvSpPr>
        <p:spPr>
          <a:xfrm>
            <a:off x="4610421" y="2677459"/>
            <a:ext cx="6983932" cy="1503083"/>
          </a:xfrm>
        </p:spPr>
        <p:txBody>
          <a:bodyPr lIns="108000" tIns="36000" rIns="108000" bIns="36000">
            <a:normAutofit/>
          </a:bodyPr>
          <a:lstStyle>
            <a:lvl1pPr algn="ctr">
              <a:defRPr sz="2667">
                <a:solidFill>
                  <a:schemeClr val="bg1"/>
                </a:solidFill>
              </a:defRPr>
            </a:lvl1pPr>
          </a:lstStyle>
          <a:p>
            <a:r>
              <a:rPr lang="es-MX"/>
              <a:t>Haz clic para modificar el título del patrón</a:t>
            </a:r>
            <a:endParaRPr lang="es-ES_tradnl"/>
          </a:p>
        </p:txBody>
      </p:sp>
      <p:pic>
        <p:nvPicPr>
          <p:cNvPr id="12" name="Imagen 11">
            <a:extLst>
              <a:ext uri="{FF2B5EF4-FFF2-40B4-BE49-F238E27FC236}">
                <a16:creationId xmlns:a16="http://schemas.microsoft.com/office/drawing/2014/main" id="{91AF7175-4C59-8A0A-E1B2-9AF80DEBD11A}"/>
              </a:ext>
            </a:extLst>
          </p:cNvPr>
          <p:cNvPicPr>
            <a:picLocks noChangeAspect="1"/>
          </p:cNvPicPr>
          <p:nvPr userDrawn="1"/>
        </p:nvPicPr>
        <p:blipFill>
          <a:blip r:embed="rId3"/>
          <a:stretch>
            <a:fillRect/>
          </a:stretch>
        </p:blipFill>
        <p:spPr>
          <a:xfrm>
            <a:off x="1402915" y="325689"/>
            <a:ext cx="810085" cy="426307"/>
          </a:xfrm>
          <a:prstGeom prst="rect">
            <a:avLst/>
          </a:prstGeom>
        </p:spPr>
      </p:pic>
    </p:spTree>
    <p:extLst>
      <p:ext uri="{BB962C8B-B14F-4D97-AF65-F5344CB8AC3E}">
        <p14:creationId xmlns:p14="http://schemas.microsoft.com/office/powerpoint/2010/main" val="3151405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ulo">
    <p:bg>
      <p:bgPr>
        <a:solidFill>
          <a:schemeClr val="bg1"/>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9964B36-D29C-6A4C-3B65-CE41A9DC23F9}"/>
              </a:ext>
            </a:extLst>
          </p:cNvPr>
          <p:cNvPicPr>
            <a:picLocks noChangeAspect="1"/>
          </p:cNvPicPr>
          <p:nvPr/>
        </p:nvPicPr>
        <p:blipFill>
          <a:blip r:embed="rId2"/>
          <a:stretch>
            <a:fillRect/>
          </a:stretch>
        </p:blipFill>
        <p:spPr>
          <a:xfrm>
            <a:off x="0" y="0"/>
            <a:ext cx="12192000" cy="6858000"/>
          </a:xfrm>
          <a:prstGeom prst="rect">
            <a:avLst/>
          </a:prstGeom>
        </p:spPr>
      </p:pic>
      <p:sp>
        <p:nvSpPr>
          <p:cNvPr id="5" name="Title 4"/>
          <p:cNvSpPr>
            <a:spLocks noGrp="1"/>
          </p:cNvSpPr>
          <p:nvPr>
            <p:ph type="title" hasCustomPrompt="1"/>
          </p:nvPr>
        </p:nvSpPr>
        <p:spPr>
          <a:xfrm>
            <a:off x="957944" y="3007020"/>
            <a:ext cx="8713693" cy="1874901"/>
          </a:xfrm>
          <a:prstGeom prst="rect">
            <a:avLst/>
          </a:prstGeom>
        </p:spPr>
        <p:txBody>
          <a:bodyPr vert="horz" wrap="square" lIns="108000" tIns="36000" rIns="108000" bIns="36000" anchor="ctr" anchorCtr="0">
            <a:noAutofit/>
          </a:bodyPr>
          <a:lstStyle>
            <a:lvl1pPr algn="l">
              <a:defRPr sz="2933">
                <a:solidFill>
                  <a:srgbClr val="FFFFFF"/>
                </a:solidFill>
                <a:latin typeface="Calibri" panose="020F0502020204030204" pitchFamily="34" charset="0"/>
                <a:cs typeface="Calibri" panose="020F0502020204030204" pitchFamily="34" charset="0"/>
              </a:defRPr>
            </a:lvl1pPr>
          </a:lstStyle>
          <a:p>
            <a:r>
              <a:rPr lang="es-ES_tradnl" err="1"/>
              <a:t>Click</a:t>
            </a:r>
            <a:r>
              <a:rPr lang="es-ES_tradnl"/>
              <a:t> to </a:t>
            </a:r>
            <a:r>
              <a:rPr lang="es-ES_tradnl" err="1"/>
              <a:t>edit</a:t>
            </a:r>
            <a:r>
              <a:rPr lang="es-ES_tradnl"/>
              <a:t> Master </a:t>
            </a:r>
            <a:r>
              <a:rPr lang="es-ES_tradnl" err="1"/>
              <a:t>title</a:t>
            </a:r>
            <a:r>
              <a:rPr lang="es-ES_tradnl"/>
              <a:t> </a:t>
            </a:r>
            <a:r>
              <a:rPr lang="es-ES_tradnl" err="1"/>
              <a:t>style</a:t>
            </a:r>
            <a:endParaRPr lang="en-US"/>
          </a:p>
        </p:txBody>
      </p:sp>
      <p:pic>
        <p:nvPicPr>
          <p:cNvPr id="8" name="Imagen 7">
            <a:extLst>
              <a:ext uri="{FF2B5EF4-FFF2-40B4-BE49-F238E27FC236}">
                <a16:creationId xmlns:a16="http://schemas.microsoft.com/office/drawing/2014/main" id="{0E669F59-5AA8-FC7D-C466-DC8797D4BC9A}"/>
              </a:ext>
            </a:extLst>
          </p:cNvPr>
          <p:cNvPicPr>
            <a:picLocks noChangeAspect="1"/>
          </p:cNvPicPr>
          <p:nvPr/>
        </p:nvPicPr>
        <p:blipFill>
          <a:blip r:embed="rId3"/>
          <a:stretch>
            <a:fillRect/>
          </a:stretch>
        </p:blipFill>
        <p:spPr>
          <a:xfrm>
            <a:off x="1075064" y="745642"/>
            <a:ext cx="2111248" cy="1111044"/>
          </a:xfrm>
          <a:prstGeom prst="rect">
            <a:avLst/>
          </a:prstGeom>
        </p:spPr>
      </p:pic>
    </p:spTree>
    <p:extLst>
      <p:ext uri="{BB962C8B-B14F-4D97-AF65-F5344CB8AC3E}">
        <p14:creationId xmlns:p14="http://schemas.microsoft.com/office/powerpoint/2010/main" val="30493077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Interior">
    <p:spTree>
      <p:nvGrpSpPr>
        <p:cNvPr id="1" name=""/>
        <p:cNvGrpSpPr/>
        <p:nvPr/>
      </p:nvGrpSpPr>
      <p:grpSpPr>
        <a:xfrm>
          <a:off x="0" y="0"/>
          <a:ext cx="0" cy="0"/>
          <a:chOff x="0" y="0"/>
          <a:chExt cx="0" cy="0"/>
        </a:xfrm>
      </p:grpSpPr>
      <p:sp>
        <p:nvSpPr>
          <p:cNvPr id="2" name="Title 1"/>
          <p:cNvSpPr>
            <a:spLocks noGrp="1"/>
          </p:cNvSpPr>
          <p:nvPr>
            <p:ph type="title"/>
          </p:nvPr>
        </p:nvSpPr>
        <p:spPr>
          <a:xfrm>
            <a:off x="609600" y="149905"/>
            <a:ext cx="7896000" cy="777875"/>
          </a:xfrm>
        </p:spPr>
        <p:txBody>
          <a:bodyPr/>
          <a:lstStyle/>
          <a:p>
            <a:r>
              <a:rPr lang="es-ES"/>
              <a:t>Haga clic para modificar el estilo de título del patrón</a:t>
            </a:r>
            <a:endParaRPr lang="es-MX"/>
          </a:p>
        </p:txBody>
      </p:sp>
      <p:sp>
        <p:nvSpPr>
          <p:cNvPr id="3" name="Content Placeholder 2"/>
          <p:cNvSpPr>
            <a:spLocks noGrp="1"/>
          </p:cNvSpPr>
          <p:nvPr>
            <p:ph idx="1" hasCustomPrompt="1"/>
          </p:nvPr>
        </p:nvSpPr>
        <p:spPr>
          <a:xfrm>
            <a:off x="609600" y="1338943"/>
            <a:ext cx="10972800" cy="48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Slide Number Placeholder 5"/>
          <p:cNvSpPr>
            <a:spLocks noGrp="1"/>
          </p:cNvSpPr>
          <p:nvPr>
            <p:ph type="sldNum" sz="quarter" idx="10"/>
          </p:nvPr>
        </p:nvSpPr>
        <p:spPr/>
        <p:txBody>
          <a:bodyPr/>
          <a:lstStyle>
            <a:lvl1pPr>
              <a:defRPr/>
            </a:lvl1pPr>
          </a:lstStyle>
          <a:p>
            <a:fld id="{75C13588-59D6-4741-948F-713B5D00015E}" type="slidenum">
              <a:rPr lang="es-MX" smtClean="0"/>
              <a:t>‹Nº›</a:t>
            </a:fld>
            <a:endParaRPr lang="es-MX"/>
          </a:p>
        </p:txBody>
      </p:sp>
    </p:spTree>
    <p:extLst>
      <p:ext uri="{BB962C8B-B14F-4D97-AF65-F5344CB8AC3E}">
        <p14:creationId xmlns:p14="http://schemas.microsoft.com/office/powerpoint/2010/main" val="48329943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Diseño personalizado">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8437FB2-A19A-79FB-08E6-3B3416ACE56B}"/>
              </a:ext>
            </a:extLst>
          </p:cNvPr>
          <p:cNvPicPr>
            <a:picLocks noChangeAspect="1"/>
          </p:cNvPicPr>
          <p:nvPr/>
        </p:nvPicPr>
        <p:blipFill>
          <a:blip r:embed="rId2"/>
          <a:stretch>
            <a:fillRect/>
          </a:stretch>
        </p:blipFill>
        <p:spPr>
          <a:xfrm>
            <a:off x="0" y="0"/>
            <a:ext cx="12192000" cy="6858000"/>
          </a:xfrm>
          <a:prstGeom prst="rect">
            <a:avLst/>
          </a:prstGeom>
        </p:spPr>
      </p:pic>
      <p:sp>
        <p:nvSpPr>
          <p:cNvPr id="22" name="Título 21">
            <a:extLst>
              <a:ext uri="{FF2B5EF4-FFF2-40B4-BE49-F238E27FC236}">
                <a16:creationId xmlns:a16="http://schemas.microsoft.com/office/drawing/2014/main" id="{ED6B37BC-95D1-1359-6582-A83430704A42}"/>
              </a:ext>
            </a:extLst>
          </p:cNvPr>
          <p:cNvSpPr>
            <a:spLocks noGrp="1"/>
          </p:cNvSpPr>
          <p:nvPr>
            <p:ph type="title" hasCustomPrompt="1"/>
          </p:nvPr>
        </p:nvSpPr>
        <p:spPr>
          <a:xfrm>
            <a:off x="4610421" y="2677459"/>
            <a:ext cx="6983932" cy="1503083"/>
          </a:xfrm>
        </p:spPr>
        <p:txBody>
          <a:bodyPr lIns="108000" tIns="36000" rIns="108000" bIns="36000">
            <a:normAutofit/>
          </a:bodyPr>
          <a:lstStyle>
            <a:lvl1pPr algn="ctr">
              <a:defRPr sz="2667">
                <a:solidFill>
                  <a:schemeClr val="bg1"/>
                </a:solidFill>
              </a:defRPr>
            </a:lvl1pPr>
          </a:lstStyle>
          <a:p>
            <a:r>
              <a:rPr lang="es-MX"/>
              <a:t>Haz clic para modificar el título del patrón</a:t>
            </a:r>
            <a:endParaRPr lang="es-ES_tradnl"/>
          </a:p>
        </p:txBody>
      </p:sp>
      <p:pic>
        <p:nvPicPr>
          <p:cNvPr id="12" name="Imagen 11">
            <a:extLst>
              <a:ext uri="{FF2B5EF4-FFF2-40B4-BE49-F238E27FC236}">
                <a16:creationId xmlns:a16="http://schemas.microsoft.com/office/drawing/2014/main" id="{91AF7175-4C59-8A0A-E1B2-9AF80DEBD11A}"/>
              </a:ext>
            </a:extLst>
          </p:cNvPr>
          <p:cNvPicPr>
            <a:picLocks noChangeAspect="1"/>
          </p:cNvPicPr>
          <p:nvPr/>
        </p:nvPicPr>
        <p:blipFill>
          <a:blip r:embed="rId3"/>
          <a:stretch>
            <a:fillRect/>
          </a:stretch>
        </p:blipFill>
        <p:spPr>
          <a:xfrm>
            <a:off x="1402915" y="325689"/>
            <a:ext cx="810085" cy="426307"/>
          </a:xfrm>
          <a:prstGeom prst="rect">
            <a:avLst/>
          </a:prstGeom>
        </p:spPr>
      </p:pic>
      <p:pic>
        <p:nvPicPr>
          <p:cNvPr id="2" name="Imagen 1">
            <a:extLst>
              <a:ext uri="{FF2B5EF4-FFF2-40B4-BE49-F238E27FC236}">
                <a16:creationId xmlns:a16="http://schemas.microsoft.com/office/drawing/2014/main" id="{D5A497E9-8F3A-D4E2-4E2C-4DCC5D7DB586}"/>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n 2">
            <a:extLst>
              <a:ext uri="{FF2B5EF4-FFF2-40B4-BE49-F238E27FC236}">
                <a16:creationId xmlns:a16="http://schemas.microsoft.com/office/drawing/2014/main" id="{E1F1FD42-4E30-DAC3-AAE7-71BF8B9955B3}"/>
              </a:ext>
            </a:extLst>
          </p:cNvPr>
          <p:cNvPicPr>
            <a:picLocks noChangeAspect="1"/>
          </p:cNvPicPr>
          <p:nvPr/>
        </p:nvPicPr>
        <p:blipFill>
          <a:blip r:embed="rId3"/>
          <a:stretch>
            <a:fillRect/>
          </a:stretch>
        </p:blipFill>
        <p:spPr>
          <a:xfrm>
            <a:off x="1402915" y="325689"/>
            <a:ext cx="810085" cy="426307"/>
          </a:xfrm>
          <a:prstGeom prst="rect">
            <a:avLst/>
          </a:prstGeom>
        </p:spPr>
      </p:pic>
    </p:spTree>
    <p:extLst>
      <p:ext uri="{BB962C8B-B14F-4D97-AF65-F5344CB8AC3E}">
        <p14:creationId xmlns:p14="http://schemas.microsoft.com/office/powerpoint/2010/main" val="13417897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Final">
    <p:bg>
      <p:bgPr>
        <a:solidFill>
          <a:schemeClr val="bg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610CF2D-52FA-CFB5-69C4-82EA7511E0BB}"/>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n 2">
            <a:extLst>
              <a:ext uri="{FF2B5EF4-FFF2-40B4-BE49-F238E27FC236}">
                <a16:creationId xmlns:a16="http://schemas.microsoft.com/office/drawing/2014/main" id="{2705B91B-9437-2CC0-733A-BF69FEE28224}"/>
              </a:ext>
            </a:extLst>
          </p:cNvPr>
          <p:cNvPicPr>
            <a:picLocks noChangeAspect="1"/>
          </p:cNvPicPr>
          <p:nvPr/>
        </p:nvPicPr>
        <p:blipFill>
          <a:blip r:embed="rId3"/>
          <a:stretch>
            <a:fillRect/>
          </a:stretch>
        </p:blipFill>
        <p:spPr>
          <a:xfrm>
            <a:off x="1075063" y="2789908"/>
            <a:ext cx="2428855" cy="1278184"/>
          </a:xfrm>
          <a:prstGeom prst="rect">
            <a:avLst/>
          </a:prstGeom>
        </p:spPr>
      </p:pic>
    </p:spTree>
    <p:extLst>
      <p:ext uri="{BB962C8B-B14F-4D97-AF65-F5344CB8AC3E}">
        <p14:creationId xmlns:p14="http://schemas.microsoft.com/office/powerpoint/2010/main" val="368727545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0A0D1-5618-4CAB-9766-D6CB01375B9B}" type="datetimeFigureOut">
              <a:rPr lang="es-MX" smtClean="0"/>
              <a:t>30/03/2026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75C13588-59D6-4741-948F-713B5D00015E}" type="slidenum">
              <a:rPr lang="es-MX" smtClean="0"/>
              <a:t>‹Nº›</a:t>
            </a:fld>
            <a:endParaRPr lang="es-MX"/>
          </a:p>
        </p:txBody>
      </p:sp>
    </p:spTree>
    <p:extLst>
      <p:ext uri="{BB962C8B-B14F-4D97-AF65-F5344CB8AC3E}">
        <p14:creationId xmlns:p14="http://schemas.microsoft.com/office/powerpoint/2010/main" val="1563716312"/>
      </p:ext>
    </p:extLst>
  </p:cSld>
  <p:clrMapOvr>
    <a:masterClrMapping/>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p:cSld name="Titulo">
    <p:bg>
      <p:bgPr>
        <a:solidFill>
          <a:schemeClr val="bg1"/>
        </a:solidFill>
        <a:effectLst/>
      </p:bgPr>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49964B36-D29C-6A4C-3B65-CE41A9DC23F9}"/>
              </a:ext>
            </a:extLst>
          </p:cNvPr>
          <p:cNvPicPr>
            <a:picLocks noChangeAspect="1"/>
          </p:cNvPicPr>
          <p:nvPr/>
        </p:nvPicPr>
        <p:blipFill>
          <a:blip r:embed="rId2"/>
          <a:stretch>
            <a:fillRect/>
          </a:stretch>
        </p:blipFill>
        <p:spPr>
          <a:xfrm>
            <a:off x="0" y="0"/>
            <a:ext cx="12192000" cy="6858000"/>
          </a:xfrm>
          <a:prstGeom prst="rect">
            <a:avLst/>
          </a:prstGeom>
        </p:spPr>
      </p:pic>
      <p:sp>
        <p:nvSpPr>
          <p:cNvPr id="5" name="Title 4"/>
          <p:cNvSpPr>
            <a:spLocks noGrp="1"/>
          </p:cNvSpPr>
          <p:nvPr>
            <p:ph type="title" hasCustomPrompt="1"/>
          </p:nvPr>
        </p:nvSpPr>
        <p:spPr>
          <a:xfrm>
            <a:off x="957944" y="3007020"/>
            <a:ext cx="8713693" cy="1874901"/>
          </a:xfrm>
          <a:prstGeom prst="rect">
            <a:avLst/>
          </a:prstGeom>
        </p:spPr>
        <p:txBody>
          <a:bodyPr vert="horz" wrap="square" lIns="108000" tIns="36000" rIns="108000" bIns="36000" anchor="ctr" anchorCtr="0">
            <a:noAutofit/>
          </a:bodyPr>
          <a:lstStyle>
            <a:lvl1pPr algn="l">
              <a:defRPr sz="2933">
                <a:solidFill>
                  <a:srgbClr val="FFFFFF"/>
                </a:solidFill>
                <a:latin typeface="Calibri" panose="020F0502020204030204" pitchFamily="34" charset="0"/>
                <a:cs typeface="Calibri" panose="020F0502020204030204" pitchFamily="34" charset="0"/>
              </a:defRPr>
            </a:lvl1pPr>
          </a:lstStyle>
          <a:p>
            <a:r>
              <a:rPr lang="es-ES_tradnl" err="1"/>
              <a:t>Click</a:t>
            </a:r>
            <a:r>
              <a:rPr lang="es-ES_tradnl"/>
              <a:t> to </a:t>
            </a:r>
            <a:r>
              <a:rPr lang="es-ES_tradnl" err="1"/>
              <a:t>edit</a:t>
            </a:r>
            <a:r>
              <a:rPr lang="es-ES_tradnl"/>
              <a:t> Master </a:t>
            </a:r>
            <a:r>
              <a:rPr lang="es-ES_tradnl" err="1"/>
              <a:t>title</a:t>
            </a:r>
            <a:r>
              <a:rPr lang="es-ES_tradnl"/>
              <a:t> </a:t>
            </a:r>
            <a:r>
              <a:rPr lang="es-ES_tradnl" err="1"/>
              <a:t>style</a:t>
            </a:r>
            <a:endParaRPr lang="en-US"/>
          </a:p>
        </p:txBody>
      </p:sp>
      <p:pic>
        <p:nvPicPr>
          <p:cNvPr id="8" name="Imagen 7">
            <a:extLst>
              <a:ext uri="{FF2B5EF4-FFF2-40B4-BE49-F238E27FC236}">
                <a16:creationId xmlns:a16="http://schemas.microsoft.com/office/drawing/2014/main" id="{0E669F59-5AA8-FC7D-C466-DC8797D4BC9A}"/>
              </a:ext>
            </a:extLst>
          </p:cNvPr>
          <p:cNvPicPr>
            <a:picLocks noChangeAspect="1"/>
          </p:cNvPicPr>
          <p:nvPr/>
        </p:nvPicPr>
        <p:blipFill>
          <a:blip r:embed="rId3"/>
          <a:stretch>
            <a:fillRect/>
          </a:stretch>
        </p:blipFill>
        <p:spPr>
          <a:xfrm>
            <a:off x="1075064" y="745642"/>
            <a:ext cx="2111248" cy="1111044"/>
          </a:xfrm>
          <a:prstGeom prst="rect">
            <a:avLst/>
          </a:prstGeom>
        </p:spPr>
      </p:pic>
    </p:spTree>
    <p:extLst>
      <p:ext uri="{BB962C8B-B14F-4D97-AF65-F5344CB8AC3E}">
        <p14:creationId xmlns:p14="http://schemas.microsoft.com/office/powerpoint/2010/main" val="3049307763"/>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type="obj" preserve="1">
  <p:cSld name="Interior">
    <p:spTree>
      <p:nvGrpSpPr>
        <p:cNvPr id="1" name=""/>
        <p:cNvGrpSpPr/>
        <p:nvPr/>
      </p:nvGrpSpPr>
      <p:grpSpPr>
        <a:xfrm>
          <a:off x="0" y="0"/>
          <a:ext cx="0" cy="0"/>
          <a:chOff x="0" y="0"/>
          <a:chExt cx="0" cy="0"/>
        </a:xfrm>
      </p:grpSpPr>
      <p:sp>
        <p:nvSpPr>
          <p:cNvPr id="2" name="Title 1"/>
          <p:cNvSpPr>
            <a:spLocks noGrp="1"/>
          </p:cNvSpPr>
          <p:nvPr>
            <p:ph type="title"/>
          </p:nvPr>
        </p:nvSpPr>
        <p:spPr>
          <a:xfrm>
            <a:off x="609600" y="149905"/>
            <a:ext cx="7896000" cy="777875"/>
          </a:xfrm>
        </p:spPr>
        <p:txBody>
          <a:bodyPr/>
          <a:lstStyle/>
          <a:p>
            <a:r>
              <a:rPr lang="es-ES"/>
              <a:t>Haga clic para modificar el estilo de título del patrón</a:t>
            </a:r>
            <a:endParaRPr lang="es-MX"/>
          </a:p>
        </p:txBody>
      </p:sp>
      <p:sp>
        <p:nvSpPr>
          <p:cNvPr id="3" name="Content Placeholder 2"/>
          <p:cNvSpPr>
            <a:spLocks noGrp="1"/>
          </p:cNvSpPr>
          <p:nvPr>
            <p:ph idx="1" hasCustomPrompt="1"/>
          </p:nvPr>
        </p:nvSpPr>
        <p:spPr>
          <a:xfrm>
            <a:off x="609600" y="1338943"/>
            <a:ext cx="10972800" cy="4800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MX"/>
          </a:p>
        </p:txBody>
      </p:sp>
      <p:sp>
        <p:nvSpPr>
          <p:cNvPr id="4" name="Slide Number Placeholder 5"/>
          <p:cNvSpPr>
            <a:spLocks noGrp="1"/>
          </p:cNvSpPr>
          <p:nvPr>
            <p:ph type="sldNum" sz="quarter" idx="10"/>
          </p:nvPr>
        </p:nvSpPr>
        <p:spPr/>
        <p:txBody>
          <a:bodyPr/>
          <a:lstStyle>
            <a:lvl1pPr>
              <a:defRPr/>
            </a:lvl1pPr>
          </a:lstStyle>
          <a:p>
            <a:fld id="{75C13588-59D6-4741-948F-713B5D00015E}" type="slidenum">
              <a:rPr lang="es-MX" smtClean="0"/>
              <a:t>‹#›</a:t>
            </a:fld>
            <a:endParaRPr lang="es-MX"/>
          </a:p>
        </p:txBody>
      </p:sp>
    </p:spTree>
    <p:extLst>
      <p:ext uri="{BB962C8B-B14F-4D97-AF65-F5344CB8AC3E}">
        <p14:creationId xmlns:p14="http://schemas.microsoft.com/office/powerpoint/2010/main" val="483299435"/>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p:cSld name="Diseño personalizado">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28437FB2-A19A-79FB-08E6-3B3416ACE56B}"/>
              </a:ext>
            </a:extLst>
          </p:cNvPr>
          <p:cNvPicPr>
            <a:picLocks noChangeAspect="1"/>
          </p:cNvPicPr>
          <p:nvPr/>
        </p:nvPicPr>
        <p:blipFill>
          <a:blip r:embed="rId2"/>
          <a:stretch>
            <a:fillRect/>
          </a:stretch>
        </p:blipFill>
        <p:spPr>
          <a:xfrm>
            <a:off x="0" y="0"/>
            <a:ext cx="12192000" cy="6858000"/>
          </a:xfrm>
          <a:prstGeom prst="rect">
            <a:avLst/>
          </a:prstGeom>
        </p:spPr>
      </p:pic>
      <p:sp>
        <p:nvSpPr>
          <p:cNvPr id="22" name="Título 21">
            <a:extLst>
              <a:ext uri="{FF2B5EF4-FFF2-40B4-BE49-F238E27FC236}">
                <a16:creationId xmlns:a16="http://schemas.microsoft.com/office/drawing/2014/main" id="{ED6B37BC-95D1-1359-6582-A83430704A42}"/>
              </a:ext>
            </a:extLst>
          </p:cNvPr>
          <p:cNvSpPr>
            <a:spLocks noGrp="1"/>
          </p:cNvSpPr>
          <p:nvPr>
            <p:ph type="title" hasCustomPrompt="1"/>
          </p:nvPr>
        </p:nvSpPr>
        <p:spPr>
          <a:xfrm>
            <a:off x="4610421" y="2677459"/>
            <a:ext cx="6983932" cy="1503083"/>
          </a:xfrm>
        </p:spPr>
        <p:txBody>
          <a:bodyPr lIns="108000" tIns="36000" rIns="108000" bIns="36000">
            <a:normAutofit/>
          </a:bodyPr>
          <a:lstStyle>
            <a:lvl1pPr algn="ctr">
              <a:defRPr sz="2667">
                <a:solidFill>
                  <a:schemeClr val="bg1"/>
                </a:solidFill>
              </a:defRPr>
            </a:lvl1pPr>
          </a:lstStyle>
          <a:p>
            <a:r>
              <a:rPr lang="es-MX"/>
              <a:t>Haz clic para modificar el título del patrón</a:t>
            </a:r>
            <a:endParaRPr lang="es-ES_tradnl"/>
          </a:p>
        </p:txBody>
      </p:sp>
      <p:pic>
        <p:nvPicPr>
          <p:cNvPr id="12" name="Imagen 11">
            <a:extLst>
              <a:ext uri="{FF2B5EF4-FFF2-40B4-BE49-F238E27FC236}">
                <a16:creationId xmlns:a16="http://schemas.microsoft.com/office/drawing/2014/main" id="{91AF7175-4C59-8A0A-E1B2-9AF80DEBD11A}"/>
              </a:ext>
            </a:extLst>
          </p:cNvPr>
          <p:cNvPicPr>
            <a:picLocks noChangeAspect="1"/>
          </p:cNvPicPr>
          <p:nvPr/>
        </p:nvPicPr>
        <p:blipFill>
          <a:blip r:embed="rId3"/>
          <a:stretch>
            <a:fillRect/>
          </a:stretch>
        </p:blipFill>
        <p:spPr>
          <a:xfrm>
            <a:off x="1402915" y="325689"/>
            <a:ext cx="810085" cy="426307"/>
          </a:xfrm>
          <a:prstGeom prst="rect">
            <a:avLst/>
          </a:prstGeom>
        </p:spPr>
      </p:pic>
      <p:pic>
        <p:nvPicPr>
          <p:cNvPr id="2" name="Imagen 1">
            <a:extLst>
              <a:ext uri="{FF2B5EF4-FFF2-40B4-BE49-F238E27FC236}">
                <a16:creationId xmlns:a16="http://schemas.microsoft.com/office/drawing/2014/main" id="{D5A497E9-8F3A-D4E2-4E2C-4DCC5D7DB586}"/>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3" name="Imagen 2">
            <a:extLst>
              <a:ext uri="{FF2B5EF4-FFF2-40B4-BE49-F238E27FC236}">
                <a16:creationId xmlns:a16="http://schemas.microsoft.com/office/drawing/2014/main" id="{E1F1FD42-4E30-DAC3-AAE7-71BF8B9955B3}"/>
              </a:ext>
            </a:extLst>
          </p:cNvPr>
          <p:cNvPicPr>
            <a:picLocks noChangeAspect="1"/>
          </p:cNvPicPr>
          <p:nvPr userDrawn="1"/>
        </p:nvPicPr>
        <p:blipFill>
          <a:blip r:embed="rId3"/>
          <a:stretch>
            <a:fillRect/>
          </a:stretch>
        </p:blipFill>
        <p:spPr>
          <a:xfrm>
            <a:off x="1402915" y="325689"/>
            <a:ext cx="810085" cy="426307"/>
          </a:xfrm>
          <a:prstGeom prst="rect">
            <a:avLst/>
          </a:prstGeom>
        </p:spPr>
      </p:pic>
    </p:spTree>
    <p:extLst>
      <p:ext uri="{BB962C8B-B14F-4D97-AF65-F5344CB8AC3E}">
        <p14:creationId xmlns:p14="http://schemas.microsoft.com/office/powerpoint/2010/main" val="134178970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p:cSld name="Final">
    <p:bg>
      <p:bgPr>
        <a:solidFill>
          <a:schemeClr val="bg1"/>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2610CF2D-52FA-CFB5-69C4-82EA7511E0BB}"/>
              </a:ext>
            </a:extLst>
          </p:cNvPr>
          <p:cNvPicPr>
            <a:picLocks noChangeAspect="1"/>
          </p:cNvPicPr>
          <p:nvPr/>
        </p:nvPicPr>
        <p:blipFill>
          <a:blip r:embed="rId2"/>
          <a:stretch>
            <a:fillRect/>
          </a:stretch>
        </p:blipFill>
        <p:spPr>
          <a:xfrm>
            <a:off x="0" y="0"/>
            <a:ext cx="12192000" cy="6858000"/>
          </a:xfrm>
          <a:prstGeom prst="rect">
            <a:avLst/>
          </a:prstGeom>
        </p:spPr>
      </p:pic>
      <p:pic>
        <p:nvPicPr>
          <p:cNvPr id="3" name="Imagen 2">
            <a:extLst>
              <a:ext uri="{FF2B5EF4-FFF2-40B4-BE49-F238E27FC236}">
                <a16:creationId xmlns:a16="http://schemas.microsoft.com/office/drawing/2014/main" id="{2705B91B-9437-2CC0-733A-BF69FEE28224}"/>
              </a:ext>
            </a:extLst>
          </p:cNvPr>
          <p:cNvPicPr>
            <a:picLocks noChangeAspect="1"/>
          </p:cNvPicPr>
          <p:nvPr/>
        </p:nvPicPr>
        <p:blipFill>
          <a:blip r:embed="rId3"/>
          <a:stretch>
            <a:fillRect/>
          </a:stretch>
        </p:blipFill>
        <p:spPr>
          <a:xfrm>
            <a:off x="1075063" y="2789908"/>
            <a:ext cx="2428855" cy="1278184"/>
          </a:xfrm>
          <a:prstGeom prst="rect">
            <a:avLst/>
          </a:prstGeom>
        </p:spPr>
      </p:pic>
    </p:spTree>
    <p:extLst>
      <p:ext uri="{BB962C8B-B14F-4D97-AF65-F5344CB8AC3E}">
        <p14:creationId xmlns:p14="http://schemas.microsoft.com/office/powerpoint/2010/main" val="368727545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00A0D1-5618-4CAB-9766-D6CB01375B9B}" type="datetimeFigureOut">
              <a:rPr lang="es-MX" smtClean="0"/>
              <a:t>24/02/2026</a:t>
            </a:fld>
            <a:endParaRPr lang="es-MX"/>
          </a:p>
        </p:txBody>
      </p:sp>
      <p:sp>
        <p:nvSpPr>
          <p:cNvPr id="3" name="Footer Placeholder 2"/>
          <p:cNvSpPr>
            <a:spLocks noGrp="1"/>
          </p:cNvSpPr>
          <p:nvPr>
            <p:ph type="ftr" sz="quarter" idx="11"/>
          </p:nvPr>
        </p:nvSpPr>
        <p:spPr/>
        <p:txBody>
          <a:bodyPr/>
          <a:lstStyle/>
          <a:p>
            <a:endParaRPr lang="es-MX"/>
          </a:p>
        </p:txBody>
      </p:sp>
      <p:sp>
        <p:nvSpPr>
          <p:cNvPr id="4" name="Slide Number Placeholder 3"/>
          <p:cNvSpPr>
            <a:spLocks noGrp="1"/>
          </p:cNvSpPr>
          <p:nvPr>
            <p:ph type="sldNum" sz="quarter" idx="12"/>
          </p:nvPr>
        </p:nvSpPr>
        <p:spPr/>
        <p:txBody>
          <a:bodyPr/>
          <a:lstStyle/>
          <a:p>
            <a:fld id="{75C13588-59D6-4741-948F-713B5D00015E}" type="slidenum">
              <a:rPr lang="es-MX" smtClean="0"/>
              <a:t>‹#›</a:t>
            </a:fld>
            <a:endParaRPr lang="es-MX"/>
          </a:p>
        </p:txBody>
      </p:sp>
    </p:spTree>
    <p:extLst>
      <p:ext uri="{BB962C8B-B14F-4D97-AF65-F5344CB8AC3E}">
        <p14:creationId xmlns:p14="http://schemas.microsoft.com/office/powerpoint/2010/main" val="15637163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15.xml"/><Relationship Id="rId7" Type="http://schemas.openxmlformats.org/officeDocument/2006/relationships/image" Target="../media/image3.png"/><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theme" Target="../theme/theme2.xml"/><Relationship Id="rId5" Type="http://schemas.openxmlformats.org/officeDocument/2006/relationships/slideLayout" Target="../slideLayouts/slideLayout17.xml"/><Relationship Id="rId4" Type="http://schemas.openxmlformats.org/officeDocument/2006/relationships/slideLayout" Target="../slideLayouts/slideLayout16.xml"/></Relationships>
</file>

<file path=ppt/slideMasters/_rels/slideMaster20.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slideLayout" Target="../slideLayouts/slideLayout150.xml"/><Relationship Id="rId7" Type="http://schemas.openxmlformats.org/officeDocument/2006/relationships/image" Target="../media/image30.png"/><Relationship Id="rId2" Type="http://schemas.openxmlformats.org/officeDocument/2006/relationships/slideLayout" Target="../slideLayouts/slideLayout140.xml"/><Relationship Id="rId1" Type="http://schemas.openxmlformats.org/officeDocument/2006/relationships/slideLayout" Target="../slideLayouts/slideLayout130.xml"/><Relationship Id="rId6" Type="http://schemas.openxmlformats.org/officeDocument/2006/relationships/theme" Target="../theme/theme20.xml"/><Relationship Id="rId5" Type="http://schemas.openxmlformats.org/officeDocument/2006/relationships/slideLayout" Target="../slideLayouts/slideLayout170.xml"/><Relationship Id="rId4" Type="http://schemas.openxmlformats.org/officeDocument/2006/relationships/slideLayout" Target="../slideLayouts/slideLayout16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2EA89EE3-65BA-05DD-A73B-3E9A666F24C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0602E1D3-973C-BBF1-2C8C-6F66C1054A0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E8E06749-9559-D2A1-B0DC-224A35275B4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200A0D1-5618-4CAB-9766-D6CB01375B9B}" type="datetimeFigureOut">
              <a:rPr lang="es-MX" smtClean="0"/>
              <a:t>30/03/2026</a:t>
            </a:fld>
            <a:endParaRPr lang="es-MX"/>
          </a:p>
        </p:txBody>
      </p:sp>
      <p:sp>
        <p:nvSpPr>
          <p:cNvPr id="5" name="Marcador de pie de página 4">
            <a:extLst>
              <a:ext uri="{FF2B5EF4-FFF2-40B4-BE49-F238E27FC236}">
                <a16:creationId xmlns:a16="http://schemas.microsoft.com/office/drawing/2014/main" id="{F3E2F7B7-B1AD-4032-4AFC-78EB7299D1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MX"/>
          </a:p>
        </p:txBody>
      </p:sp>
      <p:sp>
        <p:nvSpPr>
          <p:cNvPr id="6" name="Marcador de número de diapositiva 5">
            <a:extLst>
              <a:ext uri="{FF2B5EF4-FFF2-40B4-BE49-F238E27FC236}">
                <a16:creationId xmlns:a16="http://schemas.microsoft.com/office/drawing/2014/main" id="{F33B72D7-ADB6-63A7-B4BC-69A8FDF4B9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C13588-59D6-4741-948F-713B5D00015E}" type="slidenum">
              <a:rPr lang="es-MX" smtClean="0"/>
              <a:t>‹Nº›</a:t>
            </a:fld>
            <a:endParaRPr lang="es-MX"/>
          </a:p>
        </p:txBody>
      </p:sp>
      <p:sp>
        <p:nvSpPr>
          <p:cNvPr id="8" name="CuadroTexto 7">
            <a:extLst>
              <a:ext uri="{FF2B5EF4-FFF2-40B4-BE49-F238E27FC236}">
                <a16:creationId xmlns:a16="http://schemas.microsoft.com/office/drawing/2014/main" id="{F71D58D7-643F-A0FE-FD5F-892144513507}"/>
              </a:ext>
            </a:extLst>
          </p:cNvPr>
          <p:cNvSpPr txBox="1"/>
          <p:nvPr userDrawn="1">
            <p:extLst>
              <p:ext uri="{1162E1C5-73C7-4A58-AE30-91384D911F3F}">
                <p184:classification xmlns:p184="http://schemas.microsoft.com/office/powerpoint/2018/4/main" val="ftr"/>
              </p:ext>
            </p:extLst>
          </p:nvPr>
        </p:nvSpPr>
        <p:spPr>
          <a:xfrm>
            <a:off x="5571300" y="6642100"/>
            <a:ext cx="1074737" cy="152400"/>
          </a:xfrm>
          <a:prstGeom prst="rect">
            <a:avLst/>
          </a:prstGeom>
        </p:spPr>
        <p:txBody>
          <a:bodyPr horzOverflow="overflow" lIns="0" tIns="0" rIns="0" bIns="0">
            <a:spAutoFit/>
          </a:bodyPr>
          <a:lstStyle/>
          <a:p>
            <a:pPr algn="l"/>
            <a:r>
              <a:rPr lang="es-MX" sz="1000">
                <a:solidFill>
                  <a:srgbClr val="000000">
                    <a:alpha val="50000"/>
                  </a:srgbClr>
                </a:solidFill>
                <a:latin typeface="Aptos" panose="020B0004020202020204" pitchFamily="34" charset="0"/>
              </a:rPr>
              <a:t>OXXO | Uso Interno</a:t>
            </a:r>
          </a:p>
        </p:txBody>
      </p:sp>
    </p:spTree>
    <p:extLst>
      <p:ext uri="{BB962C8B-B14F-4D97-AF65-F5344CB8AC3E}">
        <p14:creationId xmlns:p14="http://schemas.microsoft.com/office/powerpoint/2010/main" val="40389912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C122AED3-FD15-83A5-ECA7-6C9A81BC3D25}"/>
              </a:ext>
            </a:extLst>
          </p:cNvPr>
          <p:cNvPicPr>
            <a:picLocks noChangeAspect="1"/>
          </p:cNvPicPr>
          <p:nvPr/>
        </p:nvPicPr>
        <p:blipFill>
          <a:blip r:embed="rId7"/>
          <a:stretch>
            <a:fillRect/>
          </a:stretch>
        </p:blipFill>
        <p:spPr>
          <a:xfrm>
            <a:off x="0" y="0"/>
            <a:ext cx="12192000" cy="6858000"/>
          </a:xfrm>
          <a:prstGeom prst="rect">
            <a:avLst/>
          </a:prstGeom>
        </p:spPr>
      </p:pic>
      <p:sp>
        <p:nvSpPr>
          <p:cNvPr id="1027" name="Title Placeholder 1"/>
          <p:cNvSpPr>
            <a:spLocks noGrp="1"/>
          </p:cNvSpPr>
          <p:nvPr>
            <p:ph type="title"/>
          </p:nvPr>
        </p:nvSpPr>
        <p:spPr bwMode="auto">
          <a:xfrm>
            <a:off x="609601" y="149905"/>
            <a:ext cx="7898103" cy="777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ctr" anchorCtr="0" compatLnSpc="1">
            <a:prstTxWarp prst="textNoShape">
              <a:avLst/>
            </a:prstTxWarp>
            <a:normAutofit/>
          </a:bodyPr>
          <a:lstStyle/>
          <a:p>
            <a:pPr lvl="0"/>
            <a:r>
              <a:rPr lang="es-ES"/>
              <a:t>Haga clic para modificar el estilo de título del patrón</a:t>
            </a:r>
            <a:endParaRPr lang="es-MX"/>
          </a:p>
        </p:txBody>
      </p:sp>
      <p:sp>
        <p:nvSpPr>
          <p:cNvPr id="1028" name="Text Placeholder 2"/>
          <p:cNvSpPr>
            <a:spLocks noGrp="1"/>
          </p:cNvSpPr>
          <p:nvPr>
            <p:ph type="body" idx="1"/>
          </p:nvPr>
        </p:nvSpPr>
        <p:spPr bwMode="auto">
          <a:xfrm>
            <a:off x="609600" y="1338943"/>
            <a:ext cx="10972800" cy="4800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933">
                <a:solidFill>
                  <a:srgbClr val="53565A"/>
                </a:solidFill>
                <a:latin typeface="Calibri" panose="020F0502020204030204" pitchFamily="34" charset="0"/>
                <a:ea typeface="+mn-ea"/>
                <a:cs typeface="Calibri" panose="020F0502020204030204" pitchFamily="34" charset="0"/>
              </a:defRPr>
            </a:lvl1pPr>
          </a:lstStyle>
          <a:p>
            <a:fld id="{75C13588-59D6-4741-948F-713B5D00015E}" type="slidenum">
              <a:rPr lang="es-MX" smtClean="0"/>
              <a:t>‹Nº›</a:t>
            </a:fld>
            <a:endParaRPr lang="es-MX"/>
          </a:p>
        </p:txBody>
      </p:sp>
      <p:pic>
        <p:nvPicPr>
          <p:cNvPr id="9" name="Imagen 8">
            <a:extLst>
              <a:ext uri="{FF2B5EF4-FFF2-40B4-BE49-F238E27FC236}">
                <a16:creationId xmlns:a16="http://schemas.microsoft.com/office/drawing/2014/main" id="{20BFA05D-292C-7FDF-6EBD-8F7561E1BBAE}"/>
              </a:ext>
            </a:extLst>
          </p:cNvPr>
          <p:cNvPicPr>
            <a:picLocks noChangeAspect="1"/>
          </p:cNvPicPr>
          <p:nvPr/>
        </p:nvPicPr>
        <p:blipFill>
          <a:blip r:embed="rId8"/>
          <a:stretch>
            <a:fillRect/>
          </a:stretch>
        </p:blipFill>
        <p:spPr>
          <a:xfrm>
            <a:off x="10439339" y="325689"/>
            <a:ext cx="810085" cy="426307"/>
          </a:xfrm>
          <a:prstGeom prst="rect">
            <a:avLst/>
          </a:prstGeom>
        </p:spPr>
      </p:pic>
      <p:sp>
        <p:nvSpPr>
          <p:cNvPr id="3" name="CuadroTexto 2">
            <a:extLst>
              <a:ext uri="{FF2B5EF4-FFF2-40B4-BE49-F238E27FC236}">
                <a16:creationId xmlns:a16="http://schemas.microsoft.com/office/drawing/2014/main" id="{B6450420-921C-12D8-6D2D-10B8D0616732}"/>
              </a:ext>
            </a:extLst>
          </p:cNvPr>
          <p:cNvSpPr txBox="1"/>
          <p:nvPr>
            <p:extLst>
              <p:ext uri="{1162E1C5-73C7-4A58-AE30-91384D911F3F}">
                <p184:classification xmlns:p184="http://schemas.microsoft.com/office/powerpoint/2018/4/main" val="ftr"/>
              </p:ext>
            </p:extLst>
          </p:nvPr>
        </p:nvSpPr>
        <p:spPr>
          <a:xfrm>
            <a:off x="5571300" y="6642100"/>
            <a:ext cx="1074737" cy="152400"/>
          </a:xfrm>
          <a:prstGeom prst="rect">
            <a:avLst/>
          </a:prstGeom>
        </p:spPr>
        <p:txBody>
          <a:bodyPr horzOverflow="overflow" lIns="0" tIns="0" rIns="0" bIns="0">
            <a:spAutoFit/>
          </a:bodyPr>
          <a:lstStyle/>
          <a:p>
            <a:pPr algn="l"/>
            <a:r>
              <a:rPr lang="es-MX" sz="1000">
                <a:solidFill>
                  <a:srgbClr val="000000">
                    <a:alpha val="50000"/>
                  </a:srgbClr>
                </a:solidFill>
                <a:latin typeface="Aptos" panose="020B0004020202020204" pitchFamily="34" charset="0"/>
              </a:rPr>
              <a:t>OXXO | Uso Interno</a:t>
            </a:r>
          </a:p>
        </p:txBody>
      </p:sp>
    </p:spTree>
    <p:extLst>
      <p:ext uri="{BB962C8B-B14F-4D97-AF65-F5344CB8AC3E}">
        <p14:creationId xmlns:p14="http://schemas.microsoft.com/office/powerpoint/2010/main" val="361436357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lgn="l" rtl="0" eaLnBrk="1" fontAlgn="base" hangingPunct="1">
        <a:spcBef>
          <a:spcPct val="0"/>
        </a:spcBef>
        <a:spcAft>
          <a:spcPct val="0"/>
        </a:spcAft>
        <a:defRPr sz="2133" b="1" kern="1200">
          <a:solidFill>
            <a:schemeClr val="tx1"/>
          </a:solidFill>
          <a:latin typeface="Calibri" panose="020F0502020204030204" pitchFamily="34" charset="0"/>
          <a:ea typeface="ＭＳ Ｐゴシック" charset="0"/>
          <a:cs typeface="Calibri" panose="020F0502020204030204" pitchFamily="34" charset="0"/>
        </a:defRPr>
      </a:lvl1pPr>
      <a:lvl2pPr algn="l" rtl="0" eaLnBrk="1" fontAlgn="base" hangingPunct="1">
        <a:spcBef>
          <a:spcPct val="0"/>
        </a:spcBef>
        <a:spcAft>
          <a:spcPct val="0"/>
        </a:spcAft>
        <a:defRPr sz="2667" b="1">
          <a:solidFill>
            <a:srgbClr val="404040"/>
          </a:solidFill>
          <a:latin typeface="Arial" charset="0"/>
          <a:ea typeface="ＭＳ Ｐゴシック" charset="0"/>
        </a:defRPr>
      </a:lvl2pPr>
      <a:lvl3pPr algn="l" rtl="0" eaLnBrk="1" fontAlgn="base" hangingPunct="1">
        <a:spcBef>
          <a:spcPct val="0"/>
        </a:spcBef>
        <a:spcAft>
          <a:spcPct val="0"/>
        </a:spcAft>
        <a:defRPr sz="2667" b="1">
          <a:solidFill>
            <a:srgbClr val="404040"/>
          </a:solidFill>
          <a:latin typeface="Arial" charset="0"/>
          <a:ea typeface="ＭＳ Ｐゴシック" charset="0"/>
        </a:defRPr>
      </a:lvl3pPr>
      <a:lvl4pPr algn="l" rtl="0" eaLnBrk="1" fontAlgn="base" hangingPunct="1">
        <a:spcBef>
          <a:spcPct val="0"/>
        </a:spcBef>
        <a:spcAft>
          <a:spcPct val="0"/>
        </a:spcAft>
        <a:defRPr sz="2667" b="1">
          <a:solidFill>
            <a:srgbClr val="404040"/>
          </a:solidFill>
          <a:latin typeface="Arial" charset="0"/>
          <a:ea typeface="ＭＳ Ｐゴシック" charset="0"/>
        </a:defRPr>
      </a:lvl4pPr>
      <a:lvl5pPr algn="l" rtl="0" eaLnBrk="1" fontAlgn="base" hangingPunct="1">
        <a:spcBef>
          <a:spcPct val="0"/>
        </a:spcBef>
        <a:spcAft>
          <a:spcPct val="0"/>
        </a:spcAft>
        <a:defRPr sz="2667" b="1">
          <a:solidFill>
            <a:srgbClr val="404040"/>
          </a:solidFill>
          <a:latin typeface="Arial" charset="0"/>
          <a:ea typeface="ＭＳ Ｐゴシック" charset="0"/>
        </a:defRPr>
      </a:lvl5pPr>
      <a:lvl6pPr marL="609585" algn="l" rtl="0" eaLnBrk="1" fontAlgn="base" hangingPunct="1">
        <a:spcBef>
          <a:spcPct val="0"/>
        </a:spcBef>
        <a:spcAft>
          <a:spcPct val="0"/>
        </a:spcAft>
        <a:defRPr sz="2933" b="1">
          <a:solidFill>
            <a:srgbClr val="840E27"/>
          </a:solidFill>
          <a:latin typeface="Arial" charset="0"/>
          <a:ea typeface="ＭＳ Ｐゴシック" charset="0"/>
        </a:defRPr>
      </a:lvl6pPr>
      <a:lvl7pPr marL="1219170" algn="l" rtl="0" eaLnBrk="1" fontAlgn="base" hangingPunct="1">
        <a:spcBef>
          <a:spcPct val="0"/>
        </a:spcBef>
        <a:spcAft>
          <a:spcPct val="0"/>
        </a:spcAft>
        <a:defRPr sz="2933" b="1">
          <a:solidFill>
            <a:srgbClr val="840E27"/>
          </a:solidFill>
          <a:latin typeface="Arial" charset="0"/>
          <a:ea typeface="ＭＳ Ｐゴシック" charset="0"/>
        </a:defRPr>
      </a:lvl7pPr>
      <a:lvl8pPr marL="1828754" algn="l" rtl="0" eaLnBrk="1" fontAlgn="base" hangingPunct="1">
        <a:spcBef>
          <a:spcPct val="0"/>
        </a:spcBef>
        <a:spcAft>
          <a:spcPct val="0"/>
        </a:spcAft>
        <a:defRPr sz="2933" b="1">
          <a:solidFill>
            <a:srgbClr val="840E27"/>
          </a:solidFill>
          <a:latin typeface="Arial" charset="0"/>
          <a:ea typeface="ＭＳ Ｐゴシック" charset="0"/>
        </a:defRPr>
      </a:lvl8pPr>
      <a:lvl9pPr marL="2438339" algn="l" rtl="0" eaLnBrk="1" fontAlgn="base" hangingPunct="1">
        <a:spcBef>
          <a:spcPct val="0"/>
        </a:spcBef>
        <a:spcAft>
          <a:spcPct val="0"/>
        </a:spcAft>
        <a:defRPr sz="2933" b="1">
          <a:solidFill>
            <a:srgbClr val="840E27"/>
          </a:solidFill>
          <a:latin typeface="Arial" charset="0"/>
          <a:ea typeface="ＭＳ Ｐゴシック" charset="0"/>
        </a:defRPr>
      </a:lvl9pPr>
    </p:titleStyle>
    <p:bodyStyle>
      <a:lvl1pPr marL="239178" indent="-239178" algn="just" rtl="0" eaLnBrk="1" fontAlgn="base" hangingPunct="1">
        <a:spcBef>
          <a:spcPts val="448"/>
        </a:spcBef>
        <a:spcAft>
          <a:spcPct val="0"/>
        </a:spcAft>
        <a:buClr>
          <a:srgbClr val="E22726"/>
        </a:buClr>
        <a:buSzPct val="100000"/>
        <a:buFont typeface="Wingdings" pitchFamily="2" charset="2"/>
        <a:buChar char="§"/>
        <a:defRPr sz="1867" kern="1200">
          <a:solidFill>
            <a:schemeClr val="tx1"/>
          </a:solidFill>
          <a:latin typeface="Calibri" panose="020F0502020204030204" pitchFamily="34" charset="0"/>
          <a:ea typeface="ＭＳ Ｐゴシック" charset="0"/>
          <a:cs typeface="Calibri" panose="020F0502020204030204" pitchFamily="34" charset="0"/>
        </a:defRPr>
      </a:lvl1pPr>
      <a:lvl2pPr marL="596885" indent="-357708" algn="just" rtl="0" eaLnBrk="1" fontAlgn="base" hangingPunct="1">
        <a:spcBef>
          <a:spcPts val="448"/>
        </a:spcBef>
        <a:spcAft>
          <a:spcPct val="0"/>
        </a:spcAft>
        <a:buClr>
          <a:srgbClr val="E22726"/>
        </a:buClr>
        <a:buFont typeface="Arial" charset="0"/>
        <a:buChar char="–"/>
        <a:defRPr sz="1867" kern="1200">
          <a:solidFill>
            <a:schemeClr val="tx1"/>
          </a:solidFill>
          <a:latin typeface="Calibri" panose="020F0502020204030204" pitchFamily="34" charset="0"/>
          <a:ea typeface="ＭＳ Ｐゴシック" charset="0"/>
          <a:cs typeface="Calibri" panose="020F0502020204030204" pitchFamily="34" charset="0"/>
        </a:defRPr>
      </a:lvl2pPr>
      <a:lvl3pPr marL="954593" indent="-357708" algn="just" rtl="0" eaLnBrk="1" fontAlgn="base" hangingPunct="1">
        <a:spcBef>
          <a:spcPts val="448"/>
        </a:spcBef>
        <a:spcAft>
          <a:spcPct val="0"/>
        </a:spcAft>
        <a:buClr>
          <a:srgbClr val="E22726"/>
        </a:buClr>
        <a:buSzPct val="100000"/>
        <a:buFont typeface="Arial" panose="020B0604020202020204" pitchFamily="34" charset="0"/>
        <a:buChar char="•"/>
        <a:defRPr sz="1867" kern="1200">
          <a:solidFill>
            <a:schemeClr val="tx1"/>
          </a:solidFill>
          <a:latin typeface="Calibri" panose="020F0502020204030204" pitchFamily="34" charset="0"/>
          <a:ea typeface="ＭＳ Ｐゴシック" charset="0"/>
          <a:cs typeface="Calibri" panose="020F0502020204030204" pitchFamily="34" charset="0"/>
        </a:defRPr>
      </a:lvl3pPr>
      <a:lvl4pPr marL="1314418" indent="-359824" algn="just" rtl="0" eaLnBrk="1" fontAlgn="base" hangingPunct="1">
        <a:spcBef>
          <a:spcPts val="448"/>
        </a:spcBef>
        <a:spcAft>
          <a:spcPct val="0"/>
        </a:spcAft>
        <a:buClr>
          <a:srgbClr val="E22726"/>
        </a:buClr>
        <a:buSzPct val="90000"/>
        <a:buFont typeface="Lucida Grande" charset="0"/>
        <a:buChar char="&gt;"/>
        <a:defRPr sz="1867" kern="1200">
          <a:solidFill>
            <a:schemeClr val="tx1"/>
          </a:solidFill>
          <a:latin typeface="Calibri" panose="020F0502020204030204" pitchFamily="34" charset="0"/>
          <a:ea typeface="ＭＳ Ｐゴシック" charset="0"/>
          <a:cs typeface="Calibri" panose="020F0502020204030204" pitchFamily="34" charset="0"/>
        </a:defRPr>
      </a:lvl4pPr>
      <a:lvl5pPr marL="1672125" indent="-357708" algn="just" rtl="0" eaLnBrk="1" fontAlgn="base" hangingPunct="1">
        <a:spcBef>
          <a:spcPts val="448"/>
        </a:spcBef>
        <a:spcAft>
          <a:spcPct val="0"/>
        </a:spcAft>
        <a:buClr>
          <a:srgbClr val="E22726"/>
        </a:buClr>
        <a:buSzPct val="60000"/>
        <a:buFont typeface="Wingdings" charset="2"/>
        <a:buChar char="u"/>
        <a:defRPr sz="1867" kern="1200">
          <a:solidFill>
            <a:schemeClr val="tx1"/>
          </a:solidFill>
          <a:latin typeface="Calibri" panose="020F0502020204030204" pitchFamily="34" charset="0"/>
          <a:ea typeface="ＭＳ Ｐゴシック" charset="0"/>
          <a:cs typeface="Calibri" panose="020F0502020204030204"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s-MX"/>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Imagen 6">
            <a:extLst>
              <a:ext uri="{FF2B5EF4-FFF2-40B4-BE49-F238E27FC236}">
                <a16:creationId xmlns:a16="http://schemas.microsoft.com/office/drawing/2014/main" id="{C122AED3-FD15-83A5-ECA7-6C9A81BC3D25}"/>
              </a:ext>
            </a:extLst>
          </p:cNvPr>
          <p:cNvPicPr>
            <a:picLocks noChangeAspect="1"/>
          </p:cNvPicPr>
          <p:nvPr/>
        </p:nvPicPr>
        <p:blipFill>
          <a:blip r:embed="rId7"/>
          <a:stretch>
            <a:fillRect/>
          </a:stretch>
        </p:blipFill>
        <p:spPr>
          <a:xfrm>
            <a:off x="0" y="0"/>
            <a:ext cx="12192000" cy="6858000"/>
          </a:xfrm>
          <a:prstGeom prst="rect">
            <a:avLst/>
          </a:prstGeom>
        </p:spPr>
      </p:pic>
      <p:sp>
        <p:nvSpPr>
          <p:cNvPr id="1027" name="Title Placeholder 1"/>
          <p:cNvSpPr>
            <a:spLocks noGrp="1"/>
          </p:cNvSpPr>
          <p:nvPr>
            <p:ph type="title"/>
          </p:nvPr>
        </p:nvSpPr>
        <p:spPr bwMode="auto">
          <a:xfrm>
            <a:off x="609601" y="149905"/>
            <a:ext cx="7898103" cy="777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normAutofit/>
          </a:bodyPr>
          <a:lstStyle/>
          <a:p>
            <a:pPr lvl="0"/>
            <a:r>
              <a:rPr lang="es-ES"/>
              <a:t>Haga clic para modificar el estilo de título del patrón</a:t>
            </a:r>
            <a:endParaRPr lang="es-MX"/>
          </a:p>
        </p:txBody>
      </p:sp>
      <p:sp>
        <p:nvSpPr>
          <p:cNvPr id="1028" name="Text Placeholder 2"/>
          <p:cNvSpPr>
            <a:spLocks noGrp="1"/>
          </p:cNvSpPr>
          <p:nvPr>
            <p:ph type="body" idx="1"/>
          </p:nvPr>
        </p:nvSpPr>
        <p:spPr bwMode="auto">
          <a:xfrm>
            <a:off x="609600" y="1338943"/>
            <a:ext cx="10972800" cy="48000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fontAlgn="auto">
              <a:spcBef>
                <a:spcPts val="0"/>
              </a:spcBef>
              <a:spcAft>
                <a:spcPts val="0"/>
              </a:spcAft>
              <a:defRPr sz="933">
                <a:solidFill>
                  <a:srgbClr val="53565A"/>
                </a:solidFill>
                <a:latin typeface="Calibri" panose="020F0502020204030204" pitchFamily="34" charset="0"/>
                <a:ea typeface="+mn-ea"/>
                <a:cs typeface="Calibri" panose="020F0502020204030204" pitchFamily="34" charset="0"/>
              </a:defRPr>
            </a:lvl1pPr>
          </a:lstStyle>
          <a:p>
            <a:fld id="{75C13588-59D6-4741-948F-713B5D00015E}" type="slidenum">
              <a:rPr lang="es-MX" smtClean="0"/>
              <a:t>‹#›</a:t>
            </a:fld>
            <a:endParaRPr lang="es-MX"/>
          </a:p>
        </p:txBody>
      </p:sp>
      <p:pic>
        <p:nvPicPr>
          <p:cNvPr id="9" name="Imagen 8">
            <a:extLst>
              <a:ext uri="{FF2B5EF4-FFF2-40B4-BE49-F238E27FC236}">
                <a16:creationId xmlns:a16="http://schemas.microsoft.com/office/drawing/2014/main" id="{20BFA05D-292C-7FDF-6EBD-8F7561E1BBAE}"/>
              </a:ext>
            </a:extLst>
          </p:cNvPr>
          <p:cNvPicPr>
            <a:picLocks noChangeAspect="1"/>
          </p:cNvPicPr>
          <p:nvPr/>
        </p:nvPicPr>
        <p:blipFill>
          <a:blip r:embed="rId8"/>
          <a:stretch>
            <a:fillRect/>
          </a:stretch>
        </p:blipFill>
        <p:spPr>
          <a:xfrm>
            <a:off x="10439339" y="325689"/>
            <a:ext cx="810085" cy="426307"/>
          </a:xfrm>
          <a:prstGeom prst="rect">
            <a:avLst/>
          </a:prstGeom>
        </p:spPr>
      </p:pic>
      <p:sp>
        <p:nvSpPr>
          <p:cNvPr id="3" name="CuadroTexto 2">
            <a:extLst>
              <a:ext uri="{FF2B5EF4-FFF2-40B4-BE49-F238E27FC236}">
                <a16:creationId xmlns:a16="http://schemas.microsoft.com/office/drawing/2014/main" id="{B6450420-921C-12D8-6D2D-10B8D0616732}"/>
              </a:ext>
            </a:extLst>
          </p:cNvPr>
          <p:cNvSpPr txBox="1"/>
          <p:nvPr>
            <p:extLst>
              <p:ext uri="{1162E1C5-73C7-4A58-AE30-91384D911F3F}">
                <p184:classification xmlns:p184="http://schemas.microsoft.com/office/powerpoint/2018/4/main" val="ftr"/>
              </p:ext>
            </p:extLst>
          </p:nvPr>
        </p:nvSpPr>
        <p:spPr>
          <a:xfrm>
            <a:off x="5571300" y="6642100"/>
            <a:ext cx="1074737" cy="152400"/>
          </a:xfrm>
          <a:prstGeom prst="rect">
            <a:avLst/>
          </a:prstGeom>
        </p:spPr>
        <p:txBody>
          <a:bodyPr horzOverflow="overflow" lIns="0" tIns="0" rIns="0" bIns="0">
            <a:spAutoFit/>
          </a:bodyPr>
          <a:lstStyle/>
          <a:p>
            <a:pPr algn="l"/>
            <a:r>
              <a:rPr lang="es-MX" sz="1000">
                <a:solidFill>
                  <a:srgbClr val="000000">
                    <a:alpha val="50000"/>
                  </a:srgbClr>
                </a:solidFill>
                <a:latin typeface="Aptos" panose="020B0004020202020204" pitchFamily="34" charset="0"/>
              </a:rPr>
              <a:t>OXXO | Uso Interno</a:t>
            </a:r>
          </a:p>
        </p:txBody>
      </p:sp>
    </p:spTree>
    <p:extLst>
      <p:ext uri="{BB962C8B-B14F-4D97-AF65-F5344CB8AC3E}">
        <p14:creationId xmlns:p14="http://schemas.microsoft.com/office/powerpoint/2010/main" val="3614363576"/>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Lst>
  <p:txStyles>
    <p:titleStyle>
      <a:lvl1pPr algn="l" rtl="0" eaLnBrk="1" fontAlgn="base" hangingPunct="1">
        <a:spcBef>
          <a:spcPct val="0"/>
        </a:spcBef>
        <a:spcAft>
          <a:spcPct val="0"/>
        </a:spcAft>
        <a:defRPr sz="2133" b="1" kern="1200">
          <a:solidFill>
            <a:schemeClr val="tx1"/>
          </a:solidFill>
          <a:latin typeface="Calibri" panose="020F0502020204030204" pitchFamily="34" charset="0"/>
          <a:ea typeface="ＭＳ Ｐゴシック" charset="0"/>
          <a:cs typeface="Calibri" panose="020F0502020204030204" pitchFamily="34" charset="0"/>
        </a:defRPr>
      </a:lvl1pPr>
      <a:lvl2pPr algn="l" rtl="0" eaLnBrk="1" fontAlgn="base" hangingPunct="1">
        <a:spcBef>
          <a:spcPct val="0"/>
        </a:spcBef>
        <a:spcAft>
          <a:spcPct val="0"/>
        </a:spcAft>
        <a:defRPr sz="2667" b="1">
          <a:solidFill>
            <a:srgbClr val="404040"/>
          </a:solidFill>
          <a:latin typeface="Arial" charset="0"/>
          <a:ea typeface="ＭＳ Ｐゴシック" charset="0"/>
        </a:defRPr>
      </a:lvl2pPr>
      <a:lvl3pPr algn="l" rtl="0" eaLnBrk="1" fontAlgn="base" hangingPunct="1">
        <a:spcBef>
          <a:spcPct val="0"/>
        </a:spcBef>
        <a:spcAft>
          <a:spcPct val="0"/>
        </a:spcAft>
        <a:defRPr sz="2667" b="1">
          <a:solidFill>
            <a:srgbClr val="404040"/>
          </a:solidFill>
          <a:latin typeface="Arial" charset="0"/>
          <a:ea typeface="ＭＳ Ｐゴシック" charset="0"/>
        </a:defRPr>
      </a:lvl3pPr>
      <a:lvl4pPr algn="l" rtl="0" eaLnBrk="1" fontAlgn="base" hangingPunct="1">
        <a:spcBef>
          <a:spcPct val="0"/>
        </a:spcBef>
        <a:spcAft>
          <a:spcPct val="0"/>
        </a:spcAft>
        <a:defRPr sz="2667" b="1">
          <a:solidFill>
            <a:srgbClr val="404040"/>
          </a:solidFill>
          <a:latin typeface="Arial" charset="0"/>
          <a:ea typeface="ＭＳ Ｐゴシック" charset="0"/>
        </a:defRPr>
      </a:lvl4pPr>
      <a:lvl5pPr algn="l" rtl="0" eaLnBrk="1" fontAlgn="base" hangingPunct="1">
        <a:spcBef>
          <a:spcPct val="0"/>
        </a:spcBef>
        <a:spcAft>
          <a:spcPct val="0"/>
        </a:spcAft>
        <a:defRPr sz="2667" b="1">
          <a:solidFill>
            <a:srgbClr val="404040"/>
          </a:solidFill>
          <a:latin typeface="Arial" charset="0"/>
          <a:ea typeface="ＭＳ Ｐゴシック" charset="0"/>
        </a:defRPr>
      </a:lvl5pPr>
      <a:lvl6pPr marL="609585" algn="l" rtl="0" eaLnBrk="1" fontAlgn="base" hangingPunct="1">
        <a:spcBef>
          <a:spcPct val="0"/>
        </a:spcBef>
        <a:spcAft>
          <a:spcPct val="0"/>
        </a:spcAft>
        <a:defRPr sz="2933" b="1">
          <a:solidFill>
            <a:srgbClr val="840E27"/>
          </a:solidFill>
          <a:latin typeface="Arial" charset="0"/>
          <a:ea typeface="ＭＳ Ｐゴシック" charset="0"/>
        </a:defRPr>
      </a:lvl6pPr>
      <a:lvl7pPr marL="1219170" algn="l" rtl="0" eaLnBrk="1" fontAlgn="base" hangingPunct="1">
        <a:spcBef>
          <a:spcPct val="0"/>
        </a:spcBef>
        <a:spcAft>
          <a:spcPct val="0"/>
        </a:spcAft>
        <a:defRPr sz="2933" b="1">
          <a:solidFill>
            <a:srgbClr val="840E27"/>
          </a:solidFill>
          <a:latin typeface="Arial" charset="0"/>
          <a:ea typeface="ＭＳ Ｐゴシック" charset="0"/>
        </a:defRPr>
      </a:lvl7pPr>
      <a:lvl8pPr marL="1828754" algn="l" rtl="0" eaLnBrk="1" fontAlgn="base" hangingPunct="1">
        <a:spcBef>
          <a:spcPct val="0"/>
        </a:spcBef>
        <a:spcAft>
          <a:spcPct val="0"/>
        </a:spcAft>
        <a:defRPr sz="2933" b="1">
          <a:solidFill>
            <a:srgbClr val="840E27"/>
          </a:solidFill>
          <a:latin typeface="Arial" charset="0"/>
          <a:ea typeface="ＭＳ Ｐゴシック" charset="0"/>
        </a:defRPr>
      </a:lvl8pPr>
      <a:lvl9pPr marL="2438339" algn="l" rtl="0" eaLnBrk="1" fontAlgn="base" hangingPunct="1">
        <a:spcBef>
          <a:spcPct val="0"/>
        </a:spcBef>
        <a:spcAft>
          <a:spcPct val="0"/>
        </a:spcAft>
        <a:defRPr sz="2933" b="1">
          <a:solidFill>
            <a:srgbClr val="840E27"/>
          </a:solidFill>
          <a:latin typeface="Arial" charset="0"/>
          <a:ea typeface="ＭＳ Ｐゴシック" charset="0"/>
        </a:defRPr>
      </a:lvl9pPr>
    </p:titleStyle>
    <p:bodyStyle>
      <a:lvl1pPr marL="239178" indent="-239178" algn="just" rtl="0" eaLnBrk="1" fontAlgn="base" hangingPunct="1">
        <a:spcBef>
          <a:spcPts val="448"/>
        </a:spcBef>
        <a:spcAft>
          <a:spcPct val="0"/>
        </a:spcAft>
        <a:buClr>
          <a:srgbClr val="E22726"/>
        </a:buClr>
        <a:buSzPct val="100000"/>
        <a:buFont typeface="Wingdings" pitchFamily="2" charset="2"/>
        <a:buChar char="§"/>
        <a:defRPr sz="1867" kern="1200">
          <a:solidFill>
            <a:schemeClr val="tx1"/>
          </a:solidFill>
          <a:latin typeface="Calibri" panose="020F0502020204030204" pitchFamily="34" charset="0"/>
          <a:ea typeface="ＭＳ Ｐゴシック" charset="0"/>
          <a:cs typeface="Calibri" panose="020F0502020204030204" pitchFamily="34" charset="0"/>
        </a:defRPr>
      </a:lvl1pPr>
      <a:lvl2pPr marL="596885" indent="-357708" algn="just" rtl="0" eaLnBrk="1" fontAlgn="base" hangingPunct="1">
        <a:spcBef>
          <a:spcPts val="448"/>
        </a:spcBef>
        <a:spcAft>
          <a:spcPct val="0"/>
        </a:spcAft>
        <a:buClr>
          <a:srgbClr val="E22726"/>
        </a:buClr>
        <a:buFont typeface="Arial" charset="0"/>
        <a:buChar char="–"/>
        <a:defRPr sz="1867" kern="1200">
          <a:solidFill>
            <a:schemeClr val="tx1"/>
          </a:solidFill>
          <a:latin typeface="Calibri" panose="020F0502020204030204" pitchFamily="34" charset="0"/>
          <a:ea typeface="ＭＳ Ｐゴシック" charset="0"/>
          <a:cs typeface="Calibri" panose="020F0502020204030204" pitchFamily="34" charset="0"/>
        </a:defRPr>
      </a:lvl2pPr>
      <a:lvl3pPr marL="954593" indent="-357708" algn="just" rtl="0" eaLnBrk="1" fontAlgn="base" hangingPunct="1">
        <a:spcBef>
          <a:spcPts val="448"/>
        </a:spcBef>
        <a:spcAft>
          <a:spcPct val="0"/>
        </a:spcAft>
        <a:buClr>
          <a:srgbClr val="E22726"/>
        </a:buClr>
        <a:buSzPct val="100000"/>
        <a:buFont typeface="Arial" panose="020B0604020202020204" pitchFamily="34" charset="0"/>
        <a:buChar char="•"/>
        <a:defRPr sz="1867" kern="1200">
          <a:solidFill>
            <a:schemeClr val="tx1"/>
          </a:solidFill>
          <a:latin typeface="Calibri" panose="020F0502020204030204" pitchFamily="34" charset="0"/>
          <a:ea typeface="ＭＳ Ｐゴシック" charset="0"/>
          <a:cs typeface="Calibri" panose="020F0502020204030204" pitchFamily="34" charset="0"/>
        </a:defRPr>
      </a:lvl3pPr>
      <a:lvl4pPr marL="1314418" indent="-359824" algn="just" rtl="0" eaLnBrk="1" fontAlgn="base" hangingPunct="1">
        <a:spcBef>
          <a:spcPts val="448"/>
        </a:spcBef>
        <a:spcAft>
          <a:spcPct val="0"/>
        </a:spcAft>
        <a:buClr>
          <a:srgbClr val="E22726"/>
        </a:buClr>
        <a:buSzPct val="90000"/>
        <a:buFont typeface="Lucida Grande" charset="0"/>
        <a:buChar char="&gt;"/>
        <a:defRPr sz="1867" kern="1200">
          <a:solidFill>
            <a:schemeClr val="tx1"/>
          </a:solidFill>
          <a:latin typeface="Calibri" panose="020F0502020204030204" pitchFamily="34" charset="0"/>
          <a:ea typeface="ＭＳ Ｐゴシック" charset="0"/>
          <a:cs typeface="Calibri" panose="020F0502020204030204" pitchFamily="34" charset="0"/>
        </a:defRPr>
      </a:lvl4pPr>
      <a:lvl5pPr marL="1672125" indent="-357708" algn="just" rtl="0" eaLnBrk="1" fontAlgn="base" hangingPunct="1">
        <a:spcBef>
          <a:spcPts val="448"/>
        </a:spcBef>
        <a:spcAft>
          <a:spcPct val="0"/>
        </a:spcAft>
        <a:buClr>
          <a:srgbClr val="E22726"/>
        </a:buClr>
        <a:buSzPct val="60000"/>
        <a:buFont typeface="Wingdings" charset="2"/>
        <a:buChar char="u"/>
        <a:defRPr sz="1867" kern="1200">
          <a:solidFill>
            <a:schemeClr val="tx1"/>
          </a:solidFill>
          <a:latin typeface="Calibri" panose="020F0502020204030204" pitchFamily="34" charset="0"/>
          <a:ea typeface="ＭＳ Ｐゴシック" charset="0"/>
          <a:cs typeface="Calibri" panose="020F0502020204030204" pitchFamily="34" charset="0"/>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s-MX"/>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8" Type="http://schemas.openxmlformats.org/officeDocument/2006/relationships/tags" Target="../tags/tag7.xml"/><Relationship Id="rId13" Type="http://schemas.openxmlformats.org/officeDocument/2006/relationships/tags" Target="../tags/tag12.xml"/><Relationship Id="rId3" Type="http://schemas.openxmlformats.org/officeDocument/2006/relationships/tags" Target="../tags/tag2.xml"/><Relationship Id="rId7" Type="http://schemas.openxmlformats.org/officeDocument/2006/relationships/tags" Target="../tags/tag6.xml"/><Relationship Id="rId12" Type="http://schemas.openxmlformats.org/officeDocument/2006/relationships/tags" Target="../tags/tag11.xml"/><Relationship Id="rId2" Type="http://schemas.openxmlformats.org/officeDocument/2006/relationships/tags" Target="../tags/tag1.xml"/><Relationship Id="rId16" Type="http://schemas.openxmlformats.org/officeDocument/2006/relationships/slideLayout" Target="../slideLayouts/slideLayout14.xml"/><Relationship Id="rId1" Type="http://schemas.openxmlformats.org/officeDocument/2006/relationships/themeOverride" Target="../theme/themeOverride1.xml"/><Relationship Id="rId6" Type="http://schemas.openxmlformats.org/officeDocument/2006/relationships/tags" Target="../tags/tag5.xml"/><Relationship Id="rId11" Type="http://schemas.openxmlformats.org/officeDocument/2006/relationships/tags" Target="../tags/tag10.xml"/><Relationship Id="rId5" Type="http://schemas.openxmlformats.org/officeDocument/2006/relationships/tags" Target="../tags/tag4.xml"/><Relationship Id="rId15" Type="http://schemas.openxmlformats.org/officeDocument/2006/relationships/tags" Target="../tags/tag14.xml"/><Relationship Id="rId10" Type="http://schemas.openxmlformats.org/officeDocument/2006/relationships/tags" Target="../tags/tag9.xml"/><Relationship Id="rId4" Type="http://schemas.openxmlformats.org/officeDocument/2006/relationships/tags" Target="../tags/tag3.xml"/><Relationship Id="rId9" Type="http://schemas.openxmlformats.org/officeDocument/2006/relationships/tags" Target="../tags/tag8.xml"/><Relationship Id="rId14" Type="http://schemas.openxmlformats.org/officeDocument/2006/relationships/tags" Target="../tags/tag13.xml"/></Relationships>
</file>

<file path=ppt/slides/_rels/slide4.xml.rels><?xml version="1.0" encoding="UTF-8" standalone="yes"?>
<Relationships xmlns="http://schemas.openxmlformats.org/package/2006/relationships"><Relationship Id="rId13" Type="http://schemas.openxmlformats.org/officeDocument/2006/relationships/tags" Target="../tags/tag27.xml"/><Relationship Id="rId18" Type="http://schemas.openxmlformats.org/officeDocument/2006/relationships/tags" Target="../tags/tag32.xml"/><Relationship Id="rId26" Type="http://schemas.openxmlformats.org/officeDocument/2006/relationships/tags" Target="../tags/tag40.xml"/><Relationship Id="rId39" Type="http://schemas.openxmlformats.org/officeDocument/2006/relationships/tags" Target="../tags/tag53.xml"/><Relationship Id="rId21" Type="http://schemas.openxmlformats.org/officeDocument/2006/relationships/tags" Target="../tags/tag35.xml"/><Relationship Id="rId34" Type="http://schemas.openxmlformats.org/officeDocument/2006/relationships/tags" Target="../tags/tag48.xml"/><Relationship Id="rId42" Type="http://schemas.openxmlformats.org/officeDocument/2006/relationships/tags" Target="../tags/tag56.xml"/><Relationship Id="rId47" Type="http://schemas.openxmlformats.org/officeDocument/2006/relationships/tags" Target="../tags/tag61.xml"/><Relationship Id="rId50" Type="http://schemas.openxmlformats.org/officeDocument/2006/relationships/tags" Target="../tags/tag64.xml"/><Relationship Id="rId55" Type="http://schemas.openxmlformats.org/officeDocument/2006/relationships/tags" Target="../tags/tag69.xml"/><Relationship Id="rId7" Type="http://schemas.openxmlformats.org/officeDocument/2006/relationships/tags" Target="../tags/tag21.xml"/><Relationship Id="rId2" Type="http://schemas.openxmlformats.org/officeDocument/2006/relationships/tags" Target="../tags/tag16.xml"/><Relationship Id="rId16" Type="http://schemas.openxmlformats.org/officeDocument/2006/relationships/tags" Target="../tags/tag30.xml"/><Relationship Id="rId29" Type="http://schemas.openxmlformats.org/officeDocument/2006/relationships/tags" Target="../tags/tag43.xml"/><Relationship Id="rId11" Type="http://schemas.openxmlformats.org/officeDocument/2006/relationships/tags" Target="../tags/tag25.xml"/><Relationship Id="rId24" Type="http://schemas.openxmlformats.org/officeDocument/2006/relationships/tags" Target="../tags/tag38.xml"/><Relationship Id="rId32" Type="http://schemas.openxmlformats.org/officeDocument/2006/relationships/tags" Target="../tags/tag46.xml"/><Relationship Id="rId37" Type="http://schemas.openxmlformats.org/officeDocument/2006/relationships/tags" Target="../tags/tag51.xml"/><Relationship Id="rId40" Type="http://schemas.openxmlformats.org/officeDocument/2006/relationships/tags" Target="../tags/tag54.xml"/><Relationship Id="rId45" Type="http://schemas.openxmlformats.org/officeDocument/2006/relationships/tags" Target="../tags/tag59.xml"/><Relationship Id="rId53" Type="http://schemas.openxmlformats.org/officeDocument/2006/relationships/tags" Target="../tags/tag67.xml"/><Relationship Id="rId58" Type="http://schemas.openxmlformats.org/officeDocument/2006/relationships/tags" Target="../tags/tag72.xml"/><Relationship Id="rId5" Type="http://schemas.openxmlformats.org/officeDocument/2006/relationships/tags" Target="../tags/tag19.xml"/><Relationship Id="rId19" Type="http://schemas.openxmlformats.org/officeDocument/2006/relationships/tags" Target="../tags/tag33.xml"/><Relationship Id="rId4" Type="http://schemas.openxmlformats.org/officeDocument/2006/relationships/tags" Target="../tags/tag18.xml"/><Relationship Id="rId9" Type="http://schemas.openxmlformats.org/officeDocument/2006/relationships/tags" Target="../tags/tag23.xml"/><Relationship Id="rId14" Type="http://schemas.openxmlformats.org/officeDocument/2006/relationships/tags" Target="../tags/tag28.xml"/><Relationship Id="rId22" Type="http://schemas.openxmlformats.org/officeDocument/2006/relationships/tags" Target="../tags/tag36.xml"/><Relationship Id="rId27" Type="http://schemas.openxmlformats.org/officeDocument/2006/relationships/tags" Target="../tags/tag41.xml"/><Relationship Id="rId30" Type="http://schemas.openxmlformats.org/officeDocument/2006/relationships/tags" Target="../tags/tag44.xml"/><Relationship Id="rId35" Type="http://schemas.openxmlformats.org/officeDocument/2006/relationships/tags" Target="../tags/tag49.xml"/><Relationship Id="rId43" Type="http://schemas.openxmlformats.org/officeDocument/2006/relationships/tags" Target="../tags/tag57.xml"/><Relationship Id="rId48" Type="http://schemas.openxmlformats.org/officeDocument/2006/relationships/tags" Target="../tags/tag62.xml"/><Relationship Id="rId56" Type="http://schemas.openxmlformats.org/officeDocument/2006/relationships/tags" Target="../tags/tag70.xml"/><Relationship Id="rId8" Type="http://schemas.openxmlformats.org/officeDocument/2006/relationships/tags" Target="../tags/tag22.xml"/><Relationship Id="rId51" Type="http://schemas.openxmlformats.org/officeDocument/2006/relationships/tags" Target="../tags/tag65.xml"/><Relationship Id="rId3" Type="http://schemas.openxmlformats.org/officeDocument/2006/relationships/tags" Target="../tags/tag17.xml"/><Relationship Id="rId12" Type="http://schemas.openxmlformats.org/officeDocument/2006/relationships/tags" Target="../tags/tag26.xml"/><Relationship Id="rId17" Type="http://schemas.openxmlformats.org/officeDocument/2006/relationships/tags" Target="../tags/tag31.xml"/><Relationship Id="rId25" Type="http://schemas.openxmlformats.org/officeDocument/2006/relationships/tags" Target="../tags/tag39.xml"/><Relationship Id="rId33" Type="http://schemas.openxmlformats.org/officeDocument/2006/relationships/tags" Target="../tags/tag47.xml"/><Relationship Id="rId38" Type="http://schemas.openxmlformats.org/officeDocument/2006/relationships/tags" Target="../tags/tag52.xml"/><Relationship Id="rId46" Type="http://schemas.openxmlformats.org/officeDocument/2006/relationships/tags" Target="../tags/tag60.xml"/><Relationship Id="rId59" Type="http://schemas.openxmlformats.org/officeDocument/2006/relationships/slideLayout" Target="../slideLayouts/slideLayout14.xml"/><Relationship Id="rId20" Type="http://schemas.openxmlformats.org/officeDocument/2006/relationships/tags" Target="../tags/tag34.xml"/><Relationship Id="rId41" Type="http://schemas.openxmlformats.org/officeDocument/2006/relationships/tags" Target="../tags/tag55.xml"/><Relationship Id="rId54" Type="http://schemas.openxmlformats.org/officeDocument/2006/relationships/tags" Target="../tags/tag68.xml"/><Relationship Id="rId1" Type="http://schemas.openxmlformats.org/officeDocument/2006/relationships/tags" Target="../tags/tag15.xml"/><Relationship Id="rId6" Type="http://schemas.openxmlformats.org/officeDocument/2006/relationships/tags" Target="../tags/tag20.xml"/><Relationship Id="rId15" Type="http://schemas.openxmlformats.org/officeDocument/2006/relationships/tags" Target="../tags/tag29.xml"/><Relationship Id="rId23" Type="http://schemas.openxmlformats.org/officeDocument/2006/relationships/tags" Target="../tags/tag37.xml"/><Relationship Id="rId28" Type="http://schemas.openxmlformats.org/officeDocument/2006/relationships/tags" Target="../tags/tag42.xml"/><Relationship Id="rId36" Type="http://schemas.openxmlformats.org/officeDocument/2006/relationships/tags" Target="../tags/tag50.xml"/><Relationship Id="rId49" Type="http://schemas.openxmlformats.org/officeDocument/2006/relationships/tags" Target="../tags/tag63.xml"/><Relationship Id="rId57" Type="http://schemas.openxmlformats.org/officeDocument/2006/relationships/tags" Target="../tags/tag71.xml"/><Relationship Id="rId10" Type="http://schemas.openxmlformats.org/officeDocument/2006/relationships/tags" Target="../tags/tag24.xml"/><Relationship Id="rId31" Type="http://schemas.openxmlformats.org/officeDocument/2006/relationships/tags" Target="../tags/tag45.xml"/><Relationship Id="rId44" Type="http://schemas.openxmlformats.org/officeDocument/2006/relationships/tags" Target="../tags/tag58.xml"/><Relationship Id="rId52" Type="http://schemas.openxmlformats.org/officeDocument/2006/relationships/tags" Target="../tags/tag66.xml"/></Relationships>
</file>

<file path=ppt/slides/_rels/slide5.xml.rels><?xml version="1.0" encoding="UTF-8" standalone="yes"?>
<Relationships xmlns="http://schemas.openxmlformats.org/package/2006/relationships"><Relationship Id="rId8" Type="http://schemas.openxmlformats.org/officeDocument/2006/relationships/image" Target="../media/image70.png"/><Relationship Id="rId13" Type="http://schemas.openxmlformats.org/officeDocument/2006/relationships/slide" Target="slide100.xml"/><Relationship Id="rId3" Type="http://schemas.openxmlformats.org/officeDocument/2006/relationships/image" Target="../media/image6.png"/><Relationship Id="rId7" Type="http://schemas.openxmlformats.org/officeDocument/2006/relationships/slide" Target="slide90.xml"/><Relationship Id="rId12" Type="http://schemas.openxmlformats.org/officeDocument/2006/relationships/image" Target="../media/image9.png"/><Relationship Id="rId2" Type="http://schemas.openxmlformats.org/officeDocument/2006/relationships/slideLayout" Target="../slideLayouts/slideLayout14.xml"/><Relationship Id="rId1" Type="http://schemas.openxmlformats.org/officeDocument/2006/relationships/themeOverride" Target="../theme/themeOverride2.xml"/><Relationship Id="rId6" Type="http://schemas.openxmlformats.org/officeDocument/2006/relationships/image" Target="../media/image7.png"/><Relationship Id="rId11" Type="http://schemas.openxmlformats.org/officeDocument/2006/relationships/image" Target="../media/image80.png"/><Relationship Id="rId5" Type="http://schemas.openxmlformats.org/officeDocument/2006/relationships/image" Target="../media/image60.png"/><Relationship Id="rId10" Type="http://schemas.openxmlformats.org/officeDocument/2006/relationships/slide" Target="slide60.xml"/><Relationship Id="rId4" Type="http://schemas.openxmlformats.org/officeDocument/2006/relationships/slide" Target="slide70.xml"/><Relationship Id="rId9" Type="http://schemas.openxmlformats.org/officeDocument/2006/relationships/image" Target="../media/image8.png"/><Relationship Id="rId14" Type="http://schemas.openxmlformats.org/officeDocument/2006/relationships/image" Target="../media/image90.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14.xml"/><Relationship Id="rId1" Type="http://schemas.openxmlformats.org/officeDocument/2006/relationships/themeOverride" Target="../theme/themeOverride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7.xml"/><Relationship Id="rId1" Type="http://schemas.openxmlformats.org/officeDocument/2006/relationships/themeOverride" Target="../theme/themeOverride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7.xml"/><Relationship Id="rId1" Type="http://schemas.openxmlformats.org/officeDocument/2006/relationships/themeOverride" Target="../theme/themeOverride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4.xml"/><Relationship Id="rId1" Type="http://schemas.openxmlformats.org/officeDocument/2006/relationships/themeOverride" Target="../theme/themeOverride6.xml"/><Relationship Id="rId5" Type="http://schemas.openxmlformats.org/officeDocument/2006/relationships/image" Target="../media/image11.png"/><Relationship Id="rId4" Type="http://schemas.openxmlformats.org/officeDocument/2006/relationships/slide" Target="slide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14.xml"/><Relationship Id="rId1" Type="http://schemas.openxmlformats.org/officeDocument/2006/relationships/themeOverride" Target="../theme/themeOverride7.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4.xml"/><Relationship Id="rId1" Type="http://schemas.openxmlformats.org/officeDocument/2006/relationships/themeOverride" Target="../theme/themeOverride8.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4.xml"/><Relationship Id="rId1" Type="http://schemas.openxmlformats.org/officeDocument/2006/relationships/tags" Target="../tags/tag7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0.xml"/></Relationships>
</file>

<file path=ppt/slides/_rels/slide60.xml.rels><?xml version="1.0" encoding="UTF-8" standalone="yes"?>
<Relationships xmlns="http://schemas.openxmlformats.org/package/2006/relationships"><Relationship Id="rId2" Type="http://schemas.openxmlformats.org/officeDocument/2006/relationships/slideLayout" Target="../slideLayouts/slideLayout140.xml"/><Relationship Id="rId1" Type="http://schemas.openxmlformats.org/officeDocument/2006/relationships/themeOverride" Target="../theme/themeOverride30.xml"/></Relationships>
</file>

<file path=ppt/slides/_rels/slide70.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10.xml"/><Relationship Id="rId7" Type="http://schemas.openxmlformats.org/officeDocument/2006/relationships/image" Target="../media/image13.png"/><Relationship Id="rId2" Type="http://schemas.openxmlformats.org/officeDocument/2006/relationships/slideLayout" Target="../slideLayouts/slideLayout170.xml"/><Relationship Id="rId1" Type="http://schemas.openxmlformats.org/officeDocument/2006/relationships/themeOverride" Target="../theme/themeOverride40.xml"/><Relationship Id="rId6" Type="http://schemas.openxmlformats.org/officeDocument/2006/relationships/image" Target="../media/image120.png"/><Relationship Id="rId5" Type="http://schemas.openxmlformats.org/officeDocument/2006/relationships/image" Target="../media/image110.png"/><Relationship Id="rId4" Type="http://schemas.openxmlformats.org/officeDocument/2006/relationships/image" Target="../media/image100.png"/></Relationships>
</file>

<file path=ppt/slides/_rels/slide9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140.xml"/><Relationship Id="rId1" Type="http://schemas.openxmlformats.org/officeDocument/2006/relationships/themeOverride" Target="../theme/themeOverride60.xml"/><Relationship Id="rId5" Type="http://schemas.openxmlformats.org/officeDocument/2006/relationships/image" Target="../media/image11.png"/><Relationship Id="rId4" Type="http://schemas.openxmlformats.org/officeDocument/2006/relationships/slide" Target="slide20.xml"/></Relationships>
</file>

<file path=ppt/slides/_rels/slide100.xml.rels><?xml version="1.0" encoding="UTF-8" standalone="yes"?>
<Relationships xmlns="http://schemas.openxmlformats.org/package/2006/relationships"><Relationship Id="rId2" Type="http://schemas.openxmlformats.org/officeDocument/2006/relationships/slideLayout" Target="../slideLayouts/slideLayout140.xml"/><Relationship Id="rId1" Type="http://schemas.openxmlformats.org/officeDocument/2006/relationships/themeOverride" Target="../theme/themeOverride7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a:extLst>
              <a:ext uri="{FF2B5EF4-FFF2-40B4-BE49-F238E27FC236}">
                <a16:creationId xmlns:a16="http://schemas.microsoft.com/office/drawing/2014/main" id="{BCC94514-1502-7445-9201-7BD20CD9B125}"/>
              </a:ext>
            </a:extLst>
          </p:cNvPr>
          <p:cNvSpPr>
            <a:spLocks noGrp="1"/>
          </p:cNvSpPr>
          <p:nvPr>
            <p:ph type="title"/>
          </p:nvPr>
        </p:nvSpPr>
        <p:spPr/>
        <p:txBody>
          <a:bodyPr/>
          <a:lstStyle/>
          <a:p>
            <a:r>
              <a:rPr lang="es-ES_tradnl" dirty="0" err="1"/>
              <a:t>Fit</a:t>
            </a:r>
            <a:r>
              <a:rPr lang="es-ES_tradnl" dirty="0"/>
              <a:t> </a:t>
            </a:r>
            <a:r>
              <a:rPr lang="es-ES_tradnl" dirty="0" err="1"/>
              <a:t>for</a:t>
            </a:r>
            <a:r>
              <a:rPr lang="es-ES_tradnl" dirty="0"/>
              <a:t> </a:t>
            </a:r>
            <a:r>
              <a:rPr lang="es-ES_tradnl" dirty="0" err="1"/>
              <a:t>Purpose</a:t>
            </a:r>
            <a:r>
              <a:rPr lang="es-ES_tradnl" dirty="0"/>
              <a:t> 2026</a:t>
            </a:r>
            <a:br>
              <a:rPr lang="es-ES_tradnl" dirty="0"/>
            </a:br>
            <a:r>
              <a:rPr lang="es-ES_tradnl" b="1" dirty="0"/>
              <a:t>Director Fiscal y Contraloría</a:t>
            </a:r>
            <a:br>
              <a:rPr lang="es-ES_tradnl" b="1" dirty="0"/>
            </a:br>
            <a:r>
              <a:rPr lang="es-ES_tradnl" sz="2400" b="0" i="1" dirty="0"/>
              <a:t>Etapa de Detalle de actividades e interacciones</a:t>
            </a:r>
          </a:p>
        </p:txBody>
      </p:sp>
      <p:sp>
        <p:nvSpPr>
          <p:cNvPr id="2" name="CuadroTexto 1">
            <a:extLst>
              <a:ext uri="{FF2B5EF4-FFF2-40B4-BE49-F238E27FC236}">
                <a16:creationId xmlns:a16="http://schemas.microsoft.com/office/drawing/2014/main" id="{E9847210-94E5-A154-DA52-73E17453356B}"/>
              </a:ext>
            </a:extLst>
          </p:cNvPr>
          <p:cNvSpPr txBox="1"/>
          <p:nvPr/>
        </p:nvSpPr>
        <p:spPr>
          <a:xfrm>
            <a:off x="10553700" y="6324600"/>
            <a:ext cx="1800225" cy="369332"/>
          </a:xfrm>
          <a:prstGeom prst="rect">
            <a:avLst/>
          </a:prstGeom>
          <a:noFill/>
        </p:spPr>
        <p:txBody>
          <a:bodyPr wrap="square" rtlCol="0">
            <a:spAutoFit/>
          </a:bodyPr>
          <a:lstStyle/>
          <a:p>
            <a:pPr algn="l"/>
            <a:r>
              <a:rPr lang="es-MX" dirty="0">
                <a:solidFill>
                  <a:schemeClr val="bg1"/>
                </a:solidFill>
                <a:latin typeface="Calibri" panose="020F0502020204030204" pitchFamily="34" charset="0"/>
                <a:cs typeface="Calibri" panose="020F0502020204030204" pitchFamily="34" charset="0"/>
              </a:rPr>
              <a:t>Marzo 2026</a:t>
            </a:r>
          </a:p>
        </p:txBody>
      </p:sp>
    </p:spTree>
    <p:extLst>
      <p:ext uri="{BB962C8B-B14F-4D97-AF65-F5344CB8AC3E}">
        <p14:creationId xmlns:p14="http://schemas.microsoft.com/office/powerpoint/2010/main" val="3748555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C3242F-D6B6-8883-7120-F7EB9B266701}"/>
              </a:ext>
            </a:extLst>
          </p:cNvPr>
          <p:cNvSpPr>
            <a:spLocks noGrp="1"/>
          </p:cNvSpPr>
          <p:nvPr>
            <p:ph type="title"/>
          </p:nvPr>
        </p:nvSpPr>
        <p:spPr/>
        <p:txBody>
          <a:bodyPr/>
          <a:lstStyle/>
          <a:p>
            <a:r>
              <a:rPr lang="es-MX"/>
              <a:t>Agenda</a:t>
            </a:r>
          </a:p>
        </p:txBody>
      </p:sp>
      <p:graphicFrame>
        <p:nvGraphicFramePr>
          <p:cNvPr id="4" name="Tabla 3">
            <a:extLst>
              <a:ext uri="{FF2B5EF4-FFF2-40B4-BE49-F238E27FC236}">
                <a16:creationId xmlns:a16="http://schemas.microsoft.com/office/drawing/2014/main" id="{F1AB196A-457C-18CD-BDE7-8779FF023506}"/>
              </a:ext>
            </a:extLst>
          </p:cNvPr>
          <p:cNvGraphicFramePr>
            <a:graphicFrameLocks noGrp="1"/>
          </p:cNvGraphicFramePr>
          <p:nvPr>
            <p:extLst>
              <p:ext uri="{D42A27DB-BD31-4B8C-83A1-F6EECF244321}">
                <p14:modId xmlns:p14="http://schemas.microsoft.com/office/powerpoint/2010/main" val="1637974216"/>
              </p:ext>
            </p:extLst>
          </p:nvPr>
        </p:nvGraphicFramePr>
        <p:xfrm>
          <a:off x="844325" y="1401763"/>
          <a:ext cx="7661275" cy="2770187"/>
        </p:xfrm>
        <a:graphic>
          <a:graphicData uri="http://schemas.openxmlformats.org/drawingml/2006/table">
            <a:tbl>
              <a:tblPr/>
              <a:tblGrid>
                <a:gridCol w="4662996">
                  <a:extLst>
                    <a:ext uri="{9D8B030D-6E8A-4147-A177-3AD203B41FA5}">
                      <a16:colId xmlns:a16="http://schemas.microsoft.com/office/drawing/2014/main" val="1534947559"/>
                    </a:ext>
                  </a:extLst>
                </a:gridCol>
                <a:gridCol w="2998279">
                  <a:extLst>
                    <a:ext uri="{9D8B030D-6E8A-4147-A177-3AD203B41FA5}">
                      <a16:colId xmlns:a16="http://schemas.microsoft.com/office/drawing/2014/main" val="2121972609"/>
                    </a:ext>
                  </a:extLst>
                </a:gridCol>
              </a:tblGrid>
              <a:tr h="361950">
                <a:tc>
                  <a:txBody>
                    <a:bodyPr/>
                    <a:lstStyle/>
                    <a:p>
                      <a:pPr algn="l" fontAlgn="base">
                        <a:lnSpc>
                          <a:spcPts val="1950"/>
                        </a:lnSpc>
                        <a:buNone/>
                      </a:pPr>
                      <a:r>
                        <a:rPr lang="en-US" sz="2000" b="1" i="0" cap="all" dirty="0">
                          <a:solidFill>
                            <a:srgbClr val="000000"/>
                          </a:solidFill>
                          <a:effectLst/>
                          <a:latin typeface="+mj-lt"/>
                        </a:rPr>
                        <a:t>Tema</a:t>
                      </a:r>
                      <a:endParaRPr lang="en-US" sz="3200" b="1" i="0" dirty="0">
                        <a:solidFill>
                          <a:srgbClr val="FFFFFF"/>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748" cap="flat" cmpd="sng" algn="ctr">
                      <a:solidFill>
                        <a:srgbClr val="B79C8F"/>
                      </a:solidFill>
                      <a:prstDash val="solid"/>
                      <a:round/>
                      <a:headEnd type="none" w="med" len="med"/>
                      <a:tailEnd type="none" w="med" len="med"/>
                    </a:lnB>
                    <a:noFill/>
                  </a:tcPr>
                </a:tc>
                <a:tc>
                  <a:txBody>
                    <a:bodyPr/>
                    <a:lstStyle/>
                    <a:p>
                      <a:pPr algn="ctr" fontAlgn="base">
                        <a:lnSpc>
                          <a:spcPts val="1950"/>
                        </a:lnSpc>
                        <a:buNone/>
                      </a:pPr>
                      <a:r>
                        <a:rPr lang="en-US" sz="2000" b="1" i="0" cap="all" dirty="0">
                          <a:solidFill>
                            <a:srgbClr val="000000"/>
                          </a:solidFill>
                          <a:effectLst/>
                          <a:latin typeface="+mj-lt"/>
                        </a:rPr>
                        <a:t>Tiempo (min)</a:t>
                      </a:r>
                      <a:r>
                        <a:rPr lang="en-US" sz="2000" b="1" i="0" dirty="0">
                          <a:solidFill>
                            <a:srgbClr val="FFFFFF"/>
                          </a:solidFill>
                          <a:effectLst/>
                          <a:latin typeface="+mj-lt"/>
                        </a:rPr>
                        <a:t>​</a:t>
                      </a:r>
                      <a:endParaRPr lang="en-US" sz="3200" b="1" i="0" dirty="0">
                        <a:solidFill>
                          <a:srgbClr val="FFFFFF"/>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1748" cap="flat" cmpd="sng" algn="ctr">
                      <a:solidFill>
                        <a:srgbClr val="B79C8F"/>
                      </a:solidFill>
                      <a:prstDash val="solid"/>
                      <a:round/>
                      <a:headEnd type="none" w="med" len="med"/>
                      <a:tailEnd type="none" w="med" len="med"/>
                    </a:lnB>
                    <a:noFill/>
                  </a:tcPr>
                </a:tc>
                <a:extLst>
                  <a:ext uri="{0D108BD9-81ED-4DB2-BD59-A6C34878D82A}">
                    <a16:rowId xmlns:a16="http://schemas.microsoft.com/office/drawing/2014/main" val="4088306504"/>
                  </a:ext>
                </a:extLst>
              </a:tr>
              <a:tr h="427037">
                <a:tc>
                  <a:txBody>
                    <a:bodyPr/>
                    <a:lstStyle/>
                    <a:p>
                      <a:pPr algn="l" fontAlgn="base">
                        <a:lnSpc>
                          <a:spcPts val="1575"/>
                        </a:lnSpc>
                        <a:buNone/>
                      </a:pPr>
                      <a:r>
                        <a:rPr lang="en-US" sz="1600" b="1" i="0" dirty="0" err="1">
                          <a:solidFill>
                            <a:srgbClr val="000000"/>
                          </a:solidFill>
                          <a:effectLst/>
                          <a:latin typeface="+mj-lt"/>
                        </a:rPr>
                        <a:t>Racional</a:t>
                      </a:r>
                      <a:r>
                        <a:rPr lang="en-US" sz="1600" b="1" i="0" dirty="0">
                          <a:solidFill>
                            <a:srgbClr val="000000"/>
                          </a:solidFill>
                          <a:effectLst/>
                          <a:latin typeface="+mj-lt"/>
                        </a:rPr>
                        <a:t> Fit for Purpose</a:t>
                      </a:r>
                      <a:r>
                        <a:rPr lang="en-US" sz="1600" b="0" i="0" dirty="0">
                          <a:solidFill>
                            <a:srgbClr val="000000"/>
                          </a:solidFill>
                          <a:effectLst/>
                          <a:latin typeface="+mj-lt"/>
                        </a:rPr>
                        <a:t>​</a:t>
                      </a:r>
                      <a:endParaRPr lang="en-US" sz="3200" b="0" i="0" dirty="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748" cap="flat" cmpd="sng" algn="ctr">
                      <a:solidFill>
                        <a:srgbClr val="B79C8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fontAlgn="base">
                        <a:lnSpc>
                          <a:spcPts val="1575"/>
                        </a:lnSpc>
                        <a:buNone/>
                      </a:pPr>
                      <a:r>
                        <a:rPr lang="en-US" sz="1600" b="0" i="0" dirty="0">
                          <a:solidFill>
                            <a:srgbClr val="000000"/>
                          </a:solidFill>
                          <a:effectLst/>
                          <a:latin typeface="+mj-lt"/>
                        </a:rPr>
                        <a:t>5​</a:t>
                      </a:r>
                      <a:endParaRPr lang="en-US" sz="3200" b="0" i="0" dirty="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1748" cap="flat" cmpd="sng" algn="ctr">
                      <a:solidFill>
                        <a:srgbClr val="B79C8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3278488755"/>
                  </a:ext>
                </a:extLst>
              </a:tr>
              <a:tr h="330200">
                <a:tc>
                  <a:txBody>
                    <a:bodyPr/>
                    <a:lstStyle/>
                    <a:p>
                      <a:pPr algn="l" fontAlgn="base">
                        <a:lnSpc>
                          <a:spcPts val="1575"/>
                        </a:lnSpc>
                        <a:buNone/>
                      </a:pPr>
                      <a:r>
                        <a:rPr lang="en-US" sz="1600" b="1" i="0" dirty="0" err="1">
                          <a:solidFill>
                            <a:srgbClr val="000000"/>
                          </a:solidFill>
                          <a:effectLst/>
                          <a:latin typeface="+mj-lt"/>
                        </a:rPr>
                        <a:t>Alcance</a:t>
                      </a:r>
                      <a:r>
                        <a:rPr lang="en-US" sz="1600" b="1" i="0" dirty="0">
                          <a:solidFill>
                            <a:srgbClr val="000000"/>
                          </a:solidFill>
                          <a:effectLst/>
                          <a:latin typeface="+mj-lt"/>
                        </a:rPr>
                        <a:t> 2026</a:t>
                      </a:r>
                      <a:r>
                        <a:rPr lang="en-US" sz="1600" b="0" i="0" dirty="0">
                          <a:solidFill>
                            <a:srgbClr val="000000"/>
                          </a:solidFill>
                          <a:effectLst/>
                          <a:latin typeface="+mj-lt"/>
                        </a:rPr>
                        <a:t>​</a:t>
                      </a:r>
                      <a:endParaRPr lang="en-US" sz="3200" b="0" i="0" dirty="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fontAlgn="base">
                        <a:lnSpc>
                          <a:spcPts val="1575"/>
                        </a:lnSpc>
                        <a:buNone/>
                      </a:pPr>
                      <a:r>
                        <a:rPr lang="en-US" sz="1600" b="0" i="0">
                          <a:solidFill>
                            <a:srgbClr val="000000"/>
                          </a:solidFill>
                          <a:effectLst/>
                          <a:latin typeface="+mj-lt"/>
                        </a:rPr>
                        <a:t>5​</a:t>
                      </a:r>
                      <a:endParaRPr lang="en-US" sz="3200" b="0" i="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727618535"/>
                  </a:ext>
                </a:extLst>
              </a:tr>
              <a:tr h="330200">
                <a:tc>
                  <a:txBody>
                    <a:bodyPr/>
                    <a:lstStyle/>
                    <a:p>
                      <a:pPr algn="l" fontAlgn="base">
                        <a:lnSpc>
                          <a:spcPts val="1575"/>
                        </a:lnSpc>
                        <a:buNone/>
                      </a:pPr>
                      <a:r>
                        <a:rPr lang="en-US" sz="1600" b="1" i="0">
                          <a:solidFill>
                            <a:srgbClr val="000000"/>
                          </a:solidFill>
                          <a:effectLst/>
                          <a:latin typeface="+mj-lt"/>
                        </a:rPr>
                        <a:t>Percepción inicial</a:t>
                      </a:r>
                      <a:r>
                        <a:rPr lang="en-US" sz="1600" b="0" i="0">
                          <a:solidFill>
                            <a:srgbClr val="000000"/>
                          </a:solidFill>
                          <a:effectLst/>
                          <a:latin typeface="+mj-lt"/>
                        </a:rPr>
                        <a:t>​</a:t>
                      </a:r>
                      <a:endParaRPr lang="en-US" sz="3200" b="0" i="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fontAlgn="base">
                        <a:lnSpc>
                          <a:spcPts val="1575"/>
                        </a:lnSpc>
                        <a:buNone/>
                      </a:pPr>
                      <a:r>
                        <a:rPr lang="en-US" sz="1600" b="0" i="0" dirty="0">
                          <a:solidFill>
                            <a:srgbClr val="000000"/>
                          </a:solidFill>
                          <a:effectLst/>
                          <a:latin typeface="+mj-lt"/>
                        </a:rPr>
                        <a:t>5​</a:t>
                      </a:r>
                      <a:endParaRPr lang="en-US" sz="3200" b="0" i="0" dirty="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781196249"/>
                  </a:ext>
                </a:extLst>
              </a:tr>
              <a:tr h="330200">
                <a:tc>
                  <a:txBody>
                    <a:bodyPr/>
                    <a:lstStyle/>
                    <a:p>
                      <a:pPr algn="l" fontAlgn="base">
                        <a:lnSpc>
                          <a:spcPts val="1575"/>
                        </a:lnSpc>
                        <a:buNone/>
                      </a:pPr>
                      <a:r>
                        <a:rPr lang="en-US" sz="1600" b="1" i="0">
                          <a:solidFill>
                            <a:srgbClr val="000000"/>
                          </a:solidFill>
                          <a:effectLst/>
                          <a:latin typeface="+mj-lt"/>
                        </a:rPr>
                        <a:t>Descripción de puesto L2</a:t>
                      </a:r>
                      <a:r>
                        <a:rPr lang="en-US" sz="1600" b="0" i="0">
                          <a:solidFill>
                            <a:srgbClr val="000000"/>
                          </a:solidFill>
                          <a:effectLst/>
                          <a:latin typeface="+mj-lt"/>
                        </a:rPr>
                        <a:t>​</a:t>
                      </a:r>
                      <a:endParaRPr lang="en-US" sz="3200" b="0" i="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fontAlgn="base">
                        <a:lnSpc>
                          <a:spcPts val="1575"/>
                        </a:lnSpc>
                        <a:buNone/>
                      </a:pPr>
                      <a:r>
                        <a:rPr lang="en-US" sz="1600" b="0" i="0">
                          <a:solidFill>
                            <a:srgbClr val="000000"/>
                          </a:solidFill>
                          <a:effectLst/>
                          <a:latin typeface="+mj-lt"/>
                        </a:rPr>
                        <a:t>30​</a:t>
                      </a:r>
                      <a:endParaRPr lang="en-US" sz="3200" b="0" i="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769749334"/>
                  </a:ext>
                </a:extLst>
              </a:tr>
              <a:tr h="330200">
                <a:tc>
                  <a:txBody>
                    <a:bodyPr/>
                    <a:lstStyle/>
                    <a:p>
                      <a:pPr algn="l" fontAlgn="base">
                        <a:lnSpc>
                          <a:spcPts val="1575"/>
                        </a:lnSpc>
                        <a:buNone/>
                      </a:pPr>
                      <a:r>
                        <a:rPr lang="en-US" sz="1600" b="1" i="0">
                          <a:solidFill>
                            <a:srgbClr val="000000"/>
                          </a:solidFill>
                          <a:effectLst/>
                          <a:latin typeface="+mj-lt"/>
                        </a:rPr>
                        <a:t>Principales contribuciones del área</a:t>
                      </a:r>
                      <a:r>
                        <a:rPr lang="en-US" sz="1600" b="0" i="0">
                          <a:solidFill>
                            <a:srgbClr val="000000"/>
                          </a:solidFill>
                          <a:effectLst/>
                          <a:latin typeface="+mj-lt"/>
                        </a:rPr>
                        <a:t>​</a:t>
                      </a:r>
                      <a:endParaRPr lang="en-US" sz="3200" b="0" i="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fontAlgn="base">
                        <a:lnSpc>
                          <a:spcPts val="1575"/>
                        </a:lnSpc>
                        <a:buNone/>
                      </a:pPr>
                      <a:r>
                        <a:rPr lang="en-US" sz="1600" b="0" i="0" dirty="0">
                          <a:solidFill>
                            <a:srgbClr val="000000"/>
                          </a:solidFill>
                          <a:effectLst/>
                          <a:latin typeface="+mj-lt"/>
                        </a:rPr>
                        <a:t>15​</a:t>
                      </a:r>
                      <a:endParaRPr lang="en-US" sz="3200" b="0" i="0" dirty="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4092491149"/>
                  </a:ext>
                </a:extLst>
              </a:tr>
              <a:tr h="330200">
                <a:tc>
                  <a:txBody>
                    <a:bodyPr/>
                    <a:lstStyle/>
                    <a:p>
                      <a:pPr algn="l" fontAlgn="base">
                        <a:lnSpc>
                          <a:spcPts val="1575"/>
                        </a:lnSpc>
                        <a:buNone/>
                      </a:pPr>
                      <a:r>
                        <a:rPr lang="es-MX" sz="1600" b="1" i="0">
                          <a:solidFill>
                            <a:srgbClr val="000000"/>
                          </a:solidFill>
                          <a:effectLst/>
                          <a:latin typeface="+mj-lt"/>
                        </a:rPr>
                        <a:t>Interacciones entre áreas y procesos clave</a:t>
                      </a:r>
                      <a:r>
                        <a:rPr lang="es-MX" sz="1600" b="0" i="0">
                          <a:solidFill>
                            <a:srgbClr val="000000"/>
                          </a:solidFill>
                          <a:effectLst/>
                          <a:latin typeface="+mj-lt"/>
                        </a:rPr>
                        <a:t>​</a:t>
                      </a:r>
                      <a:endParaRPr lang="es-MX" sz="3200" b="0" i="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fontAlgn="base">
                        <a:lnSpc>
                          <a:spcPts val="1575"/>
                        </a:lnSpc>
                        <a:buNone/>
                      </a:pPr>
                      <a:r>
                        <a:rPr lang="en-US" sz="1600" b="0" i="0" dirty="0">
                          <a:solidFill>
                            <a:srgbClr val="000000"/>
                          </a:solidFill>
                          <a:effectLst/>
                          <a:latin typeface="+mj-lt"/>
                        </a:rPr>
                        <a:t>15​</a:t>
                      </a:r>
                      <a:endParaRPr lang="en-US" sz="3200" b="0" i="0" dirty="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24575338"/>
                  </a:ext>
                </a:extLst>
              </a:tr>
              <a:tr h="330200">
                <a:tc>
                  <a:txBody>
                    <a:bodyPr/>
                    <a:lstStyle/>
                    <a:p>
                      <a:pPr algn="l" fontAlgn="base">
                        <a:lnSpc>
                          <a:spcPts val="1575"/>
                        </a:lnSpc>
                        <a:buNone/>
                      </a:pPr>
                      <a:r>
                        <a:rPr lang="en-US" sz="1600" b="1" i="0" dirty="0" err="1">
                          <a:solidFill>
                            <a:srgbClr val="000000"/>
                          </a:solidFill>
                          <a:effectLst/>
                          <a:latin typeface="+mj-lt"/>
                        </a:rPr>
                        <a:t>Siguientes</a:t>
                      </a:r>
                      <a:r>
                        <a:rPr lang="en-US" sz="1600" b="1" i="0" dirty="0">
                          <a:solidFill>
                            <a:srgbClr val="000000"/>
                          </a:solidFill>
                          <a:effectLst/>
                          <a:latin typeface="+mj-lt"/>
                        </a:rPr>
                        <a:t> pasos</a:t>
                      </a:r>
                      <a:r>
                        <a:rPr lang="en-US" sz="1600" b="0" i="0" dirty="0">
                          <a:solidFill>
                            <a:srgbClr val="000000"/>
                          </a:solidFill>
                          <a:effectLst/>
                          <a:latin typeface="+mj-lt"/>
                        </a:rPr>
                        <a:t>​</a:t>
                      </a:r>
                      <a:endParaRPr lang="en-US" sz="3200" b="0" i="0" dirty="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tc>
                  <a:txBody>
                    <a:bodyPr/>
                    <a:lstStyle/>
                    <a:p>
                      <a:pPr algn="ctr" fontAlgn="base">
                        <a:lnSpc>
                          <a:spcPts val="1575"/>
                        </a:lnSpc>
                        <a:buNone/>
                      </a:pPr>
                      <a:r>
                        <a:rPr lang="en-US" sz="1600" b="0" i="0" dirty="0">
                          <a:solidFill>
                            <a:srgbClr val="000000"/>
                          </a:solidFill>
                          <a:effectLst/>
                          <a:latin typeface="+mj-lt"/>
                        </a:rPr>
                        <a:t>5​</a:t>
                      </a:r>
                      <a:endParaRPr lang="en-US" sz="3200" b="0" i="0" dirty="0">
                        <a:solidFill>
                          <a:srgbClr val="000000"/>
                        </a:solidFill>
                        <a:effectLst/>
                        <a:latin typeface="+mj-lt"/>
                      </a:endParaRPr>
                    </a:p>
                  </a:txBody>
                  <a:tcPr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551574822"/>
                  </a:ext>
                </a:extLst>
              </a:tr>
            </a:tbl>
          </a:graphicData>
        </a:graphic>
      </p:graphicFrame>
      <p:sp>
        <p:nvSpPr>
          <p:cNvPr id="5" name="Rectangle 1">
            <a:extLst>
              <a:ext uri="{FF2B5EF4-FFF2-40B4-BE49-F238E27FC236}">
                <a16:creationId xmlns:a16="http://schemas.microsoft.com/office/drawing/2014/main" id="{94B30EA4-F1E8-A786-6C44-E83C9FA760A8}"/>
              </a:ext>
            </a:extLst>
          </p:cNvPr>
          <p:cNvSpPr>
            <a:spLocks noChangeArrowheads="1"/>
          </p:cNvSpPr>
          <p:nvPr/>
        </p:nvSpPr>
        <p:spPr bwMode="auto">
          <a:xfrm>
            <a:off x="3378200" y="240188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s-MX" altLang="es-MX"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s-MX" altLang="es-MX"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s-MX" altLang="es-MX" sz="1800" b="0" i="0" u="none" strike="noStrike" cap="none" normalizeH="0" baseline="0">
              <a:ln>
                <a:noFill/>
              </a:ln>
              <a:solidFill>
                <a:schemeClr val="tx1"/>
              </a:solidFill>
              <a:effectLst/>
              <a:latin typeface="Arial" panose="020B0604020202020204" pitchFamily="34" charset="0"/>
            </a:endParaRPr>
          </a:p>
        </p:txBody>
      </p:sp>
      <p:sp>
        <p:nvSpPr>
          <p:cNvPr id="8" name="Rectángulo 7">
            <a:extLst>
              <a:ext uri="{FF2B5EF4-FFF2-40B4-BE49-F238E27FC236}">
                <a16:creationId xmlns:a16="http://schemas.microsoft.com/office/drawing/2014/main" id="{9B9115E4-7613-964D-34B0-2633AFF836C5}"/>
              </a:ext>
            </a:extLst>
          </p:cNvPr>
          <p:cNvSpPr/>
          <p:nvPr/>
        </p:nvSpPr>
        <p:spPr>
          <a:xfrm>
            <a:off x="844325" y="2875872"/>
            <a:ext cx="7661275" cy="952498"/>
          </a:xfrm>
          <a:prstGeom prst="rect">
            <a:avLst/>
          </a:prstGeom>
          <a:no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s-MX"/>
          </a:p>
        </p:txBody>
      </p:sp>
    </p:spTree>
    <p:extLst>
      <p:ext uri="{BB962C8B-B14F-4D97-AF65-F5344CB8AC3E}">
        <p14:creationId xmlns:p14="http://schemas.microsoft.com/office/powerpoint/2010/main" val="40590622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ectangle 30">
            <a:extLst>
              <a:ext uri="{FF2B5EF4-FFF2-40B4-BE49-F238E27FC236}">
                <a16:creationId xmlns:a16="http://schemas.microsoft.com/office/drawing/2014/main" id="{BCF91F4B-9BD8-B6BB-D452-AB34BA160CF2}"/>
              </a:ext>
            </a:extLst>
          </p:cNvPr>
          <p:cNvSpPr/>
          <p:nvPr>
            <p:custDataLst>
              <p:tags r:id="rId2"/>
            </p:custDataLst>
          </p:nvPr>
        </p:nvSpPr>
        <p:spPr bwMode="auto">
          <a:xfrm>
            <a:off x="2529841" y="585778"/>
            <a:ext cx="5160263" cy="353620"/>
          </a:xfrm>
          <a:prstGeom prst="rect">
            <a:avLst/>
          </a:prstGeom>
          <a:solidFill>
            <a:srgbClr val="FF7F32"/>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13" name="Rectangle 30">
            <a:extLst>
              <a:ext uri="{FF2B5EF4-FFF2-40B4-BE49-F238E27FC236}">
                <a16:creationId xmlns:a16="http://schemas.microsoft.com/office/drawing/2014/main" id="{D5F622C4-A1C4-D27E-EBA7-0B1673BA546E}"/>
              </a:ext>
            </a:extLst>
          </p:cNvPr>
          <p:cNvSpPr/>
          <p:nvPr>
            <p:custDataLst>
              <p:tags r:id="rId3"/>
            </p:custDataLst>
          </p:nvPr>
        </p:nvSpPr>
        <p:spPr bwMode="auto">
          <a:xfrm>
            <a:off x="1414275" y="222452"/>
            <a:ext cx="5297421" cy="353620"/>
          </a:xfrm>
          <a:prstGeom prst="rect">
            <a:avLst/>
          </a:prstGeom>
          <a:solidFill>
            <a:srgbClr val="FF7F32"/>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s-MX"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12" name="Title 1">
            <a:extLst>
              <a:ext uri="{FF2B5EF4-FFF2-40B4-BE49-F238E27FC236}">
                <a16:creationId xmlns:a16="http://schemas.microsoft.com/office/drawing/2014/main" id="{CE1984FD-325A-1DAF-441E-E4E389F39E0D}"/>
              </a:ext>
            </a:extLst>
          </p:cNvPr>
          <p:cNvSpPr>
            <a:spLocks noGrp="1"/>
          </p:cNvSpPr>
          <p:nvPr>
            <p:ph type="title"/>
            <p:custDataLst>
              <p:tags r:id="rId4"/>
            </p:custDataLst>
          </p:nvPr>
        </p:nvSpPr>
        <p:spPr>
          <a:xfrm>
            <a:off x="508760" y="170280"/>
            <a:ext cx="7931152" cy="830997"/>
          </a:xfrm>
          <a:noFill/>
        </p:spPr>
        <p:txBody>
          <a:bodyPr vert="horz"/>
          <a:lstStyle/>
          <a:p>
            <a:r>
              <a:rPr lang="es-ES"/>
              <a:t>Hemos </a:t>
            </a:r>
            <a:r>
              <a:rPr lang="es-ES">
                <a:solidFill>
                  <a:schemeClr val="bg1"/>
                </a:solidFill>
              </a:rPr>
              <a:t>completado el diseño de nuestra organización, </a:t>
            </a:r>
            <a:r>
              <a:rPr lang="es-ES"/>
              <a:t>un primer paso crítico en la </a:t>
            </a:r>
            <a:r>
              <a:rPr lang="es-ES">
                <a:solidFill>
                  <a:schemeClr val="bg1"/>
                </a:solidFill>
              </a:rPr>
              <a:t>redefinición de nuestra dirección estratégica</a:t>
            </a:r>
            <a:endParaRPr lang="en-US">
              <a:solidFill>
                <a:schemeClr val="bg1"/>
              </a:solidFill>
            </a:endParaRPr>
          </a:p>
        </p:txBody>
      </p:sp>
      <p:sp>
        <p:nvSpPr>
          <p:cNvPr id="15" name="btfpBulletedList340998">
            <a:extLst>
              <a:ext uri="{FF2B5EF4-FFF2-40B4-BE49-F238E27FC236}">
                <a16:creationId xmlns:a16="http://schemas.microsoft.com/office/drawing/2014/main" id="{6774FF68-F920-0700-BE7A-A260E0F70D61}"/>
              </a:ext>
            </a:extLst>
          </p:cNvPr>
          <p:cNvSpPr/>
          <p:nvPr>
            <p:custDataLst>
              <p:tags r:id="rId5"/>
            </p:custDataLst>
          </p:nvPr>
        </p:nvSpPr>
        <p:spPr bwMode="auto">
          <a:xfrm>
            <a:off x="330242" y="1430015"/>
            <a:ext cx="11531558" cy="935159"/>
          </a:xfrm>
          <a:prstGeom prst="rect">
            <a:avLst/>
          </a:prstGeom>
          <a:solidFill>
            <a:srgbClr val="FFFFFF"/>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177800" marR="0" lvl="0" indent="-177800" algn="l" defTabSz="914400" rtl="0" eaLnBrk="1" fontAlgn="base" latinLnBrk="0" hangingPunct="0">
              <a:lnSpc>
                <a:spcPct val="100000"/>
              </a:lnSpc>
              <a:spcBef>
                <a:spcPts val="1200"/>
              </a:spcBef>
              <a:spcAft>
                <a:spcPts val="0"/>
              </a:spcAft>
              <a:buClrTx/>
              <a:buSzTx/>
              <a:buFont typeface="Wingdings" pitchFamily="2" charset="2"/>
              <a:buChar char="Ø"/>
              <a:tabLst/>
              <a:defRPr/>
            </a:pPr>
            <a:r>
              <a:rPr kumimoji="0" lang="es-ES" sz="1800" b="1" i="0" u="none" strike="noStrike" kern="1200" cap="none" spc="0" normalizeH="0" baseline="0" noProof="0">
                <a:ln>
                  <a:noFill/>
                </a:ln>
                <a:solidFill>
                  <a:srgbClr val="000000"/>
                </a:solidFill>
                <a:effectLst/>
                <a:uLnTx/>
                <a:uFillTx/>
                <a:latin typeface="Open Sans"/>
                <a:ea typeface="Open Sans"/>
                <a:cs typeface="Arial"/>
              </a:rPr>
              <a:t>La nueva organización que estamos construyendo está adaptada a nuestro propósito y lista para cumplir con nuestra dirección estratégica redefinida.</a:t>
            </a:r>
          </a:p>
          <a:p>
            <a:pPr marL="177800" marR="0" lvl="0" indent="-177800" algn="l" defTabSz="914400" rtl="0" eaLnBrk="1" fontAlgn="base" latinLnBrk="0" hangingPunct="0">
              <a:lnSpc>
                <a:spcPct val="100000"/>
              </a:lnSpc>
              <a:spcBef>
                <a:spcPts val="1200"/>
              </a:spcBef>
              <a:spcAft>
                <a:spcPts val="0"/>
              </a:spcAft>
              <a:buClrTx/>
              <a:buSzTx/>
              <a:buFont typeface="Wingdings" pitchFamily="2" charset="2"/>
              <a:buChar char="Ø"/>
              <a:tabLst/>
              <a:defRPr/>
            </a:pPr>
            <a:r>
              <a:rPr kumimoji="0" lang="es-ES" sz="1800" b="1" i="0" u="none" strike="noStrike" kern="1200" cap="none" spc="0" normalizeH="0" baseline="0" noProof="0">
                <a:ln>
                  <a:noFill/>
                </a:ln>
                <a:solidFill>
                  <a:srgbClr val="000000"/>
                </a:solidFill>
                <a:effectLst/>
                <a:uLnTx/>
                <a:uFillTx/>
                <a:latin typeface="Open Sans"/>
                <a:ea typeface="Open Sans"/>
                <a:cs typeface="Arial"/>
              </a:rPr>
              <a:t>El diseño del modelo operativo contempla 5 cambios principales:</a:t>
            </a:r>
            <a:endParaRPr kumimoji="0" lang="en-US" sz="1800" b="1" i="0" u="none" strike="noStrike" kern="1200" cap="none" spc="0" normalizeH="0" baseline="0" noProof="0">
              <a:ln>
                <a:noFill/>
              </a:ln>
              <a:solidFill>
                <a:srgbClr val="000000"/>
              </a:solidFill>
              <a:effectLst/>
              <a:uLnTx/>
              <a:uFillTx/>
              <a:latin typeface="Open Sans"/>
              <a:ea typeface="Open Sans"/>
              <a:cs typeface="Arial"/>
            </a:endParaRPr>
          </a:p>
        </p:txBody>
      </p:sp>
      <p:sp>
        <p:nvSpPr>
          <p:cNvPr id="16" name="Rectangle 25">
            <a:extLst>
              <a:ext uri="{FF2B5EF4-FFF2-40B4-BE49-F238E27FC236}">
                <a16:creationId xmlns:a16="http://schemas.microsoft.com/office/drawing/2014/main" id="{40624427-A82C-57CA-2AE4-F626493A8C6F}"/>
              </a:ext>
            </a:extLst>
          </p:cNvPr>
          <p:cNvSpPr/>
          <p:nvPr>
            <p:custDataLst>
              <p:tags r:id="rId6"/>
            </p:custDataLst>
          </p:nvPr>
        </p:nvSpPr>
        <p:spPr bwMode="auto">
          <a:xfrm>
            <a:off x="1170517" y="2834940"/>
            <a:ext cx="9611444" cy="419100"/>
          </a:xfrm>
          <a:prstGeom prst="rect">
            <a:avLst/>
          </a:prstGeom>
          <a:no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base" latinLnBrk="0" hangingPunct="0">
              <a:lnSpc>
                <a:spcPct val="100000"/>
              </a:lnSpc>
              <a:spcBef>
                <a:spcPts val="1200"/>
              </a:spcBef>
              <a:spcAft>
                <a:spcPts val="0"/>
              </a:spcAft>
              <a:buClrTx/>
              <a:buSzTx/>
              <a:buFontTx/>
              <a:buNone/>
              <a:tabLst/>
              <a:defRPr/>
            </a:pPr>
            <a:r>
              <a:rPr kumimoji="0" lang="es-ES" sz="1600" b="0" i="0" u="none" strike="noStrike" kern="1200" cap="none" spc="0" normalizeH="0" baseline="0" noProof="0">
                <a:ln>
                  <a:noFill/>
                </a:ln>
                <a:solidFill>
                  <a:srgbClr val="000000"/>
                </a:solidFill>
                <a:effectLst/>
                <a:uLnTx/>
                <a:uFillTx/>
                <a:latin typeface="Open Sans"/>
                <a:ea typeface="Open Sans"/>
                <a:cs typeface="Arial"/>
              </a:rPr>
              <a:t>Coloca al </a:t>
            </a:r>
            <a:r>
              <a:rPr kumimoji="0" lang="es-ES" sz="1600" b="1" i="0" u="none" strike="noStrike" kern="1200" cap="none" spc="0" normalizeH="0" baseline="0" noProof="0">
                <a:ln>
                  <a:noFill/>
                </a:ln>
                <a:solidFill>
                  <a:srgbClr val="FF7F32"/>
                </a:solidFill>
                <a:effectLst/>
                <a:uLnTx/>
                <a:uFillTx/>
                <a:latin typeface="Open Sans"/>
                <a:ea typeface="Open Sans"/>
                <a:cs typeface="Arial"/>
              </a:rPr>
              <a:t>Cliente en el centro</a:t>
            </a:r>
            <a:r>
              <a:rPr kumimoji="0" lang="es-ES" sz="1600" b="0" i="0" u="none" strike="noStrike" kern="1200" cap="none" spc="0" normalizeH="0" baseline="0" noProof="0">
                <a:ln>
                  <a:noFill/>
                </a:ln>
                <a:solidFill>
                  <a:srgbClr val="000000"/>
                </a:solidFill>
                <a:effectLst/>
                <a:uLnTx/>
                <a:uFillTx/>
                <a:latin typeface="Open Sans"/>
                <a:ea typeface="Open Sans"/>
                <a:cs typeface="Arial"/>
              </a:rPr>
              <a:t>, anclando la propuesta de valor en nuestras tiendas y asegurando que el cliente sea el eje de todos nuestros procesos. Fortalecer la </a:t>
            </a:r>
            <a:r>
              <a:rPr kumimoji="0" lang="es-ES" sz="1600" b="1" i="0" u="none" strike="noStrike" kern="1200" cap="none" spc="0" normalizeH="0" baseline="0" noProof="0">
                <a:ln>
                  <a:noFill/>
                </a:ln>
                <a:solidFill>
                  <a:srgbClr val="FF7F32"/>
                </a:solidFill>
                <a:effectLst/>
                <a:uLnTx/>
                <a:uFillTx/>
                <a:latin typeface="Open Sans"/>
                <a:ea typeface="Open Sans"/>
                <a:cs typeface="Arial"/>
              </a:rPr>
              <a:t>Voz del Cliente </a:t>
            </a:r>
            <a:r>
              <a:rPr kumimoji="0" lang="es-ES" sz="1600" b="0" i="0" u="none" strike="noStrike" kern="1200" cap="none" spc="0" normalizeH="0" baseline="0" noProof="0">
                <a:ln>
                  <a:noFill/>
                </a:ln>
                <a:solidFill>
                  <a:srgbClr val="000000"/>
                </a:solidFill>
                <a:effectLst/>
                <a:uLnTx/>
                <a:uFillTx/>
                <a:latin typeface="Open Sans"/>
                <a:ea typeface="Open Sans"/>
                <a:cs typeface="Arial"/>
              </a:rPr>
              <a:t>para asegurar el valor a largo plazo.</a:t>
            </a:r>
          </a:p>
        </p:txBody>
      </p:sp>
      <p:sp>
        <p:nvSpPr>
          <p:cNvPr id="17" name="Rectangle 26">
            <a:extLst>
              <a:ext uri="{FF2B5EF4-FFF2-40B4-BE49-F238E27FC236}">
                <a16:creationId xmlns:a16="http://schemas.microsoft.com/office/drawing/2014/main" id="{655212EF-CD3E-1EC4-B1D1-6F50C2E9A5D1}"/>
              </a:ext>
            </a:extLst>
          </p:cNvPr>
          <p:cNvSpPr/>
          <p:nvPr>
            <p:custDataLst>
              <p:tags r:id="rId7"/>
            </p:custDataLst>
          </p:nvPr>
        </p:nvSpPr>
        <p:spPr bwMode="auto">
          <a:xfrm>
            <a:off x="1170517" y="3521201"/>
            <a:ext cx="9611444" cy="4191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base" latinLnBrk="0" hangingPunct="0">
              <a:lnSpc>
                <a:spcPct val="100000"/>
              </a:lnSpc>
              <a:spcBef>
                <a:spcPts val="1200"/>
              </a:spcBef>
              <a:spcAft>
                <a:spcPts val="0"/>
              </a:spcAft>
              <a:buClrTx/>
              <a:buSzTx/>
              <a:buFontTx/>
              <a:buNone/>
              <a:tabLst/>
              <a:defRPr/>
            </a:pPr>
            <a:r>
              <a:rPr kumimoji="0" lang="es-ES" sz="1600" b="0" i="0" u="none" strike="noStrike" kern="1200" cap="none" spc="0" normalizeH="0" baseline="0" noProof="0">
                <a:ln>
                  <a:noFill/>
                </a:ln>
                <a:solidFill>
                  <a:srgbClr val="000000"/>
                </a:solidFill>
                <a:effectLst/>
                <a:uLnTx/>
                <a:uFillTx/>
                <a:latin typeface="Open Sans"/>
                <a:ea typeface="Open Sans"/>
                <a:cs typeface="Arial"/>
              </a:rPr>
              <a:t>Enfoque al </a:t>
            </a:r>
            <a:r>
              <a:rPr kumimoji="0" lang="es-ES" sz="1600" b="1" i="0" u="none" strike="noStrike" kern="1200" cap="none" spc="0" normalizeH="0" baseline="0" noProof="0">
                <a:ln>
                  <a:noFill/>
                </a:ln>
                <a:solidFill>
                  <a:srgbClr val="FF7F32"/>
                </a:solidFill>
                <a:effectLst/>
                <a:uLnTx/>
                <a:uFillTx/>
                <a:latin typeface="Open Sans"/>
                <a:ea typeface="Open Sans"/>
                <a:cs typeface="Arial"/>
              </a:rPr>
              <a:t>crecimiento principal del negocio</a:t>
            </a:r>
            <a:r>
              <a:rPr kumimoji="0" lang="es-ES" sz="1600" b="0" i="0" u="none" strike="noStrike" kern="1200" cap="none" spc="0" normalizeH="0" baseline="0" noProof="0">
                <a:ln>
                  <a:noFill/>
                </a:ln>
                <a:solidFill>
                  <a:srgbClr val="000000"/>
                </a:solidFill>
                <a:effectLst/>
                <a:uLnTx/>
                <a:uFillTx/>
                <a:latin typeface="Open Sans"/>
                <a:ea typeface="Open Sans"/>
                <a:cs typeface="Arial"/>
              </a:rPr>
              <a:t>, construyendo alrededor de las tres misiones estratégicas (impulso, reposición diaria y </a:t>
            </a:r>
            <a:r>
              <a:rPr kumimoji="0" lang="es-ES" sz="1600" b="0" i="0" u="none" strike="noStrike" kern="1200" cap="none" spc="0" normalizeH="0" baseline="0" noProof="0" err="1">
                <a:ln>
                  <a:noFill/>
                </a:ln>
                <a:solidFill>
                  <a:srgbClr val="000000"/>
                </a:solidFill>
                <a:effectLst/>
                <a:uLnTx/>
                <a:uFillTx/>
                <a:latin typeface="Open Sans"/>
                <a:ea typeface="Open Sans"/>
                <a:cs typeface="Arial"/>
              </a:rPr>
              <a:t>foodvenience</a:t>
            </a:r>
            <a:r>
              <a:rPr kumimoji="0" lang="es-ES" sz="1600" b="0" i="0" u="none" strike="noStrike" kern="1200" cap="none" spc="0" normalizeH="0" baseline="0" noProof="0">
                <a:ln>
                  <a:noFill/>
                </a:ln>
                <a:solidFill>
                  <a:srgbClr val="000000"/>
                </a:solidFill>
                <a:effectLst/>
                <a:uLnTx/>
                <a:uFillTx/>
                <a:latin typeface="Open Sans"/>
                <a:ea typeface="Open Sans"/>
                <a:cs typeface="Arial"/>
              </a:rPr>
              <a:t>), reenfocando nuestra estrategia comercial.</a:t>
            </a: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8" name="Rectangle 27">
            <a:extLst>
              <a:ext uri="{FF2B5EF4-FFF2-40B4-BE49-F238E27FC236}">
                <a16:creationId xmlns:a16="http://schemas.microsoft.com/office/drawing/2014/main" id="{1AC72AEF-A584-F23F-DA39-C1A3FC62F5DC}"/>
              </a:ext>
            </a:extLst>
          </p:cNvPr>
          <p:cNvSpPr/>
          <p:nvPr>
            <p:custDataLst>
              <p:tags r:id="rId8"/>
            </p:custDataLst>
          </p:nvPr>
        </p:nvSpPr>
        <p:spPr bwMode="auto">
          <a:xfrm>
            <a:off x="1170517" y="4156662"/>
            <a:ext cx="9611444" cy="4191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914400" rtl="0" eaLnBrk="1" fontAlgn="base" latinLnBrk="0" hangingPunct="0">
              <a:lnSpc>
                <a:spcPct val="100000"/>
              </a:lnSpc>
              <a:spcBef>
                <a:spcPts val="1200"/>
              </a:spcBef>
              <a:spcAft>
                <a:spcPts val="0"/>
              </a:spcAft>
              <a:buClrTx/>
              <a:buSzTx/>
              <a:buFontTx/>
              <a:buNone/>
              <a:tabLst/>
              <a:defRPr/>
            </a:pPr>
            <a:r>
              <a:rPr kumimoji="0" lang="es-ES" sz="1600" b="1" i="0" u="none" strike="noStrike" kern="1200" cap="none" spc="0" normalizeH="0" baseline="0" noProof="0">
                <a:ln>
                  <a:noFill/>
                </a:ln>
                <a:solidFill>
                  <a:srgbClr val="FF7F32"/>
                </a:solidFill>
                <a:effectLst/>
                <a:uLnTx/>
                <a:uFillTx/>
                <a:latin typeface="Open Sans"/>
                <a:ea typeface="Open Sans"/>
                <a:cs typeface="Arial"/>
              </a:rPr>
              <a:t>Establece a Servicios Comerciales como un motor de crecimiento </a:t>
            </a:r>
            <a:r>
              <a:rPr kumimoji="0" lang="es-ES" sz="1600" b="0" i="0" u="none" strike="noStrike" kern="1200" cap="none" spc="0" normalizeH="0" baseline="0" noProof="0">
                <a:ln>
                  <a:noFill/>
                </a:ln>
                <a:solidFill>
                  <a:srgbClr val="000000"/>
                </a:solidFill>
                <a:effectLst/>
                <a:uLnTx/>
                <a:uFillTx/>
                <a:latin typeface="Open Sans"/>
                <a:ea typeface="Open Sans"/>
                <a:cs typeface="Arial"/>
              </a:rPr>
              <a:t>independiente, con enfoque y recursos dedicados.</a:t>
            </a: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9" name="Rectangle 28">
            <a:extLst>
              <a:ext uri="{FF2B5EF4-FFF2-40B4-BE49-F238E27FC236}">
                <a16:creationId xmlns:a16="http://schemas.microsoft.com/office/drawing/2014/main" id="{85190384-2B37-CA71-97A1-BBE5276C2F52}"/>
              </a:ext>
            </a:extLst>
          </p:cNvPr>
          <p:cNvSpPr/>
          <p:nvPr>
            <p:custDataLst>
              <p:tags r:id="rId9"/>
            </p:custDataLst>
          </p:nvPr>
        </p:nvSpPr>
        <p:spPr bwMode="auto">
          <a:xfrm>
            <a:off x="1170517" y="4792123"/>
            <a:ext cx="9611444" cy="4191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711200" rtl="0" eaLnBrk="1" fontAlgn="auto" latinLnBrk="0" hangingPunct="1">
              <a:lnSpc>
                <a:spcPct val="100000"/>
              </a:lnSpc>
              <a:spcBef>
                <a:spcPts val="600"/>
              </a:spcBef>
              <a:spcAft>
                <a:spcPts val="0"/>
              </a:spcAft>
              <a:buClrTx/>
              <a:buSzTx/>
              <a:buFontTx/>
              <a:buNone/>
              <a:tabLst/>
              <a:defRPr/>
            </a:pPr>
            <a:r>
              <a:rPr kumimoji="0" lang="es-ES" sz="1600" b="1" i="0" u="none" strike="noStrike" kern="1200" cap="none" spc="0" normalizeH="0" baseline="0" noProof="0">
                <a:ln>
                  <a:noFill/>
                </a:ln>
                <a:solidFill>
                  <a:srgbClr val="FF7F32"/>
                </a:solidFill>
                <a:effectLst/>
                <a:uLnTx/>
                <a:uFillTx/>
                <a:latin typeface="Open Sans"/>
                <a:ea typeface="Open Sans"/>
                <a:cs typeface="Arial"/>
              </a:rPr>
              <a:t>Incorpora excelencia operativa en los procesos </a:t>
            </a:r>
            <a:r>
              <a:rPr kumimoji="0" lang="es-ES" sz="1600" b="1" i="0" u="none" strike="noStrike" kern="1200" cap="none" spc="0" normalizeH="0" baseline="0" noProof="0" err="1">
                <a:ln>
                  <a:noFill/>
                </a:ln>
                <a:solidFill>
                  <a:srgbClr val="FF7F32"/>
                </a:solidFill>
                <a:effectLst/>
                <a:uLnTx/>
                <a:uFillTx/>
                <a:latin typeface="Open Sans"/>
                <a:ea typeface="Open Sans"/>
                <a:cs typeface="Arial"/>
              </a:rPr>
              <a:t>end-to-end</a:t>
            </a:r>
            <a:r>
              <a:rPr kumimoji="0" lang="es-ES" sz="1600" b="0" i="0" u="none" strike="noStrike" kern="1200" cap="none" spc="0" normalizeH="0" baseline="0" noProof="0">
                <a:ln>
                  <a:noFill/>
                </a:ln>
                <a:solidFill>
                  <a:srgbClr val="000000"/>
                </a:solidFill>
                <a:effectLst/>
                <a:uLnTx/>
                <a:uFillTx/>
                <a:latin typeface="Open Sans"/>
                <a:ea typeface="Open Sans"/>
                <a:cs typeface="Arial"/>
              </a:rPr>
              <a:t>, para ofrecer una ejecución eficiente en tienda y brindar a los clientes una experiencia </a:t>
            </a:r>
            <a:r>
              <a:rPr kumimoji="0" lang="es-ES" sz="1600" b="0" i="0" u="none" strike="noStrike" kern="1200" cap="none" spc="0" normalizeH="0" baseline="0" noProof="0" err="1">
                <a:ln>
                  <a:noFill/>
                </a:ln>
                <a:solidFill>
                  <a:srgbClr val="000000"/>
                </a:solidFill>
                <a:effectLst/>
                <a:uLnTx/>
                <a:uFillTx/>
                <a:latin typeface="Open Sans"/>
                <a:ea typeface="Open Sans"/>
                <a:cs typeface="Arial"/>
              </a:rPr>
              <a:t>best</a:t>
            </a:r>
            <a:r>
              <a:rPr kumimoji="0" lang="es-ES" sz="1600" b="0" i="0" u="none" strike="noStrike" kern="1200" cap="none" spc="0" normalizeH="0" baseline="0" noProof="0">
                <a:ln>
                  <a:noFill/>
                </a:ln>
                <a:solidFill>
                  <a:srgbClr val="000000"/>
                </a:solidFill>
                <a:effectLst/>
                <a:uLnTx/>
                <a:uFillTx/>
                <a:latin typeface="Open Sans"/>
                <a:ea typeface="Open Sans"/>
                <a:cs typeface="Arial"/>
              </a:rPr>
              <a:t>-</a:t>
            </a:r>
            <a:r>
              <a:rPr kumimoji="0" lang="es-ES" sz="1600" b="0" i="0" u="none" strike="noStrike" kern="1200" cap="none" spc="0" normalizeH="0" baseline="0" noProof="0" err="1">
                <a:ln>
                  <a:noFill/>
                </a:ln>
                <a:solidFill>
                  <a:srgbClr val="000000"/>
                </a:solidFill>
                <a:effectLst/>
                <a:uLnTx/>
                <a:uFillTx/>
                <a:latin typeface="Open Sans"/>
                <a:ea typeface="Open Sans"/>
                <a:cs typeface="Arial"/>
              </a:rPr>
              <a:t>in-class</a:t>
            </a:r>
            <a:r>
              <a:rPr kumimoji="0" lang="es-ES" sz="1600" b="0" i="0" u="none" strike="noStrike" kern="1200" cap="none" spc="0" normalizeH="0" baseline="0" noProof="0">
                <a:ln>
                  <a:noFill/>
                </a:ln>
                <a:solidFill>
                  <a:srgbClr val="000000"/>
                </a:solidFill>
                <a:effectLst/>
                <a:uLnTx/>
                <a:uFillTx/>
                <a:latin typeface="Open Sans"/>
                <a:ea typeface="Open Sans"/>
                <a:cs typeface="Arial"/>
              </a:rPr>
              <a:t>.</a:t>
            </a:r>
            <a:endParaRPr kumimoji="0" lang="es-MX"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20" name="Rectangle 29">
            <a:extLst>
              <a:ext uri="{FF2B5EF4-FFF2-40B4-BE49-F238E27FC236}">
                <a16:creationId xmlns:a16="http://schemas.microsoft.com/office/drawing/2014/main" id="{B88B6AC4-B4D5-B039-DA62-4A94019FBAC8}"/>
              </a:ext>
            </a:extLst>
          </p:cNvPr>
          <p:cNvSpPr/>
          <p:nvPr>
            <p:custDataLst>
              <p:tags r:id="rId10"/>
            </p:custDataLst>
          </p:nvPr>
        </p:nvSpPr>
        <p:spPr bwMode="auto">
          <a:xfrm>
            <a:off x="1170517" y="5528946"/>
            <a:ext cx="9611444" cy="419100"/>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l" defTabSz="711200" rtl="0" eaLnBrk="1" fontAlgn="auto" latinLnBrk="0" hangingPunct="1">
              <a:lnSpc>
                <a:spcPct val="100000"/>
              </a:lnSpc>
              <a:spcBef>
                <a:spcPts val="600"/>
              </a:spcBef>
              <a:spcAft>
                <a:spcPts val="0"/>
              </a:spcAft>
              <a:buClrTx/>
              <a:buSzTx/>
              <a:buFontTx/>
              <a:buNone/>
              <a:tabLst/>
              <a:defRPr/>
            </a:pPr>
            <a:r>
              <a:rPr kumimoji="0" lang="es-ES" sz="1600" b="1" i="0" u="none" strike="noStrike" kern="1200" cap="none" spc="0" normalizeH="0" baseline="0" noProof="0">
                <a:ln>
                  <a:noFill/>
                </a:ln>
                <a:solidFill>
                  <a:srgbClr val="FF7F32"/>
                </a:solidFill>
                <a:effectLst/>
                <a:uLnTx/>
                <a:uFillTx/>
                <a:latin typeface="Open Sans"/>
                <a:ea typeface="Open Sans"/>
                <a:cs typeface="Arial"/>
              </a:rPr>
              <a:t>Fortalece Estrategia y Transformación </a:t>
            </a:r>
            <a:r>
              <a:rPr kumimoji="0" lang="es-ES" sz="1600" b="0" i="0" u="none" strike="noStrike" kern="1200" cap="none" spc="0" normalizeH="0" baseline="0" noProof="0">
                <a:ln>
                  <a:noFill/>
                </a:ln>
                <a:solidFill>
                  <a:srgbClr val="000000"/>
                </a:solidFill>
                <a:effectLst/>
                <a:uLnTx/>
                <a:uFillTx/>
                <a:latin typeface="Open Sans"/>
                <a:ea typeface="Open Sans"/>
                <a:cs typeface="Arial"/>
              </a:rPr>
              <a:t>como el orquestador del cambio y asegurador de la generación de valor en nuestras iniciativas de negocio a largo plazo.</a:t>
            </a: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21" name="btfpNumberBubble877561">
            <a:extLst>
              <a:ext uri="{FF2B5EF4-FFF2-40B4-BE49-F238E27FC236}">
                <a16:creationId xmlns:a16="http://schemas.microsoft.com/office/drawing/2014/main" id="{04E4DEA9-AE37-1503-B393-CA7C5875B871}"/>
              </a:ext>
            </a:extLst>
          </p:cNvPr>
          <p:cNvSpPr/>
          <p:nvPr>
            <p:custDataLst>
              <p:tags r:id="rId11"/>
            </p:custDataLst>
          </p:nvPr>
        </p:nvSpPr>
        <p:spPr bwMode="auto">
          <a:xfrm>
            <a:off x="791399" y="2764299"/>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1</a:t>
            </a:r>
          </a:p>
        </p:txBody>
      </p:sp>
      <p:sp>
        <p:nvSpPr>
          <p:cNvPr id="22" name="btfpNumberBubble877561">
            <a:extLst>
              <a:ext uri="{FF2B5EF4-FFF2-40B4-BE49-F238E27FC236}">
                <a16:creationId xmlns:a16="http://schemas.microsoft.com/office/drawing/2014/main" id="{38793E7E-F9AA-070E-86C7-6C7DD4DF96ED}"/>
              </a:ext>
            </a:extLst>
          </p:cNvPr>
          <p:cNvSpPr/>
          <p:nvPr>
            <p:custDataLst>
              <p:tags r:id="rId12"/>
            </p:custDataLst>
          </p:nvPr>
        </p:nvSpPr>
        <p:spPr bwMode="auto">
          <a:xfrm>
            <a:off x="791399" y="3583848"/>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2</a:t>
            </a:r>
          </a:p>
        </p:txBody>
      </p:sp>
      <p:sp>
        <p:nvSpPr>
          <p:cNvPr id="23" name="btfpNumberBubble877561">
            <a:extLst>
              <a:ext uri="{FF2B5EF4-FFF2-40B4-BE49-F238E27FC236}">
                <a16:creationId xmlns:a16="http://schemas.microsoft.com/office/drawing/2014/main" id="{34E1A335-0385-7EF0-6264-89D4C7B51E88}"/>
              </a:ext>
            </a:extLst>
          </p:cNvPr>
          <p:cNvSpPr/>
          <p:nvPr>
            <p:custDataLst>
              <p:tags r:id="rId13"/>
            </p:custDataLst>
          </p:nvPr>
        </p:nvSpPr>
        <p:spPr bwMode="auto">
          <a:xfrm>
            <a:off x="791399" y="4191559"/>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3</a:t>
            </a:r>
          </a:p>
        </p:txBody>
      </p:sp>
      <p:sp>
        <p:nvSpPr>
          <p:cNvPr id="24" name="btfpNumberBubble877561">
            <a:extLst>
              <a:ext uri="{FF2B5EF4-FFF2-40B4-BE49-F238E27FC236}">
                <a16:creationId xmlns:a16="http://schemas.microsoft.com/office/drawing/2014/main" id="{3F50E6D1-0F58-ED65-920B-4A1A841D5535}"/>
              </a:ext>
            </a:extLst>
          </p:cNvPr>
          <p:cNvSpPr/>
          <p:nvPr>
            <p:custDataLst>
              <p:tags r:id="rId14"/>
            </p:custDataLst>
          </p:nvPr>
        </p:nvSpPr>
        <p:spPr bwMode="auto">
          <a:xfrm>
            <a:off x="791399" y="4822589"/>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4</a:t>
            </a:r>
          </a:p>
        </p:txBody>
      </p:sp>
      <p:sp>
        <p:nvSpPr>
          <p:cNvPr id="25" name="btfpNumberBubble877561">
            <a:extLst>
              <a:ext uri="{FF2B5EF4-FFF2-40B4-BE49-F238E27FC236}">
                <a16:creationId xmlns:a16="http://schemas.microsoft.com/office/drawing/2014/main" id="{69C1F2FF-09E9-44EA-5870-E583E53F3CF6}"/>
              </a:ext>
            </a:extLst>
          </p:cNvPr>
          <p:cNvSpPr/>
          <p:nvPr>
            <p:custDataLst>
              <p:tags r:id="rId15"/>
            </p:custDataLst>
          </p:nvPr>
        </p:nvSpPr>
        <p:spPr bwMode="auto">
          <a:xfrm>
            <a:off x="791399" y="5573800"/>
            <a:ext cx="317500" cy="317500"/>
          </a:xfrm>
          <a:prstGeom prst="ellipse">
            <a:avLst/>
          </a:prstGeom>
          <a:solidFill>
            <a:srgbClr val="FF7F32"/>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s-MX" sz="1800" b="1" i="0" u="none" strike="noStrike" kern="1200" cap="none" spc="0" normalizeH="0" baseline="0" noProof="0">
                <a:ln>
                  <a:noFill/>
                </a:ln>
                <a:solidFill>
                  <a:srgbClr val="FFFFFF"/>
                </a:solidFill>
                <a:effectLst/>
                <a:uLnTx/>
                <a:uFillTx/>
                <a:latin typeface="Open Sans"/>
                <a:ea typeface="Open Sans"/>
                <a:cs typeface="Arial"/>
              </a:rPr>
              <a:t>5</a:t>
            </a:r>
          </a:p>
        </p:txBody>
      </p:sp>
    </p:spTree>
    <p:extLst>
      <p:ext uri="{BB962C8B-B14F-4D97-AF65-F5344CB8AC3E}">
        <p14:creationId xmlns:p14="http://schemas.microsoft.com/office/powerpoint/2010/main" val="295286254"/>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26A517-8AEA-04F6-EDB3-A9A94D630050}"/>
              </a:ext>
            </a:extLst>
          </p:cNvPr>
          <p:cNvSpPr>
            <a:spLocks noGrp="1"/>
          </p:cNvSpPr>
          <p:nvPr>
            <p:ph type="title"/>
          </p:nvPr>
        </p:nvSpPr>
        <p:spPr/>
        <p:txBody>
          <a:bodyPr/>
          <a:lstStyle/>
          <a:p>
            <a:r>
              <a:rPr lang="en-US" noProof="0" err="1">
                <a:latin typeface="+mj-lt"/>
              </a:rPr>
              <a:t>Proceso</a:t>
            </a:r>
            <a:r>
              <a:rPr lang="en-US" noProof="0">
                <a:latin typeface="+mj-lt"/>
              </a:rPr>
              <a:t> Diseño FFP</a:t>
            </a:r>
            <a:endParaRPr lang="es-MX"/>
          </a:p>
        </p:txBody>
      </p:sp>
      <p:sp>
        <p:nvSpPr>
          <p:cNvPr id="3" name="Rectangle 6">
            <a:extLst>
              <a:ext uri="{FF2B5EF4-FFF2-40B4-BE49-F238E27FC236}">
                <a16:creationId xmlns:a16="http://schemas.microsoft.com/office/drawing/2014/main" id="{75F14585-98E7-A3BC-F2F7-1B2A2C19AAAD}"/>
              </a:ext>
            </a:extLst>
          </p:cNvPr>
          <p:cNvSpPr/>
          <p:nvPr/>
        </p:nvSpPr>
        <p:spPr bwMode="auto">
          <a:xfrm>
            <a:off x="333729" y="1094890"/>
            <a:ext cx="11528071" cy="380157"/>
          </a:xfrm>
          <a:prstGeom prst="rect">
            <a:avLst/>
          </a:prstGeom>
          <a:solidFill>
            <a:schemeClr val="accent6">
              <a:lumMod val="20000"/>
              <a:lumOff val="8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600" b="1" i="0" u="none" strike="noStrike" kern="1200" cap="none" spc="300" normalizeH="0" baseline="0" noProof="0">
                <a:ln>
                  <a:noFill/>
                </a:ln>
                <a:solidFill>
                  <a:srgbClr val="7486B2">
                    <a:lumMod val="75000"/>
                  </a:srgbClr>
                </a:solidFill>
                <a:effectLst/>
                <a:uLnTx/>
                <a:uFillTx/>
                <a:latin typeface="Open Sans"/>
                <a:ea typeface="Open Sans"/>
                <a:cs typeface="Arial"/>
              </a:rPr>
              <a:t>ESTRATEGIA OXXO 2030</a:t>
            </a:r>
          </a:p>
        </p:txBody>
      </p:sp>
      <p:sp>
        <p:nvSpPr>
          <p:cNvPr id="4" name="btfpSequenceArrow919092">
            <a:extLst>
              <a:ext uri="{FF2B5EF4-FFF2-40B4-BE49-F238E27FC236}">
                <a16:creationId xmlns:a16="http://schemas.microsoft.com/office/drawing/2014/main" id="{32C0E100-53E6-2841-146A-57184924C1BD}"/>
              </a:ext>
            </a:extLst>
          </p:cNvPr>
          <p:cNvSpPr/>
          <p:nvPr/>
        </p:nvSpPr>
        <p:spPr bwMode="auto">
          <a:xfrm rot="5400000">
            <a:off x="5969873" y="1073320"/>
            <a:ext cx="252255" cy="972980"/>
          </a:xfrm>
          <a:custGeom>
            <a:avLst/>
            <a:gdLst/>
            <a:ahLst/>
            <a:cxnLst/>
            <a:rect l="0" t="0" r="0" b="0"/>
            <a:pathLst>
              <a:path w="252255" h="972980">
                <a:moveTo>
                  <a:pt x="38100" y="0"/>
                </a:moveTo>
                <a:lnTo>
                  <a:pt x="252254" y="486489"/>
                </a:lnTo>
                <a:lnTo>
                  <a:pt x="38100" y="972979"/>
                </a:lnTo>
                <a:lnTo>
                  <a:pt x="0" y="972979"/>
                </a:lnTo>
                <a:lnTo>
                  <a:pt x="214154" y="486489"/>
                </a:lnTo>
                <a:lnTo>
                  <a:pt x="0" y="0"/>
                </a:lnTo>
              </a:path>
            </a:pathLst>
          </a:custGeom>
          <a:solidFill>
            <a:srgbClr val="D6D6D6"/>
          </a:solidFill>
          <a:ln w="9525" cap="flat" cmpd="sng" algn="ctr">
            <a:solidFill>
              <a:srgbClr val="D6D6D6"/>
            </a:solidFill>
            <a:prstDash val="solid"/>
            <a:round/>
            <a:headEnd type="none" w="med" len="med"/>
            <a:tailEnd type="none" w="med" len="med"/>
          </a:ln>
          <a:effectLst/>
        </p:spPr>
        <p:txBody>
          <a:bodyPr rtlCol="0" anchor="ctr"/>
          <a:lstStyle/>
          <a:p>
            <a:pPr marL="177800" marR="0" lvl="0" indent="-177800" algn="ctr" defTabSz="711200" rtl="0" eaLnBrk="1" fontAlgn="auto" latinLnBrk="0" hangingPunct="1">
              <a:lnSpc>
                <a:spcPct val="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grpSp>
        <p:nvGrpSpPr>
          <p:cNvPr id="5" name="btfpColumnIndicatorGroup2">
            <a:extLst>
              <a:ext uri="{FF2B5EF4-FFF2-40B4-BE49-F238E27FC236}">
                <a16:creationId xmlns:a16="http://schemas.microsoft.com/office/drawing/2014/main" id="{9E084A55-CBD2-8C41-A3B9-3D5035C9425A}"/>
              </a:ext>
            </a:extLst>
          </p:cNvPr>
          <p:cNvGrpSpPr/>
          <p:nvPr/>
        </p:nvGrpSpPr>
        <p:grpSpPr>
          <a:xfrm>
            <a:off x="0" y="6743700"/>
            <a:ext cx="12192000" cy="137160"/>
            <a:chOff x="0" y="6926580"/>
            <a:chExt cx="12192000" cy="137160"/>
          </a:xfrm>
        </p:grpSpPr>
        <p:sp>
          <p:nvSpPr>
            <p:cNvPr id="6" name="btfpColumnGapBlocker778473">
              <a:extLst>
                <a:ext uri="{FF2B5EF4-FFF2-40B4-BE49-F238E27FC236}">
                  <a16:creationId xmlns:a16="http://schemas.microsoft.com/office/drawing/2014/main" id="{38727832-9A34-C9EB-96D0-1645E9B10D03}"/>
                </a:ext>
              </a:extLst>
            </p:cNvPr>
            <p:cNvSpPr/>
            <p:nvPr/>
          </p:nvSpPr>
          <p:spPr bwMode="auto">
            <a:xfrm>
              <a:off x="11861800" y="6926580"/>
              <a:ext cx="3302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7" name="btfpColumnGapBlocker507801">
              <a:extLst>
                <a:ext uri="{FF2B5EF4-FFF2-40B4-BE49-F238E27FC236}">
                  <a16:creationId xmlns:a16="http://schemas.microsoft.com/office/drawing/2014/main" id="{84BFDCD7-8059-57E6-DA15-22F1B7C83B70}"/>
                </a:ext>
              </a:extLst>
            </p:cNvPr>
            <p:cNvSpPr/>
            <p:nvPr/>
          </p:nvSpPr>
          <p:spPr bwMode="auto">
            <a:xfrm>
              <a:off x="8845550" y="6926580"/>
              <a:ext cx="5334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8" name="btfpColumnIndicator394169">
              <a:extLst>
                <a:ext uri="{FF2B5EF4-FFF2-40B4-BE49-F238E27FC236}">
                  <a16:creationId xmlns:a16="http://schemas.microsoft.com/office/drawing/2014/main" id="{4057D973-3C06-FD78-A505-DB0DBE3D521C}"/>
                </a:ext>
              </a:extLst>
            </p:cNvPr>
            <p:cNvCxnSpPr/>
            <p:nvPr/>
          </p:nvCxnSpPr>
          <p:spPr bwMode="auto">
            <a:xfrm flipV="1">
              <a:off x="118618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9" name="btfpColumnIndicator195234">
              <a:extLst>
                <a:ext uri="{FF2B5EF4-FFF2-40B4-BE49-F238E27FC236}">
                  <a16:creationId xmlns:a16="http://schemas.microsoft.com/office/drawing/2014/main" id="{9F53728A-85E0-25CF-443D-7BD68CC4F684}"/>
                </a:ext>
              </a:extLst>
            </p:cNvPr>
            <p:cNvCxnSpPr/>
            <p:nvPr/>
          </p:nvCxnSpPr>
          <p:spPr bwMode="auto">
            <a:xfrm flipV="1">
              <a:off x="937895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sp>
          <p:nvSpPr>
            <p:cNvPr id="10" name="btfpColumnGapBlocker735060">
              <a:extLst>
                <a:ext uri="{FF2B5EF4-FFF2-40B4-BE49-F238E27FC236}">
                  <a16:creationId xmlns:a16="http://schemas.microsoft.com/office/drawing/2014/main" id="{C63F85B6-A679-E461-C65C-D4878CC4F5C4}"/>
                </a:ext>
              </a:extLst>
            </p:cNvPr>
            <p:cNvSpPr/>
            <p:nvPr/>
          </p:nvSpPr>
          <p:spPr bwMode="auto">
            <a:xfrm>
              <a:off x="5829300" y="6926580"/>
              <a:ext cx="5334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11" name="btfpColumnIndicator244233">
              <a:extLst>
                <a:ext uri="{FF2B5EF4-FFF2-40B4-BE49-F238E27FC236}">
                  <a16:creationId xmlns:a16="http://schemas.microsoft.com/office/drawing/2014/main" id="{011FDCAF-4616-70B3-6D29-CE01067CEBF6}"/>
                </a:ext>
              </a:extLst>
            </p:cNvPr>
            <p:cNvCxnSpPr/>
            <p:nvPr/>
          </p:nvCxnSpPr>
          <p:spPr bwMode="auto">
            <a:xfrm flipV="1">
              <a:off x="884555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26" name="btfpColumnIndicator333553">
              <a:extLst>
                <a:ext uri="{FF2B5EF4-FFF2-40B4-BE49-F238E27FC236}">
                  <a16:creationId xmlns:a16="http://schemas.microsoft.com/office/drawing/2014/main" id="{15F3DF43-5256-AD1D-DE63-32EFA89280CD}"/>
                </a:ext>
              </a:extLst>
            </p:cNvPr>
            <p:cNvCxnSpPr/>
            <p:nvPr/>
          </p:nvCxnSpPr>
          <p:spPr bwMode="auto">
            <a:xfrm flipV="1">
              <a:off x="63627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sp>
          <p:nvSpPr>
            <p:cNvPr id="27" name="btfpColumnGapBlocker124413">
              <a:extLst>
                <a:ext uri="{FF2B5EF4-FFF2-40B4-BE49-F238E27FC236}">
                  <a16:creationId xmlns:a16="http://schemas.microsoft.com/office/drawing/2014/main" id="{B708EAC4-35F1-32E3-4796-B7BD11457065}"/>
                </a:ext>
              </a:extLst>
            </p:cNvPr>
            <p:cNvSpPr/>
            <p:nvPr/>
          </p:nvSpPr>
          <p:spPr bwMode="auto">
            <a:xfrm>
              <a:off x="2813050" y="6926580"/>
              <a:ext cx="5334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28" name="btfpColumnIndicator570367">
              <a:extLst>
                <a:ext uri="{FF2B5EF4-FFF2-40B4-BE49-F238E27FC236}">
                  <a16:creationId xmlns:a16="http://schemas.microsoft.com/office/drawing/2014/main" id="{6987CA3A-806C-80E5-CA70-962016A5C1BE}"/>
                </a:ext>
              </a:extLst>
            </p:cNvPr>
            <p:cNvCxnSpPr/>
            <p:nvPr/>
          </p:nvCxnSpPr>
          <p:spPr bwMode="auto">
            <a:xfrm flipV="1">
              <a:off x="58293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29" name="btfpColumnIndicator550737">
              <a:extLst>
                <a:ext uri="{FF2B5EF4-FFF2-40B4-BE49-F238E27FC236}">
                  <a16:creationId xmlns:a16="http://schemas.microsoft.com/office/drawing/2014/main" id="{BB0E2D1F-600D-5C81-EEAD-6225E80A3D4D}"/>
                </a:ext>
              </a:extLst>
            </p:cNvPr>
            <p:cNvCxnSpPr/>
            <p:nvPr/>
          </p:nvCxnSpPr>
          <p:spPr bwMode="auto">
            <a:xfrm flipV="1">
              <a:off x="334645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sp>
          <p:nvSpPr>
            <p:cNvPr id="30" name="btfpColumnGapBlocker936976">
              <a:extLst>
                <a:ext uri="{FF2B5EF4-FFF2-40B4-BE49-F238E27FC236}">
                  <a16:creationId xmlns:a16="http://schemas.microsoft.com/office/drawing/2014/main" id="{005AFD84-26EE-2731-13F4-17D588CAE9AD}"/>
                </a:ext>
              </a:extLst>
            </p:cNvPr>
            <p:cNvSpPr/>
            <p:nvPr/>
          </p:nvSpPr>
          <p:spPr bwMode="auto">
            <a:xfrm>
              <a:off x="0" y="6926580"/>
              <a:ext cx="3302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31" name="btfpColumnIndicator905545">
              <a:extLst>
                <a:ext uri="{FF2B5EF4-FFF2-40B4-BE49-F238E27FC236}">
                  <a16:creationId xmlns:a16="http://schemas.microsoft.com/office/drawing/2014/main" id="{9390FCC4-5543-B0A7-D262-2C4C0019B05A}"/>
                </a:ext>
              </a:extLst>
            </p:cNvPr>
            <p:cNvCxnSpPr/>
            <p:nvPr/>
          </p:nvCxnSpPr>
          <p:spPr bwMode="auto">
            <a:xfrm flipV="1">
              <a:off x="281305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32" name="btfpColumnIndicator289571">
              <a:extLst>
                <a:ext uri="{FF2B5EF4-FFF2-40B4-BE49-F238E27FC236}">
                  <a16:creationId xmlns:a16="http://schemas.microsoft.com/office/drawing/2014/main" id="{024E7151-4175-7EF1-D6FB-904498C2284F}"/>
                </a:ext>
              </a:extLst>
            </p:cNvPr>
            <p:cNvCxnSpPr/>
            <p:nvPr/>
          </p:nvCxnSpPr>
          <p:spPr bwMode="auto">
            <a:xfrm flipV="1">
              <a:off x="3302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grpSp>
      <p:sp>
        <p:nvSpPr>
          <p:cNvPr id="33" name="Rectangle 7">
            <a:extLst>
              <a:ext uri="{FF2B5EF4-FFF2-40B4-BE49-F238E27FC236}">
                <a16:creationId xmlns:a16="http://schemas.microsoft.com/office/drawing/2014/main" id="{FFBD04FF-F65D-612C-8ABB-4EAB3B99B4AA}"/>
              </a:ext>
            </a:extLst>
          </p:cNvPr>
          <p:cNvSpPr/>
          <p:nvPr/>
        </p:nvSpPr>
        <p:spPr bwMode="auto">
          <a:xfrm>
            <a:off x="330200" y="3544746"/>
            <a:ext cx="11531600" cy="2472982"/>
          </a:xfrm>
          <a:prstGeom prst="rect">
            <a:avLst/>
          </a:prstGeom>
          <a:noFill/>
          <a:ln w="19050" cap="flat" cmpd="sng" algn="ctr">
            <a:solidFill>
              <a:srgbClr val="B4B4B4"/>
            </a:solid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4" name="Rectangle 8">
            <a:extLst>
              <a:ext uri="{FF2B5EF4-FFF2-40B4-BE49-F238E27FC236}">
                <a16:creationId xmlns:a16="http://schemas.microsoft.com/office/drawing/2014/main" id="{77EC2799-3405-751A-ED99-E39F3628D237}"/>
              </a:ext>
            </a:extLst>
          </p:cNvPr>
          <p:cNvSpPr/>
          <p:nvPr/>
        </p:nvSpPr>
        <p:spPr bwMode="auto">
          <a:xfrm>
            <a:off x="476601" y="3429087"/>
            <a:ext cx="4032000" cy="231318"/>
          </a:xfrm>
          <a:prstGeom prst="rect">
            <a:avLst/>
          </a:prstGeom>
          <a:solidFill>
            <a:srgbClr val="D6D6D6"/>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600" b="1" i="0" u="none" strike="noStrike" kern="1200" cap="none" spc="300" normalizeH="0" baseline="0" noProof="0">
                <a:ln>
                  <a:noFill/>
                </a:ln>
                <a:solidFill>
                  <a:srgbClr val="5C5C5C"/>
                </a:solidFill>
                <a:effectLst/>
                <a:uLnTx/>
                <a:uFillTx/>
                <a:latin typeface="Open Sans"/>
                <a:ea typeface="Open Sans"/>
                <a:cs typeface="Arial"/>
              </a:rPr>
              <a:t>Diseño del </a:t>
            </a:r>
            <a:r>
              <a:rPr kumimoji="0" lang="en-US" sz="1600" b="1" i="0" u="none" strike="noStrike" kern="1200" cap="none" spc="300" normalizeH="0" baseline="0" noProof="0" err="1">
                <a:ln>
                  <a:noFill/>
                </a:ln>
                <a:solidFill>
                  <a:srgbClr val="5C5C5C"/>
                </a:solidFill>
                <a:effectLst/>
                <a:uLnTx/>
                <a:uFillTx/>
                <a:latin typeface="Open Sans"/>
                <a:ea typeface="Open Sans"/>
                <a:cs typeface="Arial"/>
              </a:rPr>
              <a:t>modelo</a:t>
            </a:r>
            <a:r>
              <a:rPr kumimoji="0" lang="en-US" sz="1600" b="1" i="0" u="none" strike="noStrike" kern="1200" cap="none" spc="300" normalizeH="0" baseline="0" noProof="0">
                <a:ln>
                  <a:noFill/>
                </a:ln>
                <a:solidFill>
                  <a:srgbClr val="5C5C5C"/>
                </a:solidFill>
                <a:effectLst/>
                <a:uLnTx/>
                <a:uFillTx/>
                <a:latin typeface="Open Sans"/>
                <a:ea typeface="Open Sans"/>
                <a:cs typeface="Arial"/>
              </a:rPr>
              <a:t> </a:t>
            </a:r>
            <a:r>
              <a:rPr kumimoji="0" lang="en-US" sz="1600" b="1" i="0" u="none" strike="noStrike" kern="1200" cap="none" spc="300" normalizeH="0" baseline="0" noProof="0" err="1">
                <a:ln>
                  <a:noFill/>
                </a:ln>
                <a:solidFill>
                  <a:srgbClr val="5C5C5C"/>
                </a:solidFill>
                <a:effectLst/>
                <a:uLnTx/>
                <a:uFillTx/>
                <a:latin typeface="Open Sans"/>
                <a:ea typeface="Open Sans"/>
                <a:cs typeface="Arial"/>
              </a:rPr>
              <a:t>operativo</a:t>
            </a:r>
            <a:endParaRPr kumimoji="0" lang="en-US" sz="1600" b="1" i="0" u="none" strike="noStrike" kern="1200" cap="none" spc="300" normalizeH="0" baseline="0" noProof="0">
              <a:ln>
                <a:noFill/>
              </a:ln>
              <a:solidFill>
                <a:srgbClr val="5C5C5C"/>
              </a:solidFill>
              <a:effectLst/>
              <a:uLnTx/>
              <a:uFillTx/>
              <a:latin typeface="Open Sans"/>
              <a:ea typeface="Open Sans"/>
              <a:cs typeface="Arial"/>
            </a:endParaRPr>
          </a:p>
        </p:txBody>
      </p:sp>
      <p:sp>
        <p:nvSpPr>
          <p:cNvPr id="35" name="Rectangle 17">
            <a:extLst>
              <a:ext uri="{FF2B5EF4-FFF2-40B4-BE49-F238E27FC236}">
                <a16:creationId xmlns:a16="http://schemas.microsoft.com/office/drawing/2014/main" id="{65306367-A635-269D-400E-D6974F8D3760}"/>
              </a:ext>
            </a:extLst>
          </p:cNvPr>
          <p:cNvSpPr/>
          <p:nvPr/>
        </p:nvSpPr>
        <p:spPr bwMode="auto">
          <a:xfrm>
            <a:off x="590550" y="3763095"/>
            <a:ext cx="2489200" cy="2142271"/>
          </a:xfrm>
          <a:prstGeom prst="rect">
            <a:avLst/>
          </a:prstGeom>
          <a:solidFill>
            <a:srgbClr val="D6D6D6">
              <a:alpha val="25000"/>
            </a:srgbClr>
          </a:solidFill>
          <a:ln w="19050"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6" name="Rectangle 18">
            <a:extLst>
              <a:ext uri="{FF2B5EF4-FFF2-40B4-BE49-F238E27FC236}">
                <a16:creationId xmlns:a16="http://schemas.microsoft.com/office/drawing/2014/main" id="{24939795-EFD8-0BBD-8C39-1286EBBD513A}"/>
              </a:ext>
            </a:extLst>
          </p:cNvPr>
          <p:cNvSpPr/>
          <p:nvPr/>
        </p:nvSpPr>
        <p:spPr bwMode="auto">
          <a:xfrm>
            <a:off x="3431116" y="3765159"/>
            <a:ext cx="2489200" cy="2142271"/>
          </a:xfrm>
          <a:prstGeom prst="rect">
            <a:avLst/>
          </a:prstGeom>
          <a:solidFill>
            <a:srgbClr val="D6D6D6">
              <a:alpha val="25000"/>
            </a:srgbClr>
          </a:solidFill>
          <a:ln w="19050"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7" name="Rectangle 21">
            <a:extLst>
              <a:ext uri="{FF2B5EF4-FFF2-40B4-BE49-F238E27FC236}">
                <a16:creationId xmlns:a16="http://schemas.microsoft.com/office/drawing/2014/main" id="{5CCCFF69-288A-4292-BB53-4C8E3CFB9D64}"/>
              </a:ext>
            </a:extLst>
          </p:cNvPr>
          <p:cNvSpPr/>
          <p:nvPr/>
        </p:nvSpPr>
        <p:spPr bwMode="auto">
          <a:xfrm>
            <a:off x="6271682" y="3765159"/>
            <a:ext cx="2489200" cy="2142271"/>
          </a:xfrm>
          <a:prstGeom prst="rect">
            <a:avLst/>
          </a:prstGeom>
          <a:solidFill>
            <a:srgbClr val="D6D6D6">
              <a:alpha val="25000"/>
            </a:srgbClr>
          </a:solidFill>
          <a:ln w="19050"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8" name="Rectangle 24">
            <a:extLst>
              <a:ext uri="{FF2B5EF4-FFF2-40B4-BE49-F238E27FC236}">
                <a16:creationId xmlns:a16="http://schemas.microsoft.com/office/drawing/2014/main" id="{DF5660C6-B0AE-0F03-5D4A-A0815C262F52}"/>
              </a:ext>
            </a:extLst>
          </p:cNvPr>
          <p:cNvSpPr/>
          <p:nvPr/>
        </p:nvSpPr>
        <p:spPr bwMode="auto">
          <a:xfrm>
            <a:off x="9112250" y="3765159"/>
            <a:ext cx="2489200" cy="2142271"/>
          </a:xfrm>
          <a:prstGeom prst="rect">
            <a:avLst/>
          </a:prstGeom>
          <a:solidFill>
            <a:srgbClr val="D6D6D6">
              <a:alpha val="25000"/>
            </a:srgbClr>
          </a:solidFill>
          <a:ln w="19050"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39" name="Rectangle 37">
            <a:extLst>
              <a:ext uri="{FF2B5EF4-FFF2-40B4-BE49-F238E27FC236}">
                <a16:creationId xmlns:a16="http://schemas.microsoft.com/office/drawing/2014/main" id="{6696BD8D-49C9-A39E-9589-F45CB1DFF62C}"/>
              </a:ext>
            </a:extLst>
          </p:cNvPr>
          <p:cNvSpPr/>
          <p:nvPr/>
        </p:nvSpPr>
        <p:spPr bwMode="auto">
          <a:xfrm>
            <a:off x="710931" y="4438315"/>
            <a:ext cx="2255074" cy="28007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400" b="1" i="0" u="none" strike="noStrike" kern="1200" cap="none" spc="300" normalizeH="0" baseline="0" noProof="0">
                <a:ln>
                  <a:noFill/>
                </a:ln>
                <a:solidFill>
                  <a:srgbClr val="5C5C5C"/>
                </a:solidFill>
                <a:effectLst/>
                <a:uLnTx/>
                <a:uFillTx/>
                <a:latin typeface="Open Sans"/>
                <a:ea typeface="Open Sans"/>
                <a:cs typeface="Arial"/>
              </a:rPr>
              <a:t>LAYER ORGANIZACIONAL</a:t>
            </a:r>
          </a:p>
        </p:txBody>
      </p:sp>
      <p:grpSp>
        <p:nvGrpSpPr>
          <p:cNvPr id="40" name="Group 1115">
            <a:extLst>
              <a:ext uri="{FF2B5EF4-FFF2-40B4-BE49-F238E27FC236}">
                <a16:creationId xmlns:a16="http://schemas.microsoft.com/office/drawing/2014/main" id="{C49063BE-0C20-A29E-700B-55A35D486AE8}"/>
              </a:ext>
            </a:extLst>
          </p:cNvPr>
          <p:cNvGrpSpPr/>
          <p:nvPr/>
        </p:nvGrpSpPr>
        <p:grpSpPr>
          <a:xfrm>
            <a:off x="1575115" y="3854608"/>
            <a:ext cx="520071" cy="454799"/>
            <a:chOff x="715162" y="1890572"/>
            <a:chExt cx="776740" cy="710983"/>
          </a:xfrm>
        </p:grpSpPr>
        <p:cxnSp>
          <p:nvCxnSpPr>
            <p:cNvPr id="41" name="Straight Connector 39">
              <a:extLst>
                <a:ext uri="{FF2B5EF4-FFF2-40B4-BE49-F238E27FC236}">
                  <a16:creationId xmlns:a16="http://schemas.microsoft.com/office/drawing/2014/main" id="{8B746606-8966-46DD-A647-022D87D9FC27}"/>
                </a:ext>
              </a:extLst>
            </p:cNvPr>
            <p:cNvCxnSpPr/>
            <p:nvPr>
              <p:custDataLst>
                <p:tags r:id="rId46"/>
              </p:custDataLst>
            </p:nvPr>
          </p:nvCxnSpPr>
          <p:spPr bwMode="gray">
            <a:xfrm flipH="1">
              <a:off x="1219395" y="2079324"/>
              <a:ext cx="59629" cy="53477"/>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2" name="Straight Connector 40">
              <a:extLst>
                <a:ext uri="{FF2B5EF4-FFF2-40B4-BE49-F238E27FC236}">
                  <a16:creationId xmlns:a16="http://schemas.microsoft.com/office/drawing/2014/main" id="{88B41F33-080F-070C-8A64-3E945A87CAE2}"/>
                </a:ext>
              </a:extLst>
            </p:cNvPr>
            <p:cNvCxnSpPr/>
            <p:nvPr>
              <p:custDataLst>
                <p:tags r:id="rId47"/>
              </p:custDataLst>
            </p:nvPr>
          </p:nvCxnSpPr>
          <p:spPr bwMode="gray">
            <a:xfrm flipH="1" flipV="1">
              <a:off x="1219395" y="2365737"/>
              <a:ext cx="59629" cy="53477"/>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3" name="Straight Connector 41">
              <a:extLst>
                <a:ext uri="{FF2B5EF4-FFF2-40B4-BE49-F238E27FC236}">
                  <a16:creationId xmlns:a16="http://schemas.microsoft.com/office/drawing/2014/main" id="{20998B3B-2B8E-719F-77F8-523AAF3C9B2F}"/>
                </a:ext>
              </a:extLst>
            </p:cNvPr>
            <p:cNvCxnSpPr/>
            <p:nvPr>
              <p:custDataLst>
                <p:tags r:id="rId48"/>
              </p:custDataLst>
            </p:nvPr>
          </p:nvCxnSpPr>
          <p:spPr bwMode="gray">
            <a:xfrm>
              <a:off x="914079" y="2079324"/>
              <a:ext cx="59629" cy="53477"/>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44" name="Straight Connector 42">
              <a:extLst>
                <a:ext uri="{FF2B5EF4-FFF2-40B4-BE49-F238E27FC236}">
                  <a16:creationId xmlns:a16="http://schemas.microsoft.com/office/drawing/2014/main" id="{7C6306B8-3750-4B4D-9F49-65D90A51D7E6}"/>
                </a:ext>
              </a:extLst>
            </p:cNvPr>
            <p:cNvCxnSpPr/>
            <p:nvPr>
              <p:custDataLst>
                <p:tags r:id="rId49"/>
              </p:custDataLst>
            </p:nvPr>
          </p:nvCxnSpPr>
          <p:spPr bwMode="gray">
            <a:xfrm flipV="1">
              <a:off x="914079" y="2365737"/>
              <a:ext cx="59629" cy="53477"/>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sp>
          <p:nvSpPr>
            <p:cNvPr id="45" name="Oval 43">
              <a:extLst>
                <a:ext uri="{FF2B5EF4-FFF2-40B4-BE49-F238E27FC236}">
                  <a16:creationId xmlns:a16="http://schemas.microsoft.com/office/drawing/2014/main" id="{B56570D3-D211-86A1-9952-7B151490A92C}"/>
                </a:ext>
              </a:extLst>
            </p:cNvPr>
            <p:cNvSpPr/>
            <p:nvPr>
              <p:custDataLst>
                <p:tags r:id="rId50"/>
              </p:custDataLst>
            </p:nvPr>
          </p:nvSpPr>
          <p:spPr bwMode="gray">
            <a:xfrm>
              <a:off x="715162" y="1890572"/>
              <a:ext cx="259422" cy="274959"/>
            </a:xfrm>
            <a:prstGeom prst="ellipse">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defRPr lang="en-US"/>
              </a:defPPr>
              <a:lvl1pPr marL="177800" indent="-177800" algn="l" defTabSz="711200" rtl="0" eaLnBrk="1" latinLnBrk="0" hangingPunct="1">
                <a:spcBef>
                  <a:spcPts val="1200"/>
                </a:spcBef>
                <a:buChar char="•"/>
                <a:defRPr sz="1600" kern="1200">
                  <a:solidFill>
                    <a:srgbClr val="FFFFFF"/>
                  </a:solidFill>
                  <a:latin typeface="Arial"/>
                  <a:ea typeface="+mn-ea"/>
                  <a:cs typeface="+mn-cs"/>
                </a:defRPr>
              </a:lvl1pPr>
              <a:lvl2pPr marL="355600" indent="-177800" algn="l" defTabSz="711200" rtl="0" eaLnBrk="1" latinLnBrk="0" hangingPunct="1">
                <a:spcBef>
                  <a:spcPts val="600"/>
                </a:spcBef>
                <a:buChar char="–"/>
                <a:defRPr sz="1400" kern="1200">
                  <a:solidFill>
                    <a:srgbClr val="FFFFFF"/>
                  </a:solidFill>
                  <a:latin typeface="Arial"/>
                  <a:ea typeface="+mn-ea"/>
                  <a:cs typeface="+mn-cs"/>
                </a:defRPr>
              </a:lvl2pPr>
              <a:lvl3pPr marL="533400" indent="-177800" algn="l" defTabSz="711200" rtl="0" eaLnBrk="1" latinLnBrk="0" hangingPunct="1">
                <a:spcBef>
                  <a:spcPts val="600"/>
                </a:spcBef>
                <a:buChar char="&gt;"/>
                <a:defRPr sz="1400" kern="1200">
                  <a:solidFill>
                    <a:srgbClr val="FFFFFF"/>
                  </a:solidFill>
                  <a:latin typeface="Arial"/>
                  <a:ea typeface="+mn-ea"/>
                  <a:cs typeface="+mn-cs"/>
                </a:defRPr>
              </a:lvl3pPr>
              <a:lvl4pPr marL="711200" indent="-177800" algn="l" defTabSz="711200" rtl="0" eaLnBrk="1" latinLnBrk="0" hangingPunct="1">
                <a:spcBef>
                  <a:spcPts val="600"/>
                </a:spcBef>
                <a:buChar char="–"/>
                <a:defRPr sz="1400" kern="1200">
                  <a:solidFill>
                    <a:srgbClr val="FFFFFF"/>
                  </a:solidFill>
                  <a:latin typeface="Arial"/>
                  <a:ea typeface="+mn-ea"/>
                  <a:cs typeface="+mn-cs"/>
                </a:defRPr>
              </a:lvl4pPr>
              <a:lvl5pPr marL="889000" indent="-177800" algn="l" defTabSz="711200" rtl="0" eaLnBrk="1" latinLnBrk="0" hangingPunct="1">
                <a:spcBef>
                  <a:spcPts val="600"/>
                </a:spcBef>
                <a:buChar char="&gt;"/>
                <a:defRPr sz="1400" kern="1200">
                  <a:solidFill>
                    <a:srgbClr val="FFFFFF"/>
                  </a:solidFill>
                  <a:latin typeface="Arial"/>
                  <a:ea typeface="+mn-ea"/>
                  <a:cs typeface="+mn-cs"/>
                </a:defRPr>
              </a:lvl5pPr>
              <a:lvl6pPr marL="1066800" indent="-177800" algn="l" defTabSz="711200" rtl="0" eaLnBrk="1" latinLnBrk="0" hangingPunct="1">
                <a:defRPr sz="1400" kern="1200">
                  <a:solidFill>
                    <a:srgbClr val="FFFFFF"/>
                  </a:solidFill>
                  <a:latin typeface="Arial"/>
                  <a:ea typeface="+mn-ea"/>
                  <a:cs typeface="+mn-cs"/>
                </a:defRPr>
              </a:lvl6pPr>
              <a:lvl7pPr marL="1244600" indent="-177800" algn="l" defTabSz="711200" rtl="0" eaLnBrk="1" latinLnBrk="0" hangingPunct="1">
                <a:defRPr sz="1400" kern="1200">
                  <a:solidFill>
                    <a:srgbClr val="FFFFFF"/>
                  </a:solidFill>
                  <a:latin typeface="Arial"/>
                  <a:ea typeface="+mn-ea"/>
                  <a:cs typeface="+mn-cs"/>
                </a:defRPr>
              </a:lvl7pPr>
              <a:lvl8pPr marL="1422400" indent="-177800" algn="l" defTabSz="711200" rtl="0" eaLnBrk="1" latinLnBrk="0" hangingPunct="1">
                <a:defRPr sz="1400" kern="1200">
                  <a:solidFill>
                    <a:srgbClr val="FFFFFF"/>
                  </a:solidFill>
                  <a:latin typeface="Arial"/>
                  <a:ea typeface="+mn-ea"/>
                  <a:cs typeface="+mn-cs"/>
                </a:defRPr>
              </a:lvl8pPr>
              <a:lvl9pPr marL="1600200" indent="-177800" algn="l" defTabSz="711200" rtl="0" eaLnBrk="1" latinLnBrk="0" hangingPunct="1">
                <a:defRPr sz="1400" kern="1200">
                  <a:solidFill>
                    <a:srgbClr val="FFFFFF"/>
                  </a:solidFill>
                  <a:latin typeface="Arial"/>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46" name="Oval 44">
              <a:extLst>
                <a:ext uri="{FF2B5EF4-FFF2-40B4-BE49-F238E27FC236}">
                  <a16:creationId xmlns:a16="http://schemas.microsoft.com/office/drawing/2014/main" id="{06539232-9E29-F15D-97D6-F21EAB6B3489}"/>
                </a:ext>
              </a:extLst>
            </p:cNvPr>
            <p:cNvSpPr/>
            <p:nvPr>
              <p:custDataLst>
                <p:tags r:id="rId51"/>
              </p:custDataLst>
            </p:nvPr>
          </p:nvSpPr>
          <p:spPr bwMode="gray">
            <a:xfrm>
              <a:off x="715162" y="2326596"/>
              <a:ext cx="259422" cy="274959"/>
            </a:xfrm>
            <a:prstGeom prst="ellipse">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defRPr lang="en-US"/>
              </a:defPPr>
              <a:lvl1pPr marL="177800" indent="-177800" algn="l" defTabSz="711200" rtl="0" eaLnBrk="1" latinLnBrk="0" hangingPunct="1">
                <a:spcBef>
                  <a:spcPts val="1200"/>
                </a:spcBef>
                <a:buChar char="•"/>
                <a:defRPr sz="1600" kern="1200">
                  <a:solidFill>
                    <a:srgbClr val="FFFFFF"/>
                  </a:solidFill>
                  <a:latin typeface="Arial"/>
                  <a:ea typeface="+mn-ea"/>
                  <a:cs typeface="+mn-cs"/>
                </a:defRPr>
              </a:lvl1pPr>
              <a:lvl2pPr marL="355600" indent="-177800" algn="l" defTabSz="711200" rtl="0" eaLnBrk="1" latinLnBrk="0" hangingPunct="1">
                <a:spcBef>
                  <a:spcPts val="600"/>
                </a:spcBef>
                <a:buChar char="–"/>
                <a:defRPr sz="1400" kern="1200">
                  <a:solidFill>
                    <a:srgbClr val="FFFFFF"/>
                  </a:solidFill>
                  <a:latin typeface="Arial"/>
                  <a:ea typeface="+mn-ea"/>
                  <a:cs typeface="+mn-cs"/>
                </a:defRPr>
              </a:lvl2pPr>
              <a:lvl3pPr marL="533400" indent="-177800" algn="l" defTabSz="711200" rtl="0" eaLnBrk="1" latinLnBrk="0" hangingPunct="1">
                <a:spcBef>
                  <a:spcPts val="600"/>
                </a:spcBef>
                <a:buChar char="&gt;"/>
                <a:defRPr sz="1400" kern="1200">
                  <a:solidFill>
                    <a:srgbClr val="FFFFFF"/>
                  </a:solidFill>
                  <a:latin typeface="Arial"/>
                  <a:ea typeface="+mn-ea"/>
                  <a:cs typeface="+mn-cs"/>
                </a:defRPr>
              </a:lvl3pPr>
              <a:lvl4pPr marL="711200" indent="-177800" algn="l" defTabSz="711200" rtl="0" eaLnBrk="1" latinLnBrk="0" hangingPunct="1">
                <a:spcBef>
                  <a:spcPts val="600"/>
                </a:spcBef>
                <a:buChar char="–"/>
                <a:defRPr sz="1400" kern="1200">
                  <a:solidFill>
                    <a:srgbClr val="FFFFFF"/>
                  </a:solidFill>
                  <a:latin typeface="Arial"/>
                  <a:ea typeface="+mn-ea"/>
                  <a:cs typeface="+mn-cs"/>
                </a:defRPr>
              </a:lvl4pPr>
              <a:lvl5pPr marL="889000" indent="-177800" algn="l" defTabSz="711200" rtl="0" eaLnBrk="1" latinLnBrk="0" hangingPunct="1">
                <a:spcBef>
                  <a:spcPts val="600"/>
                </a:spcBef>
                <a:buChar char="&gt;"/>
                <a:defRPr sz="1400" kern="1200">
                  <a:solidFill>
                    <a:srgbClr val="FFFFFF"/>
                  </a:solidFill>
                  <a:latin typeface="Arial"/>
                  <a:ea typeface="+mn-ea"/>
                  <a:cs typeface="+mn-cs"/>
                </a:defRPr>
              </a:lvl5pPr>
              <a:lvl6pPr marL="1066800" indent="-177800" algn="l" defTabSz="711200" rtl="0" eaLnBrk="1" latinLnBrk="0" hangingPunct="1">
                <a:defRPr sz="1400" kern="1200">
                  <a:solidFill>
                    <a:srgbClr val="FFFFFF"/>
                  </a:solidFill>
                  <a:latin typeface="Arial"/>
                  <a:ea typeface="+mn-ea"/>
                  <a:cs typeface="+mn-cs"/>
                </a:defRPr>
              </a:lvl6pPr>
              <a:lvl7pPr marL="1244600" indent="-177800" algn="l" defTabSz="711200" rtl="0" eaLnBrk="1" latinLnBrk="0" hangingPunct="1">
                <a:defRPr sz="1400" kern="1200">
                  <a:solidFill>
                    <a:srgbClr val="FFFFFF"/>
                  </a:solidFill>
                  <a:latin typeface="Arial"/>
                  <a:ea typeface="+mn-ea"/>
                  <a:cs typeface="+mn-cs"/>
                </a:defRPr>
              </a:lvl7pPr>
              <a:lvl8pPr marL="1422400" indent="-177800" algn="l" defTabSz="711200" rtl="0" eaLnBrk="1" latinLnBrk="0" hangingPunct="1">
                <a:defRPr sz="1400" kern="1200">
                  <a:solidFill>
                    <a:srgbClr val="FFFFFF"/>
                  </a:solidFill>
                  <a:latin typeface="Arial"/>
                  <a:ea typeface="+mn-ea"/>
                  <a:cs typeface="+mn-cs"/>
                </a:defRPr>
              </a:lvl8pPr>
              <a:lvl9pPr marL="1600200" indent="-177800" algn="l" defTabSz="711200" rtl="0" eaLnBrk="1" latinLnBrk="0" hangingPunct="1">
                <a:defRPr sz="1400" kern="1200">
                  <a:solidFill>
                    <a:srgbClr val="FFFFFF"/>
                  </a:solidFill>
                  <a:latin typeface="Arial"/>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47" name="Oval 45">
              <a:extLst>
                <a:ext uri="{FF2B5EF4-FFF2-40B4-BE49-F238E27FC236}">
                  <a16:creationId xmlns:a16="http://schemas.microsoft.com/office/drawing/2014/main" id="{ECE11231-D041-B3CE-F952-51F91926FE30}"/>
                </a:ext>
              </a:extLst>
            </p:cNvPr>
            <p:cNvSpPr/>
            <p:nvPr>
              <p:custDataLst>
                <p:tags r:id="rId52"/>
              </p:custDataLst>
            </p:nvPr>
          </p:nvSpPr>
          <p:spPr bwMode="gray">
            <a:xfrm>
              <a:off x="1232480" y="2326596"/>
              <a:ext cx="259422" cy="274959"/>
            </a:xfrm>
            <a:prstGeom prst="ellipse">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defRPr lang="en-US"/>
              </a:defPPr>
              <a:lvl1pPr marL="177800" indent="-177800" algn="l" defTabSz="711200" rtl="0" eaLnBrk="1" latinLnBrk="0" hangingPunct="1">
                <a:spcBef>
                  <a:spcPts val="1200"/>
                </a:spcBef>
                <a:buChar char="•"/>
                <a:defRPr sz="1600" kern="1200">
                  <a:solidFill>
                    <a:srgbClr val="FFFFFF"/>
                  </a:solidFill>
                  <a:latin typeface="Arial"/>
                  <a:ea typeface="+mn-ea"/>
                  <a:cs typeface="+mn-cs"/>
                </a:defRPr>
              </a:lvl1pPr>
              <a:lvl2pPr marL="355600" indent="-177800" algn="l" defTabSz="711200" rtl="0" eaLnBrk="1" latinLnBrk="0" hangingPunct="1">
                <a:spcBef>
                  <a:spcPts val="600"/>
                </a:spcBef>
                <a:buChar char="–"/>
                <a:defRPr sz="1400" kern="1200">
                  <a:solidFill>
                    <a:srgbClr val="FFFFFF"/>
                  </a:solidFill>
                  <a:latin typeface="Arial"/>
                  <a:ea typeface="+mn-ea"/>
                  <a:cs typeface="+mn-cs"/>
                </a:defRPr>
              </a:lvl2pPr>
              <a:lvl3pPr marL="533400" indent="-177800" algn="l" defTabSz="711200" rtl="0" eaLnBrk="1" latinLnBrk="0" hangingPunct="1">
                <a:spcBef>
                  <a:spcPts val="600"/>
                </a:spcBef>
                <a:buChar char="&gt;"/>
                <a:defRPr sz="1400" kern="1200">
                  <a:solidFill>
                    <a:srgbClr val="FFFFFF"/>
                  </a:solidFill>
                  <a:latin typeface="Arial"/>
                  <a:ea typeface="+mn-ea"/>
                  <a:cs typeface="+mn-cs"/>
                </a:defRPr>
              </a:lvl3pPr>
              <a:lvl4pPr marL="711200" indent="-177800" algn="l" defTabSz="711200" rtl="0" eaLnBrk="1" latinLnBrk="0" hangingPunct="1">
                <a:spcBef>
                  <a:spcPts val="600"/>
                </a:spcBef>
                <a:buChar char="–"/>
                <a:defRPr sz="1400" kern="1200">
                  <a:solidFill>
                    <a:srgbClr val="FFFFFF"/>
                  </a:solidFill>
                  <a:latin typeface="Arial"/>
                  <a:ea typeface="+mn-ea"/>
                  <a:cs typeface="+mn-cs"/>
                </a:defRPr>
              </a:lvl4pPr>
              <a:lvl5pPr marL="889000" indent="-177800" algn="l" defTabSz="711200" rtl="0" eaLnBrk="1" latinLnBrk="0" hangingPunct="1">
                <a:spcBef>
                  <a:spcPts val="600"/>
                </a:spcBef>
                <a:buChar char="&gt;"/>
                <a:defRPr sz="1400" kern="1200">
                  <a:solidFill>
                    <a:srgbClr val="FFFFFF"/>
                  </a:solidFill>
                  <a:latin typeface="Arial"/>
                  <a:ea typeface="+mn-ea"/>
                  <a:cs typeface="+mn-cs"/>
                </a:defRPr>
              </a:lvl5pPr>
              <a:lvl6pPr marL="1066800" indent="-177800" algn="l" defTabSz="711200" rtl="0" eaLnBrk="1" latinLnBrk="0" hangingPunct="1">
                <a:defRPr sz="1400" kern="1200">
                  <a:solidFill>
                    <a:srgbClr val="FFFFFF"/>
                  </a:solidFill>
                  <a:latin typeface="Arial"/>
                  <a:ea typeface="+mn-ea"/>
                  <a:cs typeface="+mn-cs"/>
                </a:defRPr>
              </a:lvl6pPr>
              <a:lvl7pPr marL="1244600" indent="-177800" algn="l" defTabSz="711200" rtl="0" eaLnBrk="1" latinLnBrk="0" hangingPunct="1">
                <a:defRPr sz="1400" kern="1200">
                  <a:solidFill>
                    <a:srgbClr val="FFFFFF"/>
                  </a:solidFill>
                  <a:latin typeface="Arial"/>
                  <a:ea typeface="+mn-ea"/>
                  <a:cs typeface="+mn-cs"/>
                </a:defRPr>
              </a:lvl7pPr>
              <a:lvl8pPr marL="1422400" indent="-177800" algn="l" defTabSz="711200" rtl="0" eaLnBrk="1" latinLnBrk="0" hangingPunct="1">
                <a:defRPr sz="1400" kern="1200">
                  <a:solidFill>
                    <a:srgbClr val="FFFFFF"/>
                  </a:solidFill>
                  <a:latin typeface="Arial"/>
                  <a:ea typeface="+mn-ea"/>
                  <a:cs typeface="+mn-cs"/>
                </a:defRPr>
              </a:lvl8pPr>
              <a:lvl9pPr marL="1600200" indent="-177800" algn="l" defTabSz="711200" rtl="0" eaLnBrk="1" latinLnBrk="0" hangingPunct="1">
                <a:defRPr sz="1400" kern="1200">
                  <a:solidFill>
                    <a:srgbClr val="FFFFFF"/>
                  </a:solidFill>
                  <a:latin typeface="Arial"/>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48" name="Oval 46">
              <a:extLst>
                <a:ext uri="{FF2B5EF4-FFF2-40B4-BE49-F238E27FC236}">
                  <a16:creationId xmlns:a16="http://schemas.microsoft.com/office/drawing/2014/main" id="{8D9CF8F5-FA81-A03E-5D2B-530B3BB11B2C}"/>
                </a:ext>
              </a:extLst>
            </p:cNvPr>
            <p:cNvSpPr/>
            <p:nvPr>
              <p:custDataLst>
                <p:tags r:id="rId53"/>
              </p:custDataLst>
            </p:nvPr>
          </p:nvSpPr>
          <p:spPr bwMode="gray">
            <a:xfrm>
              <a:off x="1232480" y="1890572"/>
              <a:ext cx="259422" cy="274959"/>
            </a:xfrm>
            <a:prstGeom prst="ellipse">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defPPr>
                <a:defRPr lang="en-US"/>
              </a:defPPr>
              <a:lvl1pPr marL="177800" indent="-177800" algn="l" defTabSz="711200" rtl="0" eaLnBrk="1" latinLnBrk="0" hangingPunct="1">
                <a:spcBef>
                  <a:spcPts val="1200"/>
                </a:spcBef>
                <a:buChar char="•"/>
                <a:defRPr sz="1600" kern="1200">
                  <a:solidFill>
                    <a:srgbClr val="FFFFFF"/>
                  </a:solidFill>
                  <a:latin typeface="Arial"/>
                  <a:ea typeface="+mn-ea"/>
                  <a:cs typeface="+mn-cs"/>
                </a:defRPr>
              </a:lvl1pPr>
              <a:lvl2pPr marL="355600" indent="-177800" algn="l" defTabSz="711200" rtl="0" eaLnBrk="1" latinLnBrk="0" hangingPunct="1">
                <a:spcBef>
                  <a:spcPts val="600"/>
                </a:spcBef>
                <a:buChar char="–"/>
                <a:defRPr sz="1400" kern="1200">
                  <a:solidFill>
                    <a:srgbClr val="FFFFFF"/>
                  </a:solidFill>
                  <a:latin typeface="Arial"/>
                  <a:ea typeface="+mn-ea"/>
                  <a:cs typeface="+mn-cs"/>
                </a:defRPr>
              </a:lvl2pPr>
              <a:lvl3pPr marL="533400" indent="-177800" algn="l" defTabSz="711200" rtl="0" eaLnBrk="1" latinLnBrk="0" hangingPunct="1">
                <a:spcBef>
                  <a:spcPts val="600"/>
                </a:spcBef>
                <a:buChar char="&gt;"/>
                <a:defRPr sz="1400" kern="1200">
                  <a:solidFill>
                    <a:srgbClr val="FFFFFF"/>
                  </a:solidFill>
                  <a:latin typeface="Arial"/>
                  <a:ea typeface="+mn-ea"/>
                  <a:cs typeface="+mn-cs"/>
                </a:defRPr>
              </a:lvl3pPr>
              <a:lvl4pPr marL="711200" indent="-177800" algn="l" defTabSz="711200" rtl="0" eaLnBrk="1" latinLnBrk="0" hangingPunct="1">
                <a:spcBef>
                  <a:spcPts val="600"/>
                </a:spcBef>
                <a:buChar char="–"/>
                <a:defRPr sz="1400" kern="1200">
                  <a:solidFill>
                    <a:srgbClr val="FFFFFF"/>
                  </a:solidFill>
                  <a:latin typeface="Arial"/>
                  <a:ea typeface="+mn-ea"/>
                  <a:cs typeface="+mn-cs"/>
                </a:defRPr>
              </a:lvl4pPr>
              <a:lvl5pPr marL="889000" indent="-177800" algn="l" defTabSz="711200" rtl="0" eaLnBrk="1" latinLnBrk="0" hangingPunct="1">
                <a:spcBef>
                  <a:spcPts val="600"/>
                </a:spcBef>
                <a:buChar char="&gt;"/>
                <a:defRPr sz="1400" kern="1200">
                  <a:solidFill>
                    <a:srgbClr val="FFFFFF"/>
                  </a:solidFill>
                  <a:latin typeface="Arial"/>
                  <a:ea typeface="+mn-ea"/>
                  <a:cs typeface="+mn-cs"/>
                </a:defRPr>
              </a:lvl5pPr>
              <a:lvl6pPr marL="1066800" indent="-177800" algn="l" defTabSz="711200" rtl="0" eaLnBrk="1" latinLnBrk="0" hangingPunct="1">
                <a:defRPr sz="1400" kern="1200">
                  <a:solidFill>
                    <a:srgbClr val="FFFFFF"/>
                  </a:solidFill>
                  <a:latin typeface="Arial"/>
                  <a:ea typeface="+mn-ea"/>
                  <a:cs typeface="+mn-cs"/>
                </a:defRPr>
              </a:lvl6pPr>
              <a:lvl7pPr marL="1244600" indent="-177800" algn="l" defTabSz="711200" rtl="0" eaLnBrk="1" latinLnBrk="0" hangingPunct="1">
                <a:defRPr sz="1400" kern="1200">
                  <a:solidFill>
                    <a:srgbClr val="FFFFFF"/>
                  </a:solidFill>
                  <a:latin typeface="Arial"/>
                  <a:ea typeface="+mn-ea"/>
                  <a:cs typeface="+mn-cs"/>
                </a:defRPr>
              </a:lvl7pPr>
              <a:lvl8pPr marL="1422400" indent="-177800" algn="l" defTabSz="711200" rtl="0" eaLnBrk="1" latinLnBrk="0" hangingPunct="1">
                <a:defRPr sz="1400" kern="1200">
                  <a:solidFill>
                    <a:srgbClr val="FFFFFF"/>
                  </a:solidFill>
                  <a:latin typeface="Arial"/>
                  <a:ea typeface="+mn-ea"/>
                  <a:cs typeface="+mn-cs"/>
                </a:defRPr>
              </a:lvl8pPr>
              <a:lvl9pPr marL="1600200" indent="-177800" algn="l" defTabSz="711200" rtl="0" eaLnBrk="1" latinLnBrk="0" hangingPunct="1">
                <a:defRPr sz="1400" kern="1200">
                  <a:solidFill>
                    <a:srgbClr val="FFFFFF"/>
                  </a:solidFill>
                  <a:latin typeface="Arial"/>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49" name="Freeform 10">
              <a:extLst>
                <a:ext uri="{FF2B5EF4-FFF2-40B4-BE49-F238E27FC236}">
                  <a16:creationId xmlns:a16="http://schemas.microsoft.com/office/drawing/2014/main" id="{894FF696-4B39-F175-FE35-F712DBAABA70}"/>
                </a:ext>
              </a:extLst>
            </p:cNvPr>
            <p:cNvSpPr/>
            <p:nvPr>
              <p:custDataLst>
                <p:tags r:id="rId54"/>
              </p:custDataLst>
            </p:nvPr>
          </p:nvSpPr>
          <p:spPr bwMode="auto">
            <a:xfrm>
              <a:off x="931977" y="2069601"/>
              <a:ext cx="159171" cy="169193"/>
            </a:xfrm>
            <a:custGeom>
              <a:avLst/>
              <a:gdLst>
                <a:gd name="T0" fmla="*/ 566 w 566"/>
                <a:gd name="T1" fmla="*/ 64 h 566"/>
                <a:gd name="T2" fmla="*/ 566 w 566"/>
                <a:gd name="T3" fmla="*/ 0 h 566"/>
                <a:gd name="T4" fmla="*/ 0 w 566"/>
                <a:gd name="T5" fmla="*/ 566 h 566"/>
                <a:gd name="T6" fmla="*/ 64 w 566"/>
                <a:gd name="T7" fmla="*/ 566 h 566"/>
                <a:gd name="T8" fmla="*/ 566 w 566"/>
                <a:gd name="T9" fmla="*/ 64 h 566"/>
              </a:gdLst>
              <a:ahLst/>
              <a:cxnLst>
                <a:cxn ang="0">
                  <a:pos x="T0" y="T1"/>
                </a:cxn>
                <a:cxn ang="0">
                  <a:pos x="T2" y="T3"/>
                </a:cxn>
                <a:cxn ang="0">
                  <a:pos x="T4" y="T5"/>
                </a:cxn>
                <a:cxn ang="0">
                  <a:pos x="T6" y="T7"/>
                </a:cxn>
                <a:cxn ang="0">
                  <a:pos x="T8" y="T9"/>
                </a:cxn>
              </a:cxnLst>
              <a:rect l="0" t="0" r="r" b="b"/>
              <a:pathLst>
                <a:path w="566" h="566">
                  <a:moveTo>
                    <a:pt x="566" y="64"/>
                  </a:moveTo>
                  <a:cubicBezTo>
                    <a:pt x="566" y="0"/>
                    <a:pt x="566" y="0"/>
                    <a:pt x="566" y="0"/>
                  </a:cubicBezTo>
                  <a:cubicBezTo>
                    <a:pt x="261" y="14"/>
                    <a:pt x="15" y="260"/>
                    <a:pt x="0" y="566"/>
                  </a:cubicBezTo>
                  <a:cubicBezTo>
                    <a:pt x="64" y="566"/>
                    <a:pt x="64" y="566"/>
                    <a:pt x="64" y="566"/>
                  </a:cubicBezTo>
                  <a:cubicBezTo>
                    <a:pt x="78" y="296"/>
                    <a:pt x="296" y="78"/>
                    <a:pt x="566" y="64"/>
                  </a:cubicBezTo>
                  <a:close/>
                </a:path>
              </a:pathLst>
            </a:custGeom>
            <a:solidFill>
              <a:srgbClr val="5C5C5C"/>
            </a:solidFill>
            <a:ln w="38100" cap="flat" cmpd="sng" algn="ctr">
              <a:noFill/>
              <a:prstDash val="solid"/>
              <a:round/>
              <a:headEnd type="none" w="med" len="med"/>
              <a:tailEnd type="none" w="med" len="med"/>
            </a:ln>
            <a:extLst>
              <a:ext uri="{91240B29-F687-4F45-9708-019B960494DF}">
                <a14:hiddenLine xmlns:a14="http://schemas.microsoft.com/office/drawing/2010/main" w="38100" cap="flat" cmpd="sng" algn="ctr">
                  <a:solidFill>
                    <a:srgbClr val="5C5C5C"/>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0" name="Freeform 11">
              <a:extLst>
                <a:ext uri="{FF2B5EF4-FFF2-40B4-BE49-F238E27FC236}">
                  <a16:creationId xmlns:a16="http://schemas.microsoft.com/office/drawing/2014/main" id="{4260B62A-7F87-F2F7-DBD4-91260D0AD242}"/>
                </a:ext>
              </a:extLst>
            </p:cNvPr>
            <p:cNvSpPr/>
            <p:nvPr>
              <p:custDataLst>
                <p:tags r:id="rId55"/>
              </p:custDataLst>
            </p:nvPr>
          </p:nvSpPr>
          <p:spPr bwMode="auto">
            <a:xfrm>
              <a:off x="931977" y="2255933"/>
              <a:ext cx="159171" cy="169193"/>
            </a:xfrm>
            <a:custGeom>
              <a:avLst/>
              <a:gdLst>
                <a:gd name="T0" fmla="*/ 64 w 566"/>
                <a:gd name="T1" fmla="*/ 0 h 566"/>
                <a:gd name="T2" fmla="*/ 0 w 566"/>
                <a:gd name="T3" fmla="*/ 0 h 566"/>
                <a:gd name="T4" fmla="*/ 566 w 566"/>
                <a:gd name="T5" fmla="*/ 566 h 566"/>
                <a:gd name="T6" fmla="*/ 566 w 566"/>
                <a:gd name="T7" fmla="*/ 502 h 566"/>
                <a:gd name="T8" fmla="*/ 64 w 566"/>
                <a:gd name="T9" fmla="*/ 0 h 566"/>
              </a:gdLst>
              <a:ahLst/>
              <a:cxnLst>
                <a:cxn ang="0">
                  <a:pos x="T0" y="T1"/>
                </a:cxn>
                <a:cxn ang="0">
                  <a:pos x="T2" y="T3"/>
                </a:cxn>
                <a:cxn ang="0">
                  <a:pos x="T4" y="T5"/>
                </a:cxn>
                <a:cxn ang="0">
                  <a:pos x="T6" y="T7"/>
                </a:cxn>
                <a:cxn ang="0">
                  <a:pos x="T8" y="T9"/>
                </a:cxn>
              </a:cxnLst>
              <a:rect l="0" t="0" r="r" b="b"/>
              <a:pathLst>
                <a:path w="566" h="566">
                  <a:moveTo>
                    <a:pt x="64" y="0"/>
                  </a:moveTo>
                  <a:cubicBezTo>
                    <a:pt x="0" y="0"/>
                    <a:pt x="0" y="0"/>
                    <a:pt x="0" y="0"/>
                  </a:cubicBezTo>
                  <a:cubicBezTo>
                    <a:pt x="15" y="306"/>
                    <a:pt x="261" y="552"/>
                    <a:pt x="566" y="566"/>
                  </a:cubicBezTo>
                  <a:cubicBezTo>
                    <a:pt x="566" y="502"/>
                    <a:pt x="566" y="502"/>
                    <a:pt x="566" y="502"/>
                  </a:cubicBezTo>
                  <a:cubicBezTo>
                    <a:pt x="296" y="488"/>
                    <a:pt x="78" y="271"/>
                    <a:pt x="64" y="0"/>
                  </a:cubicBezTo>
                  <a:close/>
                </a:path>
              </a:pathLst>
            </a:custGeom>
            <a:solidFill>
              <a:srgbClr val="5C5C5C"/>
            </a:solidFill>
            <a:ln w="38100" cap="flat" cmpd="sng" algn="ctr">
              <a:noFill/>
              <a:prstDash val="solid"/>
              <a:round/>
              <a:headEnd type="none" w="med" len="med"/>
              <a:tailEnd type="none" w="med" len="med"/>
            </a:ln>
            <a:extLst>
              <a:ext uri="{91240B29-F687-4F45-9708-019B960494DF}">
                <a14:hiddenLine xmlns:a14="http://schemas.microsoft.com/office/drawing/2010/main" w="38100" cap="flat" cmpd="sng" algn="ctr">
                  <a:solidFill>
                    <a:srgbClr val="5C5C5C"/>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1" name="Freeform 12">
              <a:extLst>
                <a:ext uri="{FF2B5EF4-FFF2-40B4-BE49-F238E27FC236}">
                  <a16:creationId xmlns:a16="http://schemas.microsoft.com/office/drawing/2014/main" id="{87117FA1-7694-D4AF-2698-620D648413B4}"/>
                </a:ext>
              </a:extLst>
            </p:cNvPr>
            <p:cNvSpPr/>
            <p:nvPr>
              <p:custDataLst>
                <p:tags r:id="rId56"/>
              </p:custDataLst>
            </p:nvPr>
          </p:nvSpPr>
          <p:spPr bwMode="auto">
            <a:xfrm>
              <a:off x="1107088" y="2255933"/>
              <a:ext cx="159171" cy="169193"/>
            </a:xfrm>
            <a:custGeom>
              <a:avLst/>
              <a:gdLst>
                <a:gd name="T0" fmla="*/ 0 w 566"/>
                <a:gd name="T1" fmla="*/ 502 h 566"/>
                <a:gd name="T2" fmla="*/ 0 w 566"/>
                <a:gd name="T3" fmla="*/ 566 h 566"/>
                <a:gd name="T4" fmla="*/ 566 w 566"/>
                <a:gd name="T5" fmla="*/ 0 h 566"/>
                <a:gd name="T6" fmla="*/ 503 w 566"/>
                <a:gd name="T7" fmla="*/ 0 h 566"/>
                <a:gd name="T8" fmla="*/ 0 w 566"/>
                <a:gd name="T9" fmla="*/ 502 h 566"/>
              </a:gdLst>
              <a:ahLst/>
              <a:cxnLst>
                <a:cxn ang="0">
                  <a:pos x="T0" y="T1"/>
                </a:cxn>
                <a:cxn ang="0">
                  <a:pos x="T2" y="T3"/>
                </a:cxn>
                <a:cxn ang="0">
                  <a:pos x="T4" y="T5"/>
                </a:cxn>
                <a:cxn ang="0">
                  <a:pos x="T6" y="T7"/>
                </a:cxn>
                <a:cxn ang="0">
                  <a:pos x="T8" y="T9"/>
                </a:cxn>
              </a:cxnLst>
              <a:rect l="0" t="0" r="r" b="b"/>
              <a:pathLst>
                <a:path w="566" h="566">
                  <a:moveTo>
                    <a:pt x="0" y="502"/>
                  </a:moveTo>
                  <a:cubicBezTo>
                    <a:pt x="0" y="566"/>
                    <a:pt x="0" y="566"/>
                    <a:pt x="0" y="566"/>
                  </a:cubicBezTo>
                  <a:cubicBezTo>
                    <a:pt x="306" y="552"/>
                    <a:pt x="552" y="306"/>
                    <a:pt x="566" y="0"/>
                  </a:cubicBezTo>
                  <a:cubicBezTo>
                    <a:pt x="503" y="0"/>
                    <a:pt x="503" y="0"/>
                    <a:pt x="503" y="0"/>
                  </a:cubicBezTo>
                  <a:cubicBezTo>
                    <a:pt x="488" y="271"/>
                    <a:pt x="271" y="488"/>
                    <a:pt x="0" y="502"/>
                  </a:cubicBezTo>
                  <a:close/>
                </a:path>
              </a:pathLst>
            </a:custGeom>
            <a:solidFill>
              <a:srgbClr val="5C5C5C"/>
            </a:solidFill>
            <a:ln w="38100" cap="flat" cmpd="sng" algn="ctr">
              <a:noFill/>
              <a:prstDash val="solid"/>
              <a:round/>
              <a:headEnd type="none" w="med" len="med"/>
              <a:tailEnd type="none" w="med" len="med"/>
            </a:ln>
            <a:extLst>
              <a:ext uri="{91240B29-F687-4F45-9708-019B960494DF}">
                <a14:hiddenLine xmlns:a14="http://schemas.microsoft.com/office/drawing/2010/main" w="38100" cap="flat" cmpd="sng" algn="ctr">
                  <a:solidFill>
                    <a:srgbClr val="5C5C5C"/>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2" name="Freeform 13">
              <a:extLst>
                <a:ext uri="{FF2B5EF4-FFF2-40B4-BE49-F238E27FC236}">
                  <a16:creationId xmlns:a16="http://schemas.microsoft.com/office/drawing/2014/main" id="{B0897F47-9515-C426-2F97-F458B4529E61}"/>
                </a:ext>
              </a:extLst>
            </p:cNvPr>
            <p:cNvSpPr/>
            <p:nvPr>
              <p:custDataLst>
                <p:tags r:id="rId57"/>
              </p:custDataLst>
            </p:nvPr>
          </p:nvSpPr>
          <p:spPr bwMode="auto">
            <a:xfrm>
              <a:off x="1107088" y="2069601"/>
              <a:ext cx="159171" cy="169193"/>
            </a:xfrm>
            <a:custGeom>
              <a:avLst/>
              <a:gdLst>
                <a:gd name="T0" fmla="*/ 503 w 566"/>
                <a:gd name="T1" fmla="*/ 566 h 566"/>
                <a:gd name="T2" fmla="*/ 566 w 566"/>
                <a:gd name="T3" fmla="*/ 566 h 566"/>
                <a:gd name="T4" fmla="*/ 0 w 566"/>
                <a:gd name="T5" fmla="*/ 0 h 566"/>
                <a:gd name="T6" fmla="*/ 0 w 566"/>
                <a:gd name="T7" fmla="*/ 64 h 566"/>
                <a:gd name="T8" fmla="*/ 503 w 566"/>
                <a:gd name="T9" fmla="*/ 566 h 566"/>
              </a:gdLst>
              <a:ahLst/>
              <a:cxnLst>
                <a:cxn ang="0">
                  <a:pos x="T0" y="T1"/>
                </a:cxn>
                <a:cxn ang="0">
                  <a:pos x="T2" y="T3"/>
                </a:cxn>
                <a:cxn ang="0">
                  <a:pos x="T4" y="T5"/>
                </a:cxn>
                <a:cxn ang="0">
                  <a:pos x="T6" y="T7"/>
                </a:cxn>
                <a:cxn ang="0">
                  <a:pos x="T8" y="T9"/>
                </a:cxn>
              </a:cxnLst>
              <a:rect l="0" t="0" r="r" b="b"/>
              <a:pathLst>
                <a:path w="566" h="566">
                  <a:moveTo>
                    <a:pt x="503" y="566"/>
                  </a:moveTo>
                  <a:cubicBezTo>
                    <a:pt x="566" y="566"/>
                    <a:pt x="566" y="566"/>
                    <a:pt x="566" y="566"/>
                  </a:cubicBezTo>
                  <a:cubicBezTo>
                    <a:pt x="552" y="260"/>
                    <a:pt x="306" y="14"/>
                    <a:pt x="0" y="0"/>
                  </a:cubicBezTo>
                  <a:cubicBezTo>
                    <a:pt x="0" y="64"/>
                    <a:pt x="0" y="64"/>
                    <a:pt x="0" y="64"/>
                  </a:cubicBezTo>
                  <a:cubicBezTo>
                    <a:pt x="271" y="78"/>
                    <a:pt x="488" y="296"/>
                    <a:pt x="503" y="566"/>
                  </a:cubicBezTo>
                  <a:close/>
                </a:path>
              </a:pathLst>
            </a:custGeom>
            <a:solidFill>
              <a:srgbClr val="5C5C5C"/>
            </a:solidFill>
            <a:ln w="38100" cap="flat" cmpd="sng" algn="ctr">
              <a:noFill/>
              <a:prstDash val="solid"/>
              <a:round/>
              <a:headEnd type="none" w="med" len="med"/>
              <a:tailEnd type="none" w="med" len="med"/>
            </a:ln>
            <a:extLst>
              <a:ext uri="{91240B29-F687-4F45-9708-019B960494DF}">
                <a14:hiddenLine xmlns:a14="http://schemas.microsoft.com/office/drawing/2010/main" w="38100" cap="flat" cmpd="sng" algn="ctr">
                  <a:solidFill>
                    <a:srgbClr val="5C5C5C"/>
                  </a:solidFill>
                  <a:prstDash val="solid"/>
                  <a:round/>
                  <a:headEnd type="none" w="med" len="med"/>
                  <a:tailEnd type="none" w="med" len="med"/>
                </a14:hiddenLine>
              </a:ext>
            </a:extLst>
          </p:spPr>
          <p:txBody>
            <a:bodyPr vert="horz" wrap="square" lIns="91440" tIns="45720" rIns="91440" bIns="45720"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177800" marR="0" lvl="0" indent="-177800" algn="l" defTabSz="711200" rtl="0" eaLnBrk="1" fontAlgn="auto" latinLnBrk="0" hangingPunct="1">
                <a:lnSpc>
                  <a:spcPct val="10000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3" name="Oval 9">
              <a:extLst>
                <a:ext uri="{FF2B5EF4-FFF2-40B4-BE49-F238E27FC236}">
                  <a16:creationId xmlns:a16="http://schemas.microsoft.com/office/drawing/2014/main" id="{CC7D506F-1096-D8D1-47FD-42373B52718E}"/>
                </a:ext>
              </a:extLst>
            </p:cNvPr>
            <p:cNvSpPr>
              <a:spLocks noChangeArrowheads="1"/>
            </p:cNvSpPr>
            <p:nvPr>
              <p:custDataLst>
                <p:tags r:id="rId58"/>
              </p:custDataLst>
            </p:nvPr>
          </p:nvSpPr>
          <p:spPr bwMode="auto">
            <a:xfrm>
              <a:off x="981145" y="2126026"/>
              <a:ext cx="235946" cy="250076"/>
            </a:xfrm>
            <a:prstGeom prst="ellipse">
              <a:avLst/>
            </a:prstGeom>
            <a:solidFill>
              <a:srgbClr val="7891AA"/>
            </a:solidFill>
            <a:ln w="19050" cap="flat" cmpd="sng" algn="ctr">
              <a:noFill/>
              <a:prstDash val="solid"/>
              <a:round/>
              <a:headEnd type="none" w="med" len="med"/>
              <a:tailEnd type="none" w="med" len="med"/>
            </a:ln>
            <a:extLst>
              <a:ext uri="{91240B29-F687-4F45-9708-019B960494DF}">
                <a14:hiddenLine xmlns:a14="http://schemas.microsoft.com/office/drawing/2010/main" w="19050" cap="flat" cmpd="sng" algn="ctr">
                  <a:solidFill>
                    <a:srgbClr val="46647B"/>
                  </a:solidFill>
                  <a:prstDash val="solid"/>
                  <a:round/>
                  <a:headEnd type="none" w="med" len="med"/>
                  <a:tailEnd type="none" w="med" len="med"/>
                </a14:hiddenLine>
              </a:ext>
            </a:extLst>
          </p:spPr>
          <p:txBody>
            <a:bodyPr vert="horz" wrap="square" lIns="91440" tIns="45720" rIns="91440" bIns="45720" numCol="1" anchor="ctr"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Open Sans"/>
                <a:ea typeface="Open Sans"/>
                <a:cs typeface="Arial"/>
              </a:endParaRPr>
            </a:p>
          </p:txBody>
        </p:sp>
      </p:grpSp>
      <p:grpSp>
        <p:nvGrpSpPr>
          <p:cNvPr id="54" name="Group 1061">
            <a:extLst>
              <a:ext uri="{FF2B5EF4-FFF2-40B4-BE49-F238E27FC236}">
                <a16:creationId xmlns:a16="http://schemas.microsoft.com/office/drawing/2014/main" id="{B291D775-1A1B-14FE-371D-731A26B9531C}"/>
              </a:ext>
            </a:extLst>
          </p:cNvPr>
          <p:cNvGrpSpPr/>
          <p:nvPr/>
        </p:nvGrpSpPr>
        <p:grpSpPr>
          <a:xfrm>
            <a:off x="4470740" y="4143221"/>
            <a:ext cx="518437" cy="381834"/>
            <a:chOff x="341981" y="3553252"/>
            <a:chExt cx="1222443" cy="923842"/>
          </a:xfrm>
        </p:grpSpPr>
        <p:sp>
          <p:nvSpPr>
            <p:cNvPr id="55" name="Rectangle 1062">
              <a:extLst>
                <a:ext uri="{FF2B5EF4-FFF2-40B4-BE49-F238E27FC236}">
                  <a16:creationId xmlns:a16="http://schemas.microsoft.com/office/drawing/2014/main" id="{4DEA3810-C625-5B8F-096E-F1A347E6FE64}"/>
                </a:ext>
              </a:extLst>
            </p:cNvPr>
            <p:cNvSpPr/>
            <p:nvPr>
              <p:custDataLst>
                <p:tags r:id="rId39"/>
              </p:custDataLst>
            </p:nvPr>
          </p:nvSpPr>
          <p:spPr bwMode="gray">
            <a:xfrm>
              <a:off x="705794" y="3553252"/>
              <a:ext cx="507611" cy="273496"/>
            </a:xfrm>
            <a:prstGeom prst="rect">
              <a:avLst/>
            </a:prstGeom>
            <a:solidFill>
              <a:srgbClr val="7891AA"/>
            </a:solidFill>
            <a:ln w="19050" cap="flat" cmpd="sng" algn="ctr">
              <a:noFill/>
              <a:prstDash val="solid"/>
              <a:miter lim="800000"/>
              <a:headEnd type="none" w="med" len="med"/>
              <a:tailEnd type="none" w="med" len="med"/>
            </a:ln>
            <a:effectLst/>
            <a:extLst>
              <a:ext uri="{91240B29-F687-4F45-9708-019B960494DF}">
                <a14:hiddenLine xmlns:a14="http://schemas.microsoft.com/office/drawing/2010/main" w="1905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6" name="Rectangle 1063">
              <a:extLst>
                <a:ext uri="{FF2B5EF4-FFF2-40B4-BE49-F238E27FC236}">
                  <a16:creationId xmlns:a16="http://schemas.microsoft.com/office/drawing/2014/main" id="{E07CE345-488A-AEFA-BDF0-0D1547DCEA22}"/>
                </a:ext>
              </a:extLst>
            </p:cNvPr>
            <p:cNvSpPr/>
            <p:nvPr>
              <p:custDataLst>
                <p:tags r:id="rId40"/>
              </p:custDataLst>
            </p:nvPr>
          </p:nvSpPr>
          <p:spPr bwMode="gray">
            <a:xfrm>
              <a:off x="341981" y="4065416"/>
              <a:ext cx="300421" cy="273496"/>
            </a:xfrm>
            <a:prstGeom prst="rect">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7" name="Rectangle 1070">
              <a:extLst>
                <a:ext uri="{FF2B5EF4-FFF2-40B4-BE49-F238E27FC236}">
                  <a16:creationId xmlns:a16="http://schemas.microsoft.com/office/drawing/2014/main" id="{B11E0E64-F74B-E0E1-B3DC-8AF6919FA0F0}"/>
                </a:ext>
              </a:extLst>
            </p:cNvPr>
            <p:cNvSpPr/>
            <p:nvPr>
              <p:custDataLst>
                <p:tags r:id="rId41"/>
              </p:custDataLst>
            </p:nvPr>
          </p:nvSpPr>
          <p:spPr bwMode="gray">
            <a:xfrm>
              <a:off x="809389" y="4065416"/>
              <a:ext cx="300421" cy="273496"/>
            </a:xfrm>
            <a:prstGeom prst="rect">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58" name="Rectangle 1072">
              <a:extLst>
                <a:ext uri="{FF2B5EF4-FFF2-40B4-BE49-F238E27FC236}">
                  <a16:creationId xmlns:a16="http://schemas.microsoft.com/office/drawing/2014/main" id="{947ADC12-5F7E-3E90-953C-D6A9AF565F9A}"/>
                </a:ext>
              </a:extLst>
            </p:cNvPr>
            <p:cNvSpPr/>
            <p:nvPr>
              <p:custDataLst>
                <p:tags r:id="rId42"/>
              </p:custDataLst>
            </p:nvPr>
          </p:nvSpPr>
          <p:spPr bwMode="gray">
            <a:xfrm>
              <a:off x="1264003" y="4065416"/>
              <a:ext cx="300421" cy="273496"/>
            </a:xfrm>
            <a:prstGeom prst="rect">
              <a:avLst/>
            </a:prstGeom>
            <a:solidFill>
              <a:srgbClr val="858585"/>
            </a:solidFill>
            <a:ln w="1905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cxnSp>
          <p:nvCxnSpPr>
            <p:cNvPr id="59" name="Connector: Elbow 1073">
              <a:extLst>
                <a:ext uri="{FF2B5EF4-FFF2-40B4-BE49-F238E27FC236}">
                  <a16:creationId xmlns:a16="http://schemas.microsoft.com/office/drawing/2014/main" id="{2A01C40D-CCDE-8937-56DC-527E706461AC}"/>
                </a:ext>
              </a:extLst>
            </p:cNvPr>
            <p:cNvCxnSpPr>
              <a:cxnSpLocks/>
              <a:stCxn id="55" idx="2"/>
              <a:endCxn id="56" idx="0"/>
            </p:cNvCxnSpPr>
            <p:nvPr>
              <p:custDataLst>
                <p:tags r:id="rId43"/>
              </p:custDataLst>
            </p:nvPr>
          </p:nvCxnSpPr>
          <p:spPr bwMode="gray">
            <a:xfrm rot="5400000">
              <a:off x="606562" y="3712378"/>
              <a:ext cx="238668" cy="467408"/>
            </a:xfrm>
            <a:prstGeom prst="bentConnector3">
              <a:avLst>
                <a:gd name="adj1" fmla="val 50000"/>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0" name="Connector: Elbow 1078">
              <a:extLst>
                <a:ext uri="{FF2B5EF4-FFF2-40B4-BE49-F238E27FC236}">
                  <a16:creationId xmlns:a16="http://schemas.microsoft.com/office/drawing/2014/main" id="{87DE457F-C1D5-335F-2F86-2EADD8B8B3BA}"/>
                </a:ext>
              </a:extLst>
            </p:cNvPr>
            <p:cNvCxnSpPr>
              <a:cxnSpLocks/>
              <a:stCxn id="55" idx="2"/>
              <a:endCxn id="58" idx="0"/>
            </p:cNvCxnSpPr>
            <p:nvPr>
              <p:custDataLst>
                <p:tags r:id="rId44"/>
              </p:custDataLst>
            </p:nvPr>
          </p:nvCxnSpPr>
          <p:spPr bwMode="gray">
            <a:xfrm rot="16200000" flipH="1">
              <a:off x="1067573" y="3718775"/>
              <a:ext cx="238668" cy="454614"/>
            </a:xfrm>
            <a:prstGeom prst="bentConnector3">
              <a:avLst>
                <a:gd name="adj1" fmla="val 50000"/>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1" name="Straight Connector 1080">
              <a:extLst>
                <a:ext uri="{FF2B5EF4-FFF2-40B4-BE49-F238E27FC236}">
                  <a16:creationId xmlns:a16="http://schemas.microsoft.com/office/drawing/2014/main" id="{DE9487F2-115C-1265-F3EB-EAD4E438DF1C}"/>
                </a:ext>
              </a:extLst>
            </p:cNvPr>
            <p:cNvCxnSpPr>
              <a:cxnSpLocks/>
              <a:stCxn id="55" idx="2"/>
              <a:endCxn id="57" idx="0"/>
            </p:cNvCxnSpPr>
            <p:nvPr>
              <p:custDataLst>
                <p:tags r:id="rId45"/>
              </p:custDataLst>
            </p:nvPr>
          </p:nvCxnSpPr>
          <p:spPr bwMode="gray">
            <a:xfrm>
              <a:off x="959600" y="3826748"/>
              <a:ext cx="0" cy="238668"/>
            </a:xfrm>
            <a:prstGeom prst="line">
              <a:avLst/>
            </a:prstGeom>
            <a:ln w="19050" cap="flat" cmpd="sng" algn="ctr">
              <a:solidFill>
                <a:srgbClr val="5C5C5C"/>
              </a:solidFill>
              <a:prstDash val="solid"/>
              <a:miter lim="800000"/>
              <a:headEnd type="none" w="med" len="med"/>
              <a:tailEnd type="none" w="med" len="lg"/>
            </a:ln>
          </p:spPr>
          <p:style>
            <a:lnRef idx="1">
              <a:schemeClr val="accent1"/>
            </a:lnRef>
            <a:fillRef idx="0">
              <a:schemeClr val="accent1"/>
            </a:fillRef>
            <a:effectRef idx="0">
              <a:schemeClr val="accent1"/>
            </a:effectRef>
            <a:fontRef idx="minor">
              <a:schemeClr val="tx1"/>
            </a:fontRef>
          </p:style>
        </p:cxnSp>
        <p:cxnSp>
          <p:nvCxnSpPr>
            <p:cNvPr id="62" name="Straight Arrow Connector 1081">
              <a:extLst>
                <a:ext uri="{FF2B5EF4-FFF2-40B4-BE49-F238E27FC236}">
                  <a16:creationId xmlns:a16="http://schemas.microsoft.com/office/drawing/2014/main" id="{AE696211-65F8-5B1C-BF08-52D6E9095464}"/>
                </a:ext>
              </a:extLst>
            </p:cNvPr>
            <p:cNvCxnSpPr>
              <a:cxnSpLocks/>
            </p:cNvCxnSpPr>
            <p:nvPr/>
          </p:nvCxnSpPr>
          <p:spPr bwMode="gray">
            <a:xfrm flipH="1">
              <a:off x="368103" y="4477094"/>
              <a:ext cx="1185137" cy="0"/>
            </a:xfrm>
            <a:prstGeom prst="straightConnector1">
              <a:avLst/>
            </a:prstGeom>
            <a:ln w="19050" cap="flat" cmpd="sng" algn="ctr">
              <a:solidFill>
                <a:srgbClr val="5C5C5C"/>
              </a:solidFill>
              <a:prstDash val="solid"/>
              <a:miter lim="800000"/>
              <a:headEnd type="arrow" w="med" len="med"/>
              <a:tailEnd type="arrow" w="med" len="med"/>
            </a:ln>
          </p:spPr>
          <p:style>
            <a:lnRef idx="1">
              <a:schemeClr val="accent1"/>
            </a:lnRef>
            <a:fillRef idx="0">
              <a:schemeClr val="accent1"/>
            </a:fillRef>
            <a:effectRef idx="0">
              <a:schemeClr val="accent1"/>
            </a:effectRef>
            <a:fontRef idx="minor">
              <a:schemeClr val="tx1"/>
            </a:fontRef>
          </p:style>
        </p:cxnSp>
      </p:grpSp>
      <p:sp>
        <p:nvSpPr>
          <p:cNvPr id="63" name="Rectangle 1083">
            <a:extLst>
              <a:ext uri="{FF2B5EF4-FFF2-40B4-BE49-F238E27FC236}">
                <a16:creationId xmlns:a16="http://schemas.microsoft.com/office/drawing/2014/main" id="{E4E4D237-14FB-550C-475B-C908F9E97BC2}"/>
              </a:ext>
            </a:extLst>
          </p:cNvPr>
          <p:cNvSpPr/>
          <p:nvPr/>
        </p:nvSpPr>
        <p:spPr bwMode="auto">
          <a:xfrm>
            <a:off x="3566999" y="4726011"/>
            <a:ext cx="2325921" cy="551005"/>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200" b="1" i="0" u="none" strike="noStrike" kern="1200" cap="none" spc="300" normalizeH="0" baseline="0" noProof="0">
                <a:ln>
                  <a:noFill/>
                </a:ln>
                <a:solidFill>
                  <a:srgbClr val="5C5C5C"/>
                </a:solidFill>
                <a:effectLst/>
                <a:uLnTx/>
                <a:uFillTx/>
                <a:latin typeface="Open Sans"/>
                <a:ea typeface="Open Sans"/>
                <a:cs typeface="Arial"/>
              </a:rPr>
              <a:t>MACROESTRUCTURA</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200" b="1" i="0" u="none" strike="noStrike" kern="1200" cap="none" spc="300" normalizeH="0" baseline="0" noProof="0">
                <a:ln>
                  <a:noFill/>
                </a:ln>
                <a:solidFill>
                  <a:srgbClr val="5C5C5C"/>
                </a:solidFill>
                <a:effectLst/>
                <a:uLnTx/>
                <a:uFillTx/>
                <a:latin typeface="Open Sans"/>
                <a:ea typeface="Open Sans"/>
                <a:cs typeface="Arial"/>
              </a:rPr>
              <a:t>EQUIPO DIRECTIVO</a:t>
            </a:r>
          </a:p>
        </p:txBody>
      </p:sp>
      <p:grpSp>
        <p:nvGrpSpPr>
          <p:cNvPr id="64" name="Group 1090">
            <a:extLst>
              <a:ext uri="{FF2B5EF4-FFF2-40B4-BE49-F238E27FC236}">
                <a16:creationId xmlns:a16="http://schemas.microsoft.com/office/drawing/2014/main" id="{2D519825-2F26-302D-C5C5-6473A1983B56}"/>
              </a:ext>
            </a:extLst>
          </p:cNvPr>
          <p:cNvGrpSpPr/>
          <p:nvPr/>
        </p:nvGrpSpPr>
        <p:grpSpPr>
          <a:xfrm>
            <a:off x="7256053" y="3876025"/>
            <a:ext cx="518434" cy="381836"/>
            <a:chOff x="185132" y="5037891"/>
            <a:chExt cx="1452667" cy="1169234"/>
          </a:xfrm>
        </p:grpSpPr>
        <p:sp>
          <p:nvSpPr>
            <p:cNvPr id="65" name="Rectangle 1091">
              <a:extLst>
                <a:ext uri="{FF2B5EF4-FFF2-40B4-BE49-F238E27FC236}">
                  <a16:creationId xmlns:a16="http://schemas.microsoft.com/office/drawing/2014/main" id="{B7871160-30A9-0947-190F-9C100BFBBC87}"/>
                </a:ext>
              </a:extLst>
            </p:cNvPr>
            <p:cNvSpPr/>
            <p:nvPr>
              <p:custDataLst>
                <p:tags r:id="rId20"/>
              </p:custDataLst>
            </p:nvPr>
          </p:nvSpPr>
          <p:spPr bwMode="gray">
            <a:xfrm>
              <a:off x="303745" y="5412068"/>
              <a:ext cx="402049" cy="795057"/>
            </a:xfrm>
            <a:prstGeom prst="rect">
              <a:avLst/>
            </a:prstGeom>
            <a:solidFill>
              <a:schemeClr val="bg1"/>
            </a:solidFill>
            <a:ln w="1651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0036"/>
                </a:solidFill>
                <a:effectLst/>
                <a:uLnTx/>
                <a:uFillTx/>
                <a:latin typeface="Open Sans"/>
                <a:ea typeface="Open Sans"/>
                <a:cs typeface="Arial"/>
              </a:endParaRPr>
            </a:p>
          </p:txBody>
        </p:sp>
        <p:sp>
          <p:nvSpPr>
            <p:cNvPr id="66" name="Rectangle 1092">
              <a:extLst>
                <a:ext uri="{FF2B5EF4-FFF2-40B4-BE49-F238E27FC236}">
                  <a16:creationId xmlns:a16="http://schemas.microsoft.com/office/drawing/2014/main" id="{E714505E-9B2C-6976-4EB6-1C81F1103514}"/>
                </a:ext>
              </a:extLst>
            </p:cNvPr>
            <p:cNvSpPr/>
            <p:nvPr>
              <p:custDataLst>
                <p:tags r:id="rId21"/>
              </p:custDataLst>
            </p:nvPr>
          </p:nvSpPr>
          <p:spPr bwMode="gray">
            <a:xfrm>
              <a:off x="769748" y="5412068"/>
              <a:ext cx="402049" cy="795057"/>
            </a:xfrm>
            <a:prstGeom prst="rect">
              <a:avLst/>
            </a:prstGeom>
            <a:solidFill>
              <a:schemeClr val="bg1"/>
            </a:solidFill>
            <a:ln w="1651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0036"/>
                </a:solidFill>
                <a:effectLst/>
                <a:uLnTx/>
                <a:uFillTx/>
                <a:latin typeface="Open Sans"/>
                <a:ea typeface="Open Sans"/>
                <a:cs typeface="Arial"/>
              </a:endParaRPr>
            </a:p>
          </p:txBody>
        </p:sp>
        <p:sp>
          <p:nvSpPr>
            <p:cNvPr id="67" name="Rectangle 1093">
              <a:extLst>
                <a:ext uri="{FF2B5EF4-FFF2-40B4-BE49-F238E27FC236}">
                  <a16:creationId xmlns:a16="http://schemas.microsoft.com/office/drawing/2014/main" id="{3B9B5122-50CD-106D-675F-444BCBDE2C4C}"/>
                </a:ext>
              </a:extLst>
            </p:cNvPr>
            <p:cNvSpPr/>
            <p:nvPr>
              <p:custDataLst>
                <p:tags r:id="rId22"/>
              </p:custDataLst>
            </p:nvPr>
          </p:nvSpPr>
          <p:spPr bwMode="gray">
            <a:xfrm>
              <a:off x="1235750" y="5412068"/>
              <a:ext cx="402049" cy="795057"/>
            </a:xfrm>
            <a:prstGeom prst="rect">
              <a:avLst/>
            </a:prstGeom>
            <a:solidFill>
              <a:schemeClr val="bg1"/>
            </a:solidFill>
            <a:ln w="16510"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0036"/>
                </a:solidFill>
                <a:effectLst/>
                <a:uLnTx/>
                <a:uFillTx/>
                <a:latin typeface="Open Sans"/>
                <a:ea typeface="Open Sans"/>
                <a:cs typeface="Arial"/>
              </a:endParaRPr>
            </a:p>
          </p:txBody>
        </p:sp>
        <p:sp>
          <p:nvSpPr>
            <p:cNvPr id="68" name="Rectangle 1094">
              <a:extLst>
                <a:ext uri="{FF2B5EF4-FFF2-40B4-BE49-F238E27FC236}">
                  <a16:creationId xmlns:a16="http://schemas.microsoft.com/office/drawing/2014/main" id="{884BEFF4-743D-F01D-5B9C-0B9C70324FC9}"/>
                </a:ext>
              </a:extLst>
            </p:cNvPr>
            <p:cNvSpPr/>
            <p:nvPr>
              <p:custDataLst>
                <p:tags r:id="rId23"/>
              </p:custDataLst>
            </p:nvPr>
          </p:nvSpPr>
          <p:spPr bwMode="gray">
            <a:xfrm>
              <a:off x="700493" y="5037891"/>
              <a:ext cx="534956" cy="240237"/>
            </a:xfrm>
            <a:prstGeom prst="rect">
              <a:avLst/>
            </a:prstGeom>
            <a:solidFill>
              <a:srgbClr val="7891AA"/>
            </a:solidFill>
            <a:ln w="16510" cap="flat" cmpd="sng" algn="ctr">
              <a:noFill/>
              <a:prstDash val="solid"/>
              <a:miter lim="800000"/>
              <a:headEnd type="none" w="med" len="med"/>
              <a:tailEnd type="none" w="med" len="med"/>
            </a:ln>
            <a:effectLst/>
            <a:extLst>
              <a:ext uri="{91240B29-F687-4F45-9708-019B960494DF}">
                <a14:hiddenLine xmlns:a14="http://schemas.microsoft.com/office/drawing/2010/main" w="1651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69" name="Rectangle 1095">
              <a:extLst>
                <a:ext uri="{FF2B5EF4-FFF2-40B4-BE49-F238E27FC236}">
                  <a16:creationId xmlns:a16="http://schemas.microsoft.com/office/drawing/2014/main" id="{19C0079C-E66E-84B7-5FD6-889013B17D9E}"/>
                </a:ext>
              </a:extLst>
            </p:cNvPr>
            <p:cNvSpPr/>
            <p:nvPr>
              <p:custDataLst>
                <p:tags r:id="rId24"/>
              </p:custDataLst>
            </p:nvPr>
          </p:nvSpPr>
          <p:spPr bwMode="gray">
            <a:xfrm>
              <a:off x="353601" y="5460836"/>
              <a:ext cx="301969" cy="149168"/>
            </a:xfrm>
            <a:prstGeom prst="rect">
              <a:avLst/>
            </a:prstGeom>
            <a:solidFill>
              <a:srgbClr val="7891AA"/>
            </a:solidFill>
            <a:ln w="16510" cap="flat" cmpd="sng" algn="ctr">
              <a:noFill/>
              <a:prstDash val="solid"/>
              <a:miter lim="800000"/>
              <a:headEnd type="none" w="med" len="med"/>
              <a:tailEnd type="none" w="med" len="med"/>
            </a:ln>
            <a:effectLst/>
            <a:extLst>
              <a:ext uri="{91240B29-F687-4F45-9708-019B960494DF}">
                <a14:hiddenLine xmlns:a14="http://schemas.microsoft.com/office/drawing/2010/main" w="1651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0" name="Rectangle 1096">
              <a:extLst>
                <a:ext uri="{FF2B5EF4-FFF2-40B4-BE49-F238E27FC236}">
                  <a16:creationId xmlns:a16="http://schemas.microsoft.com/office/drawing/2014/main" id="{62C6EED6-8F84-9E4D-DACB-D6CE4F6E90EE}"/>
                </a:ext>
              </a:extLst>
            </p:cNvPr>
            <p:cNvSpPr/>
            <p:nvPr>
              <p:custDataLst>
                <p:tags r:id="rId25"/>
              </p:custDataLst>
            </p:nvPr>
          </p:nvSpPr>
          <p:spPr bwMode="gray">
            <a:xfrm>
              <a:off x="816987" y="5460836"/>
              <a:ext cx="301969" cy="149168"/>
            </a:xfrm>
            <a:prstGeom prst="rect">
              <a:avLst/>
            </a:prstGeom>
            <a:solidFill>
              <a:srgbClr val="7891AA"/>
            </a:solidFill>
            <a:ln w="16510" cap="flat" cmpd="sng" algn="ctr">
              <a:noFill/>
              <a:prstDash val="solid"/>
              <a:miter lim="800000"/>
              <a:headEnd type="none" w="med" len="med"/>
              <a:tailEnd type="none" w="med" len="med"/>
            </a:ln>
            <a:effectLst/>
            <a:extLst>
              <a:ext uri="{91240B29-F687-4F45-9708-019B960494DF}">
                <a14:hiddenLine xmlns:a14="http://schemas.microsoft.com/office/drawing/2010/main" w="1651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1" name="Rectangle 1097">
              <a:extLst>
                <a:ext uri="{FF2B5EF4-FFF2-40B4-BE49-F238E27FC236}">
                  <a16:creationId xmlns:a16="http://schemas.microsoft.com/office/drawing/2014/main" id="{F4AFC242-28A4-85C6-29E3-243CC8254B5E}"/>
                </a:ext>
              </a:extLst>
            </p:cNvPr>
            <p:cNvSpPr/>
            <p:nvPr>
              <p:custDataLst>
                <p:tags r:id="rId26"/>
              </p:custDataLst>
            </p:nvPr>
          </p:nvSpPr>
          <p:spPr bwMode="gray">
            <a:xfrm>
              <a:off x="1280373" y="5460836"/>
              <a:ext cx="301969" cy="149168"/>
            </a:xfrm>
            <a:prstGeom prst="rect">
              <a:avLst/>
            </a:prstGeom>
            <a:solidFill>
              <a:srgbClr val="7891AA"/>
            </a:solidFill>
            <a:ln w="16510" cap="flat" cmpd="sng" algn="ctr">
              <a:noFill/>
              <a:prstDash val="solid"/>
              <a:miter lim="800000"/>
              <a:headEnd type="none" w="med" len="med"/>
              <a:tailEnd type="none" w="med" len="med"/>
            </a:ln>
            <a:effectLst/>
            <a:extLst>
              <a:ext uri="{91240B29-F687-4F45-9708-019B960494DF}">
                <a14:hiddenLine xmlns:a14="http://schemas.microsoft.com/office/drawing/2010/main" w="16510" cap="flat" cmpd="sng" algn="ctr">
                  <a:solidFill>
                    <a:srgbClr val="46647B"/>
                  </a:solidFill>
                  <a:prstDash val="solid"/>
                  <a:miter lim="800000"/>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2" name="Rectangle 1098">
              <a:extLst>
                <a:ext uri="{FF2B5EF4-FFF2-40B4-BE49-F238E27FC236}">
                  <a16:creationId xmlns:a16="http://schemas.microsoft.com/office/drawing/2014/main" id="{F67617A1-567D-C340-ECF6-349FB6D141DC}"/>
                </a:ext>
              </a:extLst>
            </p:cNvPr>
            <p:cNvSpPr/>
            <p:nvPr>
              <p:custDataLst>
                <p:tags r:id="rId27"/>
              </p:custDataLst>
            </p:nvPr>
          </p:nvSpPr>
          <p:spPr bwMode="gray">
            <a:xfrm>
              <a:off x="353601" y="5670908"/>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3" name="Rectangle 1099">
              <a:extLst>
                <a:ext uri="{FF2B5EF4-FFF2-40B4-BE49-F238E27FC236}">
                  <a16:creationId xmlns:a16="http://schemas.microsoft.com/office/drawing/2014/main" id="{525AEC19-0471-FE2F-B214-B52BAC79472C}"/>
                </a:ext>
              </a:extLst>
            </p:cNvPr>
            <p:cNvSpPr/>
            <p:nvPr>
              <p:custDataLst>
                <p:tags r:id="rId28"/>
              </p:custDataLst>
            </p:nvPr>
          </p:nvSpPr>
          <p:spPr bwMode="gray">
            <a:xfrm>
              <a:off x="353601" y="577648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4" name="Rectangle 1100">
              <a:extLst>
                <a:ext uri="{FF2B5EF4-FFF2-40B4-BE49-F238E27FC236}">
                  <a16:creationId xmlns:a16="http://schemas.microsoft.com/office/drawing/2014/main" id="{29325E05-4DE2-B303-8468-5D74A8F318E1}"/>
                </a:ext>
              </a:extLst>
            </p:cNvPr>
            <p:cNvSpPr/>
            <p:nvPr>
              <p:custDataLst>
                <p:tags r:id="rId29"/>
              </p:custDataLst>
            </p:nvPr>
          </p:nvSpPr>
          <p:spPr bwMode="gray">
            <a:xfrm>
              <a:off x="353601" y="588206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5" name="Rectangle 1101">
              <a:extLst>
                <a:ext uri="{FF2B5EF4-FFF2-40B4-BE49-F238E27FC236}">
                  <a16:creationId xmlns:a16="http://schemas.microsoft.com/office/drawing/2014/main" id="{64C6F908-2DAD-8426-1AC6-0BE1BAF4AE78}"/>
                </a:ext>
              </a:extLst>
            </p:cNvPr>
            <p:cNvSpPr/>
            <p:nvPr>
              <p:custDataLst>
                <p:tags r:id="rId30"/>
              </p:custDataLst>
            </p:nvPr>
          </p:nvSpPr>
          <p:spPr bwMode="gray">
            <a:xfrm>
              <a:off x="353601" y="5987646"/>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6" name="Rectangle 1102">
              <a:extLst>
                <a:ext uri="{FF2B5EF4-FFF2-40B4-BE49-F238E27FC236}">
                  <a16:creationId xmlns:a16="http://schemas.microsoft.com/office/drawing/2014/main" id="{6F4F4802-121E-59C7-2C78-E58E36D11695}"/>
                </a:ext>
              </a:extLst>
            </p:cNvPr>
            <p:cNvSpPr/>
            <p:nvPr>
              <p:custDataLst>
                <p:tags r:id="rId31"/>
              </p:custDataLst>
            </p:nvPr>
          </p:nvSpPr>
          <p:spPr bwMode="gray">
            <a:xfrm>
              <a:off x="353601" y="6093226"/>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7" name="Rectangle 1103">
              <a:extLst>
                <a:ext uri="{FF2B5EF4-FFF2-40B4-BE49-F238E27FC236}">
                  <a16:creationId xmlns:a16="http://schemas.microsoft.com/office/drawing/2014/main" id="{962F9ACF-929D-28C2-D15D-F91324D9E8F0}"/>
                </a:ext>
              </a:extLst>
            </p:cNvPr>
            <p:cNvSpPr/>
            <p:nvPr>
              <p:custDataLst>
                <p:tags r:id="rId32"/>
              </p:custDataLst>
            </p:nvPr>
          </p:nvSpPr>
          <p:spPr bwMode="gray">
            <a:xfrm>
              <a:off x="816987" y="5670908"/>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8" name="Rectangle 1104">
              <a:extLst>
                <a:ext uri="{FF2B5EF4-FFF2-40B4-BE49-F238E27FC236}">
                  <a16:creationId xmlns:a16="http://schemas.microsoft.com/office/drawing/2014/main" id="{45C93072-70B7-2740-4F85-7DB784EB558A}"/>
                </a:ext>
              </a:extLst>
            </p:cNvPr>
            <p:cNvSpPr/>
            <p:nvPr>
              <p:custDataLst>
                <p:tags r:id="rId33"/>
              </p:custDataLst>
            </p:nvPr>
          </p:nvSpPr>
          <p:spPr bwMode="gray">
            <a:xfrm>
              <a:off x="816987" y="577648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79" name="Rectangle 1105">
              <a:extLst>
                <a:ext uri="{FF2B5EF4-FFF2-40B4-BE49-F238E27FC236}">
                  <a16:creationId xmlns:a16="http://schemas.microsoft.com/office/drawing/2014/main" id="{8D3C48D6-8831-5CF5-F349-D1862C42A9C2}"/>
                </a:ext>
              </a:extLst>
            </p:cNvPr>
            <p:cNvSpPr/>
            <p:nvPr>
              <p:custDataLst>
                <p:tags r:id="rId34"/>
              </p:custDataLst>
            </p:nvPr>
          </p:nvSpPr>
          <p:spPr bwMode="gray">
            <a:xfrm>
              <a:off x="816987" y="588206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80" name="Rectangle 1106">
              <a:extLst>
                <a:ext uri="{FF2B5EF4-FFF2-40B4-BE49-F238E27FC236}">
                  <a16:creationId xmlns:a16="http://schemas.microsoft.com/office/drawing/2014/main" id="{377CD08E-E017-F99C-F78F-026817864D26}"/>
                </a:ext>
              </a:extLst>
            </p:cNvPr>
            <p:cNvSpPr/>
            <p:nvPr>
              <p:custDataLst>
                <p:tags r:id="rId35"/>
              </p:custDataLst>
            </p:nvPr>
          </p:nvSpPr>
          <p:spPr bwMode="gray">
            <a:xfrm>
              <a:off x="1280373" y="5670908"/>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81" name="Rectangle 1107">
              <a:extLst>
                <a:ext uri="{FF2B5EF4-FFF2-40B4-BE49-F238E27FC236}">
                  <a16:creationId xmlns:a16="http://schemas.microsoft.com/office/drawing/2014/main" id="{DF3BB98B-BC42-8637-3B53-BBAA57125A98}"/>
                </a:ext>
              </a:extLst>
            </p:cNvPr>
            <p:cNvSpPr/>
            <p:nvPr>
              <p:custDataLst>
                <p:tags r:id="rId36"/>
              </p:custDataLst>
            </p:nvPr>
          </p:nvSpPr>
          <p:spPr bwMode="gray">
            <a:xfrm>
              <a:off x="1280373" y="577648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82" name="Rectangle 1108">
              <a:extLst>
                <a:ext uri="{FF2B5EF4-FFF2-40B4-BE49-F238E27FC236}">
                  <a16:creationId xmlns:a16="http://schemas.microsoft.com/office/drawing/2014/main" id="{5E74CDDB-517B-62D1-5017-4B60714842D7}"/>
                </a:ext>
              </a:extLst>
            </p:cNvPr>
            <p:cNvSpPr/>
            <p:nvPr>
              <p:custDataLst>
                <p:tags r:id="rId37"/>
              </p:custDataLst>
            </p:nvPr>
          </p:nvSpPr>
          <p:spPr bwMode="gray">
            <a:xfrm>
              <a:off x="1280373" y="5882067"/>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83" name="Rectangle 1109">
              <a:extLst>
                <a:ext uri="{FF2B5EF4-FFF2-40B4-BE49-F238E27FC236}">
                  <a16:creationId xmlns:a16="http://schemas.microsoft.com/office/drawing/2014/main" id="{C59B097B-5274-8BB6-EB11-84F4B80E52AA}"/>
                </a:ext>
              </a:extLst>
            </p:cNvPr>
            <p:cNvSpPr/>
            <p:nvPr>
              <p:custDataLst>
                <p:tags r:id="rId38"/>
              </p:custDataLst>
            </p:nvPr>
          </p:nvSpPr>
          <p:spPr bwMode="gray">
            <a:xfrm>
              <a:off x="1280373" y="5987646"/>
              <a:ext cx="301969" cy="66423"/>
            </a:xfrm>
            <a:prstGeom prst="rect">
              <a:avLst/>
            </a:prstGeom>
            <a:solidFill>
              <a:srgbClr val="858585"/>
            </a:solidFill>
            <a:ln w="9525" cap="flat" cmpd="sng" algn="ctr">
              <a:solidFill>
                <a:srgbClr val="5C5C5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6000" tIns="36000" rIns="36000" bIns="36000" numCol="1" spcCol="0" rtlCol="0" fromWordArt="0" anchor="t" anchorCtr="0" forceAA="0" compatLnSpc="1">
              <a:prstTxWarp prst="textNoShape">
                <a:avLst/>
              </a:prstTxWarp>
              <a:noAutofit/>
            </a:bodyPr>
            <a:lstStyle/>
            <a:p>
              <a:pPr marL="0" marR="0" lvl="0" indent="0" algn="ctr" defTabSz="711200" rtl="0" eaLnBrk="1" fontAlgn="auto" latinLnBrk="0" hangingPunct="1">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cxnSp>
          <p:nvCxnSpPr>
            <p:cNvPr id="84" name="Straight Arrow Connector 1110">
              <a:extLst>
                <a:ext uri="{FF2B5EF4-FFF2-40B4-BE49-F238E27FC236}">
                  <a16:creationId xmlns:a16="http://schemas.microsoft.com/office/drawing/2014/main" id="{570181B9-9E0F-7C12-EB11-D024353743C3}"/>
                </a:ext>
              </a:extLst>
            </p:cNvPr>
            <p:cNvCxnSpPr>
              <a:cxnSpLocks/>
            </p:cNvCxnSpPr>
            <p:nvPr/>
          </p:nvCxnSpPr>
          <p:spPr bwMode="gray">
            <a:xfrm>
              <a:off x="185132" y="5370991"/>
              <a:ext cx="0" cy="836134"/>
            </a:xfrm>
            <a:prstGeom prst="straightConnector1">
              <a:avLst/>
            </a:prstGeom>
            <a:ln w="16510" cap="flat" cmpd="sng" algn="ctr">
              <a:solidFill>
                <a:srgbClr val="5C5C5C"/>
              </a:solidFill>
              <a:prstDash val="solid"/>
              <a:miter lim="800000"/>
              <a:headEnd type="arrow"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85" name="Connector: Elbow 1111">
              <a:extLst>
                <a:ext uri="{FF2B5EF4-FFF2-40B4-BE49-F238E27FC236}">
                  <a16:creationId xmlns:a16="http://schemas.microsoft.com/office/drawing/2014/main" id="{E0C10519-D771-9013-F094-6A9948A41110}"/>
                </a:ext>
              </a:extLst>
            </p:cNvPr>
            <p:cNvCxnSpPr>
              <a:stCxn id="68" idx="2"/>
              <a:endCxn id="69" idx="0"/>
            </p:cNvCxnSpPr>
            <p:nvPr/>
          </p:nvCxnSpPr>
          <p:spPr bwMode="auto">
            <a:xfrm rot="5400000">
              <a:off x="644925" y="5137790"/>
              <a:ext cx="182708" cy="463385"/>
            </a:xfrm>
            <a:prstGeom prst="bentConnector3">
              <a:avLst/>
            </a:prstGeom>
            <a:solidFill>
              <a:schemeClr val="accent1"/>
            </a:solidFill>
            <a:ln w="16510" cap="flat" cmpd="sng" algn="ctr">
              <a:solidFill>
                <a:srgbClr val="5C5C5C"/>
              </a:solidFill>
              <a:prstDash val="solid"/>
              <a:round/>
              <a:headEnd type="none" w="med" len="med"/>
              <a:tailEnd type="none" w="med" len="med"/>
            </a:ln>
            <a:effectLst/>
          </p:spPr>
        </p:cxnSp>
        <p:cxnSp>
          <p:nvCxnSpPr>
            <p:cNvPr id="86" name="Connector: Elbow 1112">
              <a:extLst>
                <a:ext uri="{FF2B5EF4-FFF2-40B4-BE49-F238E27FC236}">
                  <a16:creationId xmlns:a16="http://schemas.microsoft.com/office/drawing/2014/main" id="{C4DDDC35-4673-710D-7B6E-A4B977F1E0A3}"/>
                </a:ext>
              </a:extLst>
            </p:cNvPr>
            <p:cNvCxnSpPr>
              <a:cxnSpLocks/>
              <a:stCxn id="68" idx="2"/>
              <a:endCxn id="71" idx="0"/>
            </p:cNvCxnSpPr>
            <p:nvPr/>
          </p:nvCxnSpPr>
          <p:spPr bwMode="auto">
            <a:xfrm rot="16200000" flipH="1">
              <a:off x="1108310" y="5137788"/>
              <a:ext cx="182708" cy="463387"/>
            </a:xfrm>
            <a:prstGeom prst="bentConnector3">
              <a:avLst>
                <a:gd name="adj1" fmla="val 50000"/>
              </a:avLst>
            </a:prstGeom>
            <a:solidFill>
              <a:schemeClr val="accent1"/>
            </a:solidFill>
            <a:ln w="16510" cap="flat" cmpd="sng" algn="ctr">
              <a:solidFill>
                <a:srgbClr val="5C5C5C"/>
              </a:solidFill>
              <a:prstDash val="solid"/>
              <a:round/>
              <a:headEnd type="none" w="med" len="med"/>
              <a:tailEnd type="none" w="med" len="med"/>
            </a:ln>
            <a:effectLst/>
          </p:spPr>
        </p:cxnSp>
        <p:cxnSp>
          <p:nvCxnSpPr>
            <p:cNvPr id="87" name="Straight Connector 1113">
              <a:extLst>
                <a:ext uri="{FF2B5EF4-FFF2-40B4-BE49-F238E27FC236}">
                  <a16:creationId xmlns:a16="http://schemas.microsoft.com/office/drawing/2014/main" id="{F06AEBD1-FE1D-98BF-5D22-572F9F83206D}"/>
                </a:ext>
              </a:extLst>
            </p:cNvPr>
            <p:cNvCxnSpPr>
              <a:cxnSpLocks/>
              <a:stCxn id="68" idx="2"/>
              <a:endCxn id="66" idx="0"/>
            </p:cNvCxnSpPr>
            <p:nvPr/>
          </p:nvCxnSpPr>
          <p:spPr bwMode="auto">
            <a:xfrm>
              <a:off x="967971" y="5278128"/>
              <a:ext cx="2802" cy="133940"/>
            </a:xfrm>
            <a:prstGeom prst="line">
              <a:avLst/>
            </a:prstGeom>
            <a:solidFill>
              <a:schemeClr val="accent1"/>
            </a:solidFill>
            <a:ln w="16510" cap="flat" cmpd="sng" algn="ctr">
              <a:solidFill>
                <a:srgbClr val="5C5C5C"/>
              </a:solidFill>
              <a:prstDash val="solid"/>
              <a:round/>
              <a:headEnd type="none" w="med" len="med"/>
              <a:tailEnd type="none" w="med" len="med"/>
            </a:ln>
            <a:effectLst/>
          </p:spPr>
        </p:cxnSp>
      </p:grpSp>
      <p:sp>
        <p:nvSpPr>
          <p:cNvPr id="88" name="Rectangle 1114">
            <a:extLst>
              <a:ext uri="{FF2B5EF4-FFF2-40B4-BE49-F238E27FC236}">
                <a16:creationId xmlns:a16="http://schemas.microsoft.com/office/drawing/2014/main" id="{53EB2E55-EA3D-1871-C657-B81C7044A378}"/>
              </a:ext>
            </a:extLst>
          </p:cNvPr>
          <p:cNvSpPr/>
          <p:nvPr/>
        </p:nvSpPr>
        <p:spPr bwMode="auto">
          <a:xfrm>
            <a:off x="6407564" y="4446266"/>
            <a:ext cx="2325921" cy="28007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200" b="1" i="0" u="none" strike="noStrike" kern="1200" cap="none" spc="300" normalizeH="0" baseline="0" noProof="0">
                <a:ln>
                  <a:noFill/>
                </a:ln>
                <a:solidFill>
                  <a:srgbClr val="5C5C5C"/>
                </a:solidFill>
                <a:effectLst/>
                <a:uLnTx/>
                <a:uFillTx/>
                <a:latin typeface="Open Sans"/>
                <a:ea typeface="Open Sans"/>
                <a:cs typeface="Arial"/>
              </a:rPr>
              <a:t>DISEÑO DETALLADO POR FUNCIÓN</a:t>
            </a:r>
          </a:p>
        </p:txBody>
      </p:sp>
      <p:sp>
        <p:nvSpPr>
          <p:cNvPr id="89" name="Rectangle 1116">
            <a:extLst>
              <a:ext uri="{FF2B5EF4-FFF2-40B4-BE49-F238E27FC236}">
                <a16:creationId xmlns:a16="http://schemas.microsoft.com/office/drawing/2014/main" id="{FF8EC001-E5F4-21AF-7107-D7A956F8D209}"/>
              </a:ext>
            </a:extLst>
          </p:cNvPr>
          <p:cNvSpPr/>
          <p:nvPr/>
        </p:nvSpPr>
        <p:spPr bwMode="auto">
          <a:xfrm>
            <a:off x="9190979" y="4446266"/>
            <a:ext cx="2325921" cy="280076"/>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000000"/>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400" b="1" i="0" u="none" strike="noStrike" kern="1200" cap="none" spc="300" normalizeH="0" baseline="0" noProof="0">
                <a:ln>
                  <a:noFill/>
                </a:ln>
                <a:solidFill>
                  <a:srgbClr val="5C5C5C"/>
                </a:solidFill>
                <a:effectLst/>
                <a:uLnTx/>
                <a:uFillTx/>
                <a:latin typeface="Open Sans"/>
                <a:ea typeface="Open Sans"/>
                <a:cs typeface="Arial"/>
              </a:rPr>
              <a:t>SISTEMA DE GESTIÓN</a:t>
            </a:r>
          </a:p>
        </p:txBody>
      </p:sp>
      <p:grpSp>
        <p:nvGrpSpPr>
          <p:cNvPr id="90" name="Group 1117">
            <a:extLst>
              <a:ext uri="{FF2B5EF4-FFF2-40B4-BE49-F238E27FC236}">
                <a16:creationId xmlns:a16="http://schemas.microsoft.com/office/drawing/2014/main" id="{47120D99-AE7B-FC73-25D1-48BACE629064}"/>
              </a:ext>
            </a:extLst>
          </p:cNvPr>
          <p:cNvGrpSpPr/>
          <p:nvPr>
            <p:custDataLst>
              <p:tags r:id="rId1"/>
            </p:custDataLst>
          </p:nvPr>
        </p:nvGrpSpPr>
        <p:grpSpPr>
          <a:xfrm>
            <a:off x="10095702" y="3869532"/>
            <a:ext cx="522286" cy="373220"/>
            <a:chOff x="5048251" y="1223645"/>
            <a:chExt cx="993775" cy="728663"/>
          </a:xfrm>
          <a:solidFill>
            <a:srgbClr val="808080"/>
          </a:solidFill>
        </p:grpSpPr>
        <p:sp>
          <p:nvSpPr>
            <p:cNvPr id="91" name="Freeform 48">
              <a:extLst>
                <a:ext uri="{FF2B5EF4-FFF2-40B4-BE49-F238E27FC236}">
                  <a16:creationId xmlns:a16="http://schemas.microsoft.com/office/drawing/2014/main" id="{A05CDAFF-9F55-C546-741E-7E126F4B520B}"/>
                </a:ext>
              </a:extLst>
            </p:cNvPr>
            <p:cNvSpPr/>
            <p:nvPr/>
          </p:nvSpPr>
          <p:spPr bwMode="auto">
            <a:xfrm>
              <a:off x="5307013" y="1223645"/>
              <a:ext cx="735013" cy="442913"/>
            </a:xfrm>
            <a:custGeom>
              <a:avLst/>
              <a:gdLst>
                <a:gd name="T0" fmla="*/ 226 w 326"/>
                <a:gd name="T1" fmla="*/ 34 h 196"/>
                <a:gd name="T2" fmla="*/ 225 w 326"/>
                <a:gd name="T3" fmla="*/ 33 h 196"/>
                <a:gd name="T4" fmla="*/ 132 w 326"/>
                <a:gd name="T5" fmla="*/ 0 h 196"/>
                <a:gd name="T6" fmla="*/ 33 w 326"/>
                <a:gd name="T7" fmla="*/ 35 h 196"/>
                <a:gd name="T8" fmla="*/ 7 w 326"/>
                <a:gd name="T9" fmla="*/ 74 h 196"/>
                <a:gd name="T10" fmla="*/ 0 w 326"/>
                <a:gd name="T11" fmla="*/ 84 h 196"/>
                <a:gd name="T12" fmla="*/ 9 w 326"/>
                <a:gd name="T13" fmla="*/ 94 h 196"/>
                <a:gd name="T14" fmla="*/ 38 w 326"/>
                <a:gd name="T15" fmla="*/ 101 h 196"/>
                <a:gd name="T16" fmla="*/ 47 w 326"/>
                <a:gd name="T17" fmla="*/ 96 h 196"/>
                <a:gd name="T18" fmla="*/ 91 w 326"/>
                <a:gd name="T19" fmla="*/ 70 h 196"/>
                <a:gd name="T20" fmla="*/ 100 w 326"/>
                <a:gd name="T21" fmla="*/ 65 h 196"/>
                <a:gd name="T22" fmla="*/ 155 w 326"/>
                <a:gd name="T23" fmla="*/ 64 h 196"/>
                <a:gd name="T24" fmla="*/ 155 w 326"/>
                <a:gd name="T25" fmla="*/ 64 h 196"/>
                <a:gd name="T26" fmla="*/ 156 w 326"/>
                <a:gd name="T27" fmla="*/ 64 h 196"/>
                <a:gd name="T28" fmla="*/ 287 w 326"/>
                <a:gd name="T29" fmla="*/ 196 h 196"/>
                <a:gd name="T30" fmla="*/ 326 w 326"/>
                <a:gd name="T31" fmla="*/ 191 h 196"/>
                <a:gd name="T32" fmla="*/ 289 w 326"/>
                <a:gd name="T33" fmla="*/ 17 h 196"/>
                <a:gd name="T34" fmla="*/ 289 w 326"/>
                <a:gd name="T35" fmla="*/ 17 h 196"/>
                <a:gd name="T36" fmla="*/ 290 w 326"/>
                <a:gd name="T37" fmla="*/ 22 h 196"/>
                <a:gd name="T38" fmla="*/ 226 w 326"/>
                <a:gd name="T39" fmla="*/ 34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26" h="196">
                  <a:moveTo>
                    <a:pt x="226" y="34"/>
                  </a:moveTo>
                  <a:cubicBezTo>
                    <a:pt x="225" y="33"/>
                    <a:pt x="225" y="33"/>
                    <a:pt x="225" y="33"/>
                  </a:cubicBezTo>
                  <a:cubicBezTo>
                    <a:pt x="194" y="20"/>
                    <a:pt x="141" y="0"/>
                    <a:pt x="132" y="0"/>
                  </a:cubicBezTo>
                  <a:cubicBezTo>
                    <a:pt x="124" y="0"/>
                    <a:pt x="67" y="21"/>
                    <a:pt x="33" y="35"/>
                  </a:cubicBezTo>
                  <a:cubicBezTo>
                    <a:pt x="7" y="74"/>
                    <a:pt x="7" y="74"/>
                    <a:pt x="7" y="74"/>
                  </a:cubicBezTo>
                  <a:cubicBezTo>
                    <a:pt x="0" y="84"/>
                    <a:pt x="0" y="84"/>
                    <a:pt x="0" y="84"/>
                  </a:cubicBezTo>
                  <a:cubicBezTo>
                    <a:pt x="9" y="94"/>
                    <a:pt x="9" y="94"/>
                    <a:pt x="9" y="94"/>
                  </a:cubicBezTo>
                  <a:cubicBezTo>
                    <a:pt x="38" y="101"/>
                    <a:pt x="38" y="101"/>
                    <a:pt x="38" y="101"/>
                  </a:cubicBezTo>
                  <a:cubicBezTo>
                    <a:pt x="47" y="96"/>
                    <a:pt x="47" y="96"/>
                    <a:pt x="47" y="96"/>
                  </a:cubicBezTo>
                  <a:cubicBezTo>
                    <a:pt x="91" y="70"/>
                    <a:pt x="91" y="70"/>
                    <a:pt x="91" y="70"/>
                  </a:cubicBezTo>
                  <a:cubicBezTo>
                    <a:pt x="100" y="65"/>
                    <a:pt x="100" y="65"/>
                    <a:pt x="100" y="65"/>
                  </a:cubicBezTo>
                  <a:cubicBezTo>
                    <a:pt x="155" y="64"/>
                    <a:pt x="155" y="64"/>
                    <a:pt x="155" y="64"/>
                  </a:cubicBezTo>
                  <a:cubicBezTo>
                    <a:pt x="155" y="64"/>
                    <a:pt x="155" y="64"/>
                    <a:pt x="155" y="64"/>
                  </a:cubicBezTo>
                  <a:cubicBezTo>
                    <a:pt x="156" y="64"/>
                    <a:pt x="156" y="64"/>
                    <a:pt x="156" y="64"/>
                  </a:cubicBezTo>
                  <a:cubicBezTo>
                    <a:pt x="287" y="196"/>
                    <a:pt x="287" y="196"/>
                    <a:pt x="287" y="196"/>
                  </a:cubicBezTo>
                  <a:cubicBezTo>
                    <a:pt x="293" y="196"/>
                    <a:pt x="315" y="193"/>
                    <a:pt x="326" y="191"/>
                  </a:cubicBezTo>
                  <a:cubicBezTo>
                    <a:pt x="289" y="17"/>
                    <a:pt x="289" y="17"/>
                    <a:pt x="289" y="17"/>
                  </a:cubicBezTo>
                  <a:cubicBezTo>
                    <a:pt x="289" y="17"/>
                    <a:pt x="289" y="17"/>
                    <a:pt x="289" y="17"/>
                  </a:cubicBezTo>
                  <a:cubicBezTo>
                    <a:pt x="290" y="22"/>
                    <a:pt x="290" y="22"/>
                    <a:pt x="290" y="22"/>
                  </a:cubicBezTo>
                  <a:lnTo>
                    <a:pt x="226" y="34"/>
                  </a:lnTo>
                  <a:close/>
                </a:path>
              </a:pathLst>
            </a:custGeom>
            <a:solidFill>
              <a:srgbClr val="8585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0041" tIns="35021" rIns="70041" bIns="35021"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0" marR="0" lvl="0" indent="0" algn="l" defTabSz="868131" rtl="0" eaLnBrk="1" fontAlgn="auto" latinLnBrk="0" hangingPunct="1">
                <a:lnSpc>
                  <a:spcPct val="100000"/>
                </a:lnSpc>
                <a:spcBef>
                  <a:spcPct val="0"/>
                </a:spcBef>
                <a:spcAft>
                  <a:spcPct val="0"/>
                </a:spcAft>
                <a:buClrTx/>
                <a:buSzTx/>
                <a:buFontTx/>
                <a:buNone/>
                <a:tabLst/>
                <a:defRPr/>
              </a:pPr>
              <a:endParaRPr kumimoji="0" lang="en-US" sz="1455" b="0" i="0" u="none" strike="noStrike" kern="1200" cap="none" spc="0" normalizeH="0" baseline="0" noProof="0">
                <a:ln>
                  <a:noFill/>
                </a:ln>
                <a:solidFill>
                  <a:srgbClr val="FFFFFF"/>
                </a:solidFill>
                <a:effectLst/>
                <a:uLnTx/>
                <a:uFillTx/>
                <a:latin typeface="Open Sans"/>
                <a:ea typeface="Open Sans"/>
                <a:cs typeface="Arial"/>
              </a:endParaRPr>
            </a:p>
          </p:txBody>
        </p:sp>
        <p:sp>
          <p:nvSpPr>
            <p:cNvPr id="92" name="Freeform 49">
              <a:extLst>
                <a:ext uri="{FF2B5EF4-FFF2-40B4-BE49-F238E27FC236}">
                  <a16:creationId xmlns:a16="http://schemas.microsoft.com/office/drawing/2014/main" id="{B269ED9C-19D6-143E-4DB0-50A230EFBA73}"/>
                </a:ext>
              </a:extLst>
            </p:cNvPr>
            <p:cNvSpPr/>
            <p:nvPr/>
          </p:nvSpPr>
          <p:spPr bwMode="auto">
            <a:xfrm>
              <a:off x="5048251" y="1303020"/>
              <a:ext cx="904875" cy="631825"/>
            </a:xfrm>
            <a:custGeom>
              <a:avLst/>
              <a:gdLst>
                <a:gd name="T0" fmla="*/ 31 w 401"/>
                <a:gd name="T1" fmla="*/ 157 h 280"/>
                <a:gd name="T2" fmla="*/ 31 w 401"/>
                <a:gd name="T3" fmla="*/ 157 h 280"/>
                <a:gd name="T4" fmla="*/ 31 w 401"/>
                <a:gd name="T5" fmla="*/ 157 h 280"/>
                <a:gd name="T6" fmla="*/ 31 w 401"/>
                <a:gd name="T7" fmla="*/ 156 h 280"/>
                <a:gd name="T8" fmla="*/ 65 w 401"/>
                <a:gd name="T9" fmla="*/ 122 h 280"/>
                <a:gd name="T10" fmla="*/ 91 w 401"/>
                <a:gd name="T11" fmla="*/ 111 h 280"/>
                <a:gd name="T12" fmla="*/ 117 w 401"/>
                <a:gd name="T13" fmla="*/ 122 h 280"/>
                <a:gd name="T14" fmla="*/ 127 w 401"/>
                <a:gd name="T15" fmla="*/ 141 h 280"/>
                <a:gd name="T16" fmla="*/ 132 w 401"/>
                <a:gd name="T17" fmla="*/ 140 h 280"/>
                <a:gd name="T18" fmla="*/ 158 w 401"/>
                <a:gd name="T19" fmla="*/ 151 h 280"/>
                <a:gd name="T20" fmla="*/ 168 w 401"/>
                <a:gd name="T21" fmla="*/ 172 h 280"/>
                <a:gd name="T22" fmla="*/ 170 w 401"/>
                <a:gd name="T23" fmla="*/ 172 h 280"/>
                <a:gd name="T24" fmla="*/ 195 w 401"/>
                <a:gd name="T25" fmla="*/ 182 h 280"/>
                <a:gd name="T26" fmla="*/ 204 w 401"/>
                <a:gd name="T27" fmla="*/ 200 h 280"/>
                <a:gd name="T28" fmla="*/ 211 w 401"/>
                <a:gd name="T29" fmla="*/ 199 h 280"/>
                <a:gd name="T30" fmla="*/ 234 w 401"/>
                <a:gd name="T31" fmla="*/ 209 h 280"/>
                <a:gd name="T32" fmla="*/ 244 w 401"/>
                <a:gd name="T33" fmla="*/ 233 h 280"/>
                <a:gd name="T34" fmla="*/ 234 w 401"/>
                <a:gd name="T35" fmla="*/ 257 h 280"/>
                <a:gd name="T36" fmla="*/ 232 w 401"/>
                <a:gd name="T37" fmla="*/ 259 h 280"/>
                <a:gd name="T38" fmla="*/ 248 w 401"/>
                <a:gd name="T39" fmla="*/ 276 h 280"/>
                <a:gd name="T40" fmla="*/ 259 w 401"/>
                <a:gd name="T41" fmla="*/ 280 h 280"/>
                <a:gd name="T42" fmla="*/ 271 w 401"/>
                <a:gd name="T43" fmla="*/ 276 h 280"/>
                <a:gd name="T44" fmla="*/ 270 w 401"/>
                <a:gd name="T45" fmla="*/ 252 h 280"/>
                <a:gd name="T46" fmla="*/ 242 w 401"/>
                <a:gd name="T47" fmla="*/ 207 h 280"/>
                <a:gd name="T48" fmla="*/ 248 w 401"/>
                <a:gd name="T49" fmla="*/ 202 h 280"/>
                <a:gd name="T50" fmla="*/ 289 w 401"/>
                <a:gd name="T51" fmla="*/ 245 h 280"/>
                <a:gd name="T52" fmla="*/ 300 w 401"/>
                <a:gd name="T53" fmla="*/ 250 h 280"/>
                <a:gd name="T54" fmla="*/ 311 w 401"/>
                <a:gd name="T55" fmla="*/ 245 h 280"/>
                <a:gd name="T56" fmla="*/ 310 w 401"/>
                <a:gd name="T57" fmla="*/ 222 h 280"/>
                <a:gd name="T58" fmla="*/ 310 w 401"/>
                <a:gd name="T59" fmla="*/ 222 h 280"/>
                <a:gd name="T60" fmla="*/ 275 w 401"/>
                <a:gd name="T61" fmla="*/ 170 h 280"/>
                <a:gd name="T62" fmla="*/ 282 w 401"/>
                <a:gd name="T63" fmla="*/ 164 h 280"/>
                <a:gd name="T64" fmla="*/ 329 w 401"/>
                <a:gd name="T65" fmla="*/ 215 h 280"/>
                <a:gd name="T66" fmla="*/ 340 w 401"/>
                <a:gd name="T67" fmla="*/ 219 h 280"/>
                <a:gd name="T68" fmla="*/ 351 w 401"/>
                <a:gd name="T69" fmla="*/ 215 h 280"/>
                <a:gd name="T70" fmla="*/ 351 w 401"/>
                <a:gd name="T71" fmla="*/ 192 h 280"/>
                <a:gd name="T72" fmla="*/ 309 w 401"/>
                <a:gd name="T73" fmla="*/ 138 h 280"/>
                <a:gd name="T74" fmla="*/ 316 w 401"/>
                <a:gd name="T75" fmla="*/ 133 h 280"/>
                <a:gd name="T76" fmla="*/ 322 w 401"/>
                <a:gd name="T77" fmla="*/ 139 h 280"/>
                <a:gd name="T78" fmla="*/ 340 w 401"/>
                <a:gd name="T79" fmla="*/ 156 h 280"/>
                <a:gd name="T80" fmla="*/ 374 w 401"/>
                <a:gd name="T81" fmla="*/ 190 h 280"/>
                <a:gd name="T82" fmla="*/ 385 w 401"/>
                <a:gd name="T83" fmla="*/ 195 h 280"/>
                <a:gd name="T84" fmla="*/ 396 w 401"/>
                <a:gd name="T85" fmla="*/ 190 h 280"/>
                <a:gd name="T86" fmla="*/ 401 w 401"/>
                <a:gd name="T87" fmla="*/ 179 h 280"/>
                <a:gd name="T88" fmla="*/ 396 w 401"/>
                <a:gd name="T89" fmla="*/ 168 h 280"/>
                <a:gd name="T90" fmla="*/ 357 w 401"/>
                <a:gd name="T91" fmla="*/ 128 h 280"/>
                <a:gd name="T92" fmla="*/ 266 w 401"/>
                <a:gd name="T93" fmla="*/ 38 h 280"/>
                <a:gd name="T94" fmla="*/ 217 w 401"/>
                <a:gd name="T95" fmla="*/ 39 h 280"/>
                <a:gd name="T96" fmla="*/ 209 w 401"/>
                <a:gd name="T97" fmla="*/ 42 h 280"/>
                <a:gd name="T98" fmla="*/ 166 w 401"/>
                <a:gd name="T99" fmla="*/ 69 h 280"/>
                <a:gd name="T100" fmla="*/ 153 w 401"/>
                <a:gd name="T101" fmla="*/ 75 h 280"/>
                <a:gd name="T102" fmla="*/ 119 w 401"/>
                <a:gd name="T103" fmla="*/ 67 h 280"/>
                <a:gd name="T104" fmla="*/ 103 w 401"/>
                <a:gd name="T105" fmla="*/ 51 h 280"/>
                <a:gd name="T106" fmla="*/ 130 w 401"/>
                <a:gd name="T107" fmla="*/ 8 h 280"/>
                <a:gd name="T108" fmla="*/ 37 w 401"/>
                <a:gd name="T109" fmla="*/ 5 h 280"/>
                <a:gd name="T110" fmla="*/ 37 w 401"/>
                <a:gd name="T111" fmla="*/ 0 h 280"/>
                <a:gd name="T112" fmla="*/ 37 w 401"/>
                <a:gd name="T113" fmla="*/ 0 h 280"/>
                <a:gd name="T114" fmla="*/ 0 w 401"/>
                <a:gd name="T115" fmla="*/ 149 h 280"/>
                <a:gd name="T116" fmla="*/ 0 w 401"/>
                <a:gd name="T117" fmla="*/ 149 h 280"/>
                <a:gd name="T118" fmla="*/ 2 w 401"/>
                <a:gd name="T119" fmla="*/ 145 h 280"/>
                <a:gd name="T120" fmla="*/ 31 w 401"/>
                <a:gd name="T121" fmla="*/ 157 h 2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401" h="280">
                  <a:moveTo>
                    <a:pt x="31" y="157"/>
                  </a:moveTo>
                  <a:cubicBezTo>
                    <a:pt x="31" y="157"/>
                    <a:pt x="31" y="157"/>
                    <a:pt x="31" y="157"/>
                  </a:cubicBezTo>
                  <a:cubicBezTo>
                    <a:pt x="31" y="157"/>
                    <a:pt x="31" y="157"/>
                    <a:pt x="31" y="157"/>
                  </a:cubicBezTo>
                  <a:cubicBezTo>
                    <a:pt x="31" y="156"/>
                    <a:pt x="31" y="156"/>
                    <a:pt x="31" y="156"/>
                  </a:cubicBezTo>
                  <a:cubicBezTo>
                    <a:pt x="65" y="122"/>
                    <a:pt x="65" y="122"/>
                    <a:pt x="65" y="122"/>
                  </a:cubicBezTo>
                  <a:cubicBezTo>
                    <a:pt x="72" y="115"/>
                    <a:pt x="82" y="111"/>
                    <a:pt x="91" y="111"/>
                  </a:cubicBezTo>
                  <a:cubicBezTo>
                    <a:pt x="101" y="111"/>
                    <a:pt x="110" y="115"/>
                    <a:pt x="117" y="122"/>
                  </a:cubicBezTo>
                  <a:cubicBezTo>
                    <a:pt x="122" y="127"/>
                    <a:pt x="126" y="134"/>
                    <a:pt x="127" y="141"/>
                  </a:cubicBezTo>
                  <a:cubicBezTo>
                    <a:pt x="129" y="141"/>
                    <a:pt x="130" y="140"/>
                    <a:pt x="132" y="140"/>
                  </a:cubicBezTo>
                  <a:cubicBezTo>
                    <a:pt x="141" y="140"/>
                    <a:pt x="151" y="144"/>
                    <a:pt x="158" y="151"/>
                  </a:cubicBezTo>
                  <a:cubicBezTo>
                    <a:pt x="163" y="157"/>
                    <a:pt x="167" y="164"/>
                    <a:pt x="168" y="172"/>
                  </a:cubicBezTo>
                  <a:cubicBezTo>
                    <a:pt x="169" y="172"/>
                    <a:pt x="169" y="172"/>
                    <a:pt x="170" y="172"/>
                  </a:cubicBezTo>
                  <a:cubicBezTo>
                    <a:pt x="179" y="172"/>
                    <a:pt x="188" y="175"/>
                    <a:pt x="195" y="182"/>
                  </a:cubicBezTo>
                  <a:cubicBezTo>
                    <a:pt x="200" y="187"/>
                    <a:pt x="203" y="193"/>
                    <a:pt x="204" y="200"/>
                  </a:cubicBezTo>
                  <a:cubicBezTo>
                    <a:pt x="206" y="199"/>
                    <a:pt x="208" y="199"/>
                    <a:pt x="211" y="199"/>
                  </a:cubicBezTo>
                  <a:cubicBezTo>
                    <a:pt x="220" y="199"/>
                    <a:pt x="228" y="202"/>
                    <a:pt x="234" y="209"/>
                  </a:cubicBezTo>
                  <a:cubicBezTo>
                    <a:pt x="241" y="215"/>
                    <a:pt x="244" y="224"/>
                    <a:pt x="244" y="233"/>
                  </a:cubicBezTo>
                  <a:cubicBezTo>
                    <a:pt x="244" y="242"/>
                    <a:pt x="241" y="250"/>
                    <a:pt x="234" y="257"/>
                  </a:cubicBezTo>
                  <a:cubicBezTo>
                    <a:pt x="232" y="259"/>
                    <a:pt x="232" y="259"/>
                    <a:pt x="232" y="259"/>
                  </a:cubicBezTo>
                  <a:cubicBezTo>
                    <a:pt x="248" y="276"/>
                    <a:pt x="248" y="276"/>
                    <a:pt x="248" y="276"/>
                  </a:cubicBezTo>
                  <a:cubicBezTo>
                    <a:pt x="251" y="279"/>
                    <a:pt x="255" y="280"/>
                    <a:pt x="259" y="280"/>
                  </a:cubicBezTo>
                  <a:cubicBezTo>
                    <a:pt x="264" y="280"/>
                    <a:pt x="268" y="278"/>
                    <a:pt x="271" y="276"/>
                  </a:cubicBezTo>
                  <a:cubicBezTo>
                    <a:pt x="279" y="268"/>
                    <a:pt x="270" y="252"/>
                    <a:pt x="270" y="252"/>
                  </a:cubicBezTo>
                  <a:cubicBezTo>
                    <a:pt x="242" y="207"/>
                    <a:pt x="242" y="207"/>
                    <a:pt x="242" y="207"/>
                  </a:cubicBezTo>
                  <a:cubicBezTo>
                    <a:pt x="248" y="202"/>
                    <a:pt x="248" y="202"/>
                    <a:pt x="248" y="202"/>
                  </a:cubicBezTo>
                  <a:cubicBezTo>
                    <a:pt x="289" y="245"/>
                    <a:pt x="289" y="245"/>
                    <a:pt x="289" y="245"/>
                  </a:cubicBezTo>
                  <a:cubicBezTo>
                    <a:pt x="291" y="248"/>
                    <a:pt x="295" y="250"/>
                    <a:pt x="300" y="250"/>
                  </a:cubicBezTo>
                  <a:cubicBezTo>
                    <a:pt x="304" y="250"/>
                    <a:pt x="308" y="248"/>
                    <a:pt x="311" y="245"/>
                  </a:cubicBezTo>
                  <a:cubicBezTo>
                    <a:pt x="315" y="241"/>
                    <a:pt x="318" y="235"/>
                    <a:pt x="310" y="222"/>
                  </a:cubicBezTo>
                  <a:cubicBezTo>
                    <a:pt x="310" y="222"/>
                    <a:pt x="310" y="222"/>
                    <a:pt x="310" y="222"/>
                  </a:cubicBezTo>
                  <a:cubicBezTo>
                    <a:pt x="275" y="170"/>
                    <a:pt x="275" y="170"/>
                    <a:pt x="275" y="170"/>
                  </a:cubicBezTo>
                  <a:cubicBezTo>
                    <a:pt x="282" y="164"/>
                    <a:pt x="282" y="164"/>
                    <a:pt x="282" y="164"/>
                  </a:cubicBezTo>
                  <a:cubicBezTo>
                    <a:pt x="329" y="215"/>
                    <a:pt x="329" y="215"/>
                    <a:pt x="329" y="215"/>
                  </a:cubicBezTo>
                  <a:cubicBezTo>
                    <a:pt x="332" y="218"/>
                    <a:pt x="336" y="219"/>
                    <a:pt x="340" y="219"/>
                  </a:cubicBezTo>
                  <a:cubicBezTo>
                    <a:pt x="344" y="219"/>
                    <a:pt x="348" y="218"/>
                    <a:pt x="351" y="215"/>
                  </a:cubicBezTo>
                  <a:cubicBezTo>
                    <a:pt x="357" y="209"/>
                    <a:pt x="357" y="200"/>
                    <a:pt x="351" y="192"/>
                  </a:cubicBezTo>
                  <a:cubicBezTo>
                    <a:pt x="309" y="138"/>
                    <a:pt x="309" y="138"/>
                    <a:pt x="309" y="138"/>
                  </a:cubicBezTo>
                  <a:cubicBezTo>
                    <a:pt x="316" y="133"/>
                    <a:pt x="316" y="133"/>
                    <a:pt x="316" y="133"/>
                  </a:cubicBezTo>
                  <a:cubicBezTo>
                    <a:pt x="316" y="133"/>
                    <a:pt x="319" y="136"/>
                    <a:pt x="322" y="139"/>
                  </a:cubicBezTo>
                  <a:cubicBezTo>
                    <a:pt x="329" y="145"/>
                    <a:pt x="338" y="155"/>
                    <a:pt x="340" y="156"/>
                  </a:cubicBezTo>
                  <a:cubicBezTo>
                    <a:pt x="374" y="190"/>
                    <a:pt x="374" y="190"/>
                    <a:pt x="374" y="190"/>
                  </a:cubicBezTo>
                  <a:cubicBezTo>
                    <a:pt x="377" y="193"/>
                    <a:pt x="381" y="195"/>
                    <a:pt x="385" y="195"/>
                  </a:cubicBezTo>
                  <a:cubicBezTo>
                    <a:pt x="389" y="195"/>
                    <a:pt x="393" y="193"/>
                    <a:pt x="396" y="190"/>
                  </a:cubicBezTo>
                  <a:cubicBezTo>
                    <a:pt x="399" y="187"/>
                    <a:pt x="401" y="183"/>
                    <a:pt x="401" y="179"/>
                  </a:cubicBezTo>
                  <a:cubicBezTo>
                    <a:pt x="401" y="175"/>
                    <a:pt x="399" y="171"/>
                    <a:pt x="396" y="168"/>
                  </a:cubicBezTo>
                  <a:cubicBezTo>
                    <a:pt x="357" y="128"/>
                    <a:pt x="357" y="128"/>
                    <a:pt x="357" y="128"/>
                  </a:cubicBezTo>
                  <a:cubicBezTo>
                    <a:pt x="266" y="38"/>
                    <a:pt x="266" y="38"/>
                    <a:pt x="266" y="38"/>
                  </a:cubicBezTo>
                  <a:cubicBezTo>
                    <a:pt x="217" y="39"/>
                    <a:pt x="217" y="39"/>
                    <a:pt x="217" y="39"/>
                  </a:cubicBezTo>
                  <a:cubicBezTo>
                    <a:pt x="209" y="42"/>
                    <a:pt x="209" y="42"/>
                    <a:pt x="209" y="42"/>
                  </a:cubicBezTo>
                  <a:cubicBezTo>
                    <a:pt x="166" y="69"/>
                    <a:pt x="166" y="69"/>
                    <a:pt x="166" y="69"/>
                  </a:cubicBezTo>
                  <a:cubicBezTo>
                    <a:pt x="153" y="75"/>
                    <a:pt x="153" y="75"/>
                    <a:pt x="153" y="75"/>
                  </a:cubicBezTo>
                  <a:cubicBezTo>
                    <a:pt x="119" y="67"/>
                    <a:pt x="119" y="67"/>
                    <a:pt x="119" y="67"/>
                  </a:cubicBezTo>
                  <a:cubicBezTo>
                    <a:pt x="103" y="51"/>
                    <a:pt x="103" y="51"/>
                    <a:pt x="103" y="51"/>
                  </a:cubicBezTo>
                  <a:cubicBezTo>
                    <a:pt x="130" y="8"/>
                    <a:pt x="130" y="8"/>
                    <a:pt x="130" y="8"/>
                  </a:cubicBezTo>
                  <a:cubicBezTo>
                    <a:pt x="37" y="5"/>
                    <a:pt x="37" y="5"/>
                    <a:pt x="37" y="5"/>
                  </a:cubicBezTo>
                  <a:cubicBezTo>
                    <a:pt x="37" y="0"/>
                    <a:pt x="37" y="0"/>
                    <a:pt x="37" y="0"/>
                  </a:cubicBezTo>
                  <a:cubicBezTo>
                    <a:pt x="37" y="0"/>
                    <a:pt x="37" y="0"/>
                    <a:pt x="37" y="0"/>
                  </a:cubicBezTo>
                  <a:cubicBezTo>
                    <a:pt x="0" y="149"/>
                    <a:pt x="0" y="149"/>
                    <a:pt x="0" y="149"/>
                  </a:cubicBezTo>
                  <a:cubicBezTo>
                    <a:pt x="0" y="149"/>
                    <a:pt x="0" y="149"/>
                    <a:pt x="0" y="149"/>
                  </a:cubicBezTo>
                  <a:cubicBezTo>
                    <a:pt x="2" y="145"/>
                    <a:pt x="2" y="145"/>
                    <a:pt x="2" y="145"/>
                  </a:cubicBezTo>
                  <a:lnTo>
                    <a:pt x="31" y="157"/>
                  </a:lnTo>
                  <a:close/>
                </a:path>
              </a:pathLst>
            </a:custGeom>
            <a:solidFill>
              <a:srgbClr val="7891AA"/>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0041" tIns="35021" rIns="70041" bIns="35021"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0" marR="0" lvl="0" indent="0" algn="l" defTabSz="868131" rtl="0" eaLnBrk="1" fontAlgn="auto" latinLnBrk="0" hangingPunct="1">
                <a:lnSpc>
                  <a:spcPct val="100000"/>
                </a:lnSpc>
                <a:spcBef>
                  <a:spcPct val="0"/>
                </a:spcBef>
                <a:spcAft>
                  <a:spcPct val="0"/>
                </a:spcAft>
                <a:buClrTx/>
                <a:buSzTx/>
                <a:buFontTx/>
                <a:buNone/>
                <a:tabLst/>
                <a:defRPr/>
              </a:pPr>
              <a:endParaRPr kumimoji="0" lang="en-US" sz="1455" b="0" i="0" u="none" strike="noStrike" kern="1200" cap="none" spc="0" normalizeH="0" baseline="0" noProof="0">
                <a:ln>
                  <a:noFill/>
                </a:ln>
                <a:solidFill>
                  <a:srgbClr val="FFFFFF"/>
                </a:solidFill>
                <a:effectLst/>
                <a:uLnTx/>
                <a:uFillTx/>
                <a:latin typeface="Open Sans"/>
                <a:ea typeface="Open Sans"/>
                <a:cs typeface="Arial"/>
              </a:endParaRPr>
            </a:p>
          </p:txBody>
        </p:sp>
        <p:sp>
          <p:nvSpPr>
            <p:cNvPr id="93" name="Freeform 50">
              <a:extLst>
                <a:ext uri="{FF2B5EF4-FFF2-40B4-BE49-F238E27FC236}">
                  <a16:creationId xmlns:a16="http://schemas.microsoft.com/office/drawing/2014/main" id="{832185E7-8CA9-9807-62B1-30131B5F2B2C}"/>
                </a:ext>
              </a:extLst>
            </p:cNvPr>
            <p:cNvSpPr/>
            <p:nvPr/>
          </p:nvSpPr>
          <p:spPr bwMode="auto">
            <a:xfrm>
              <a:off x="5110163" y="1574483"/>
              <a:ext cx="471488" cy="377825"/>
            </a:xfrm>
            <a:custGeom>
              <a:avLst/>
              <a:gdLst>
                <a:gd name="T0" fmla="*/ 209 w 209"/>
                <a:gd name="T1" fmla="*/ 113 h 168"/>
                <a:gd name="T2" fmla="*/ 201 w 209"/>
                <a:gd name="T3" fmla="*/ 95 h 168"/>
                <a:gd name="T4" fmla="*/ 184 w 209"/>
                <a:gd name="T5" fmla="*/ 87 h 168"/>
                <a:gd name="T6" fmla="*/ 168 w 209"/>
                <a:gd name="T7" fmla="*/ 92 h 168"/>
                <a:gd name="T8" fmla="*/ 169 w 209"/>
                <a:gd name="T9" fmla="*/ 86 h 168"/>
                <a:gd name="T10" fmla="*/ 162 w 209"/>
                <a:gd name="T11" fmla="*/ 68 h 168"/>
                <a:gd name="T12" fmla="*/ 143 w 209"/>
                <a:gd name="T13" fmla="*/ 60 h 168"/>
                <a:gd name="T14" fmla="*/ 132 w 209"/>
                <a:gd name="T15" fmla="*/ 63 h 168"/>
                <a:gd name="T16" fmla="*/ 133 w 209"/>
                <a:gd name="T17" fmla="*/ 57 h 168"/>
                <a:gd name="T18" fmla="*/ 125 w 209"/>
                <a:gd name="T19" fmla="*/ 37 h 168"/>
                <a:gd name="T20" fmla="*/ 105 w 209"/>
                <a:gd name="T21" fmla="*/ 29 h 168"/>
                <a:gd name="T22" fmla="*/ 92 w 209"/>
                <a:gd name="T23" fmla="*/ 32 h 168"/>
                <a:gd name="T24" fmla="*/ 93 w 209"/>
                <a:gd name="T25" fmla="*/ 28 h 168"/>
                <a:gd name="T26" fmla="*/ 84 w 209"/>
                <a:gd name="T27" fmla="*/ 8 h 168"/>
                <a:gd name="T28" fmla="*/ 64 w 209"/>
                <a:gd name="T29" fmla="*/ 0 h 168"/>
                <a:gd name="T30" fmla="*/ 44 w 209"/>
                <a:gd name="T31" fmla="*/ 8 h 168"/>
                <a:gd name="T32" fmla="*/ 10 w 209"/>
                <a:gd name="T33" fmla="*/ 42 h 168"/>
                <a:gd name="T34" fmla="*/ 9 w 209"/>
                <a:gd name="T35" fmla="*/ 44 h 168"/>
                <a:gd name="T36" fmla="*/ 4 w 209"/>
                <a:gd name="T37" fmla="*/ 51 h 168"/>
                <a:gd name="T38" fmla="*/ 10 w 209"/>
                <a:gd name="T39" fmla="*/ 82 h 168"/>
                <a:gd name="T40" fmla="*/ 30 w 209"/>
                <a:gd name="T41" fmla="*/ 91 h 168"/>
                <a:gd name="T42" fmla="*/ 42 w 209"/>
                <a:gd name="T43" fmla="*/ 88 h 168"/>
                <a:gd name="T44" fmla="*/ 50 w 209"/>
                <a:gd name="T45" fmla="*/ 111 h 168"/>
                <a:gd name="T46" fmla="*/ 70 w 209"/>
                <a:gd name="T47" fmla="*/ 120 h 168"/>
                <a:gd name="T48" fmla="*/ 87 w 209"/>
                <a:gd name="T49" fmla="*/ 114 h 168"/>
                <a:gd name="T50" fmla="*/ 94 w 209"/>
                <a:gd name="T51" fmla="*/ 135 h 168"/>
                <a:gd name="T52" fmla="*/ 112 w 209"/>
                <a:gd name="T53" fmla="*/ 143 h 168"/>
                <a:gd name="T54" fmla="*/ 129 w 209"/>
                <a:gd name="T55" fmla="*/ 137 h 168"/>
                <a:gd name="T56" fmla="*/ 128 w 209"/>
                <a:gd name="T57" fmla="*/ 143 h 168"/>
                <a:gd name="T58" fmla="*/ 135 w 209"/>
                <a:gd name="T59" fmla="*/ 161 h 168"/>
                <a:gd name="T60" fmla="*/ 153 w 209"/>
                <a:gd name="T61" fmla="*/ 168 h 168"/>
                <a:gd name="T62" fmla="*/ 171 w 209"/>
                <a:gd name="T63" fmla="*/ 161 h 168"/>
                <a:gd name="T64" fmla="*/ 190 w 209"/>
                <a:gd name="T65" fmla="*/ 142 h 168"/>
                <a:gd name="T66" fmla="*/ 196 w 209"/>
                <a:gd name="T67" fmla="*/ 137 h 168"/>
                <a:gd name="T68" fmla="*/ 201 w 209"/>
                <a:gd name="T69" fmla="*/ 131 h 168"/>
                <a:gd name="T70" fmla="*/ 209 w 209"/>
                <a:gd name="T71" fmla="*/ 113 h 1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9" h="168">
                  <a:moveTo>
                    <a:pt x="209" y="113"/>
                  </a:moveTo>
                  <a:cubicBezTo>
                    <a:pt x="209" y="106"/>
                    <a:pt x="206" y="100"/>
                    <a:pt x="201" y="95"/>
                  </a:cubicBezTo>
                  <a:cubicBezTo>
                    <a:pt x="197" y="90"/>
                    <a:pt x="190" y="87"/>
                    <a:pt x="184" y="87"/>
                  </a:cubicBezTo>
                  <a:cubicBezTo>
                    <a:pt x="178" y="87"/>
                    <a:pt x="173" y="89"/>
                    <a:pt x="168" y="92"/>
                  </a:cubicBezTo>
                  <a:cubicBezTo>
                    <a:pt x="169" y="90"/>
                    <a:pt x="169" y="88"/>
                    <a:pt x="169" y="86"/>
                  </a:cubicBezTo>
                  <a:cubicBezTo>
                    <a:pt x="169" y="79"/>
                    <a:pt x="166" y="73"/>
                    <a:pt x="162" y="68"/>
                  </a:cubicBezTo>
                  <a:cubicBezTo>
                    <a:pt x="157" y="63"/>
                    <a:pt x="150" y="60"/>
                    <a:pt x="143" y="60"/>
                  </a:cubicBezTo>
                  <a:cubicBezTo>
                    <a:pt x="139" y="60"/>
                    <a:pt x="136" y="61"/>
                    <a:pt x="132" y="63"/>
                  </a:cubicBezTo>
                  <a:cubicBezTo>
                    <a:pt x="133" y="61"/>
                    <a:pt x="133" y="59"/>
                    <a:pt x="133" y="57"/>
                  </a:cubicBezTo>
                  <a:cubicBezTo>
                    <a:pt x="133" y="50"/>
                    <a:pt x="130" y="43"/>
                    <a:pt x="125" y="37"/>
                  </a:cubicBezTo>
                  <a:cubicBezTo>
                    <a:pt x="119" y="32"/>
                    <a:pt x="112" y="29"/>
                    <a:pt x="105" y="29"/>
                  </a:cubicBezTo>
                  <a:cubicBezTo>
                    <a:pt x="100" y="29"/>
                    <a:pt x="96" y="30"/>
                    <a:pt x="92" y="32"/>
                  </a:cubicBezTo>
                  <a:cubicBezTo>
                    <a:pt x="92" y="31"/>
                    <a:pt x="93" y="29"/>
                    <a:pt x="93" y="28"/>
                  </a:cubicBezTo>
                  <a:cubicBezTo>
                    <a:pt x="93" y="21"/>
                    <a:pt x="90" y="14"/>
                    <a:pt x="84" y="8"/>
                  </a:cubicBezTo>
                  <a:cubicBezTo>
                    <a:pt x="79" y="3"/>
                    <a:pt x="72" y="0"/>
                    <a:pt x="64" y="0"/>
                  </a:cubicBezTo>
                  <a:cubicBezTo>
                    <a:pt x="57" y="0"/>
                    <a:pt x="50" y="3"/>
                    <a:pt x="44" y="8"/>
                  </a:cubicBezTo>
                  <a:cubicBezTo>
                    <a:pt x="10" y="42"/>
                    <a:pt x="10" y="42"/>
                    <a:pt x="10" y="42"/>
                  </a:cubicBezTo>
                  <a:cubicBezTo>
                    <a:pt x="10" y="43"/>
                    <a:pt x="9" y="43"/>
                    <a:pt x="9" y="44"/>
                  </a:cubicBezTo>
                  <a:cubicBezTo>
                    <a:pt x="4" y="51"/>
                    <a:pt x="4" y="51"/>
                    <a:pt x="4" y="51"/>
                  </a:cubicBezTo>
                  <a:cubicBezTo>
                    <a:pt x="0" y="61"/>
                    <a:pt x="2" y="74"/>
                    <a:pt x="10" y="82"/>
                  </a:cubicBezTo>
                  <a:cubicBezTo>
                    <a:pt x="16" y="88"/>
                    <a:pt x="23" y="91"/>
                    <a:pt x="30" y="91"/>
                  </a:cubicBezTo>
                  <a:cubicBezTo>
                    <a:pt x="34" y="91"/>
                    <a:pt x="39" y="90"/>
                    <a:pt x="42" y="88"/>
                  </a:cubicBezTo>
                  <a:cubicBezTo>
                    <a:pt x="41" y="96"/>
                    <a:pt x="44" y="105"/>
                    <a:pt x="50" y="111"/>
                  </a:cubicBezTo>
                  <a:cubicBezTo>
                    <a:pt x="56" y="117"/>
                    <a:pt x="63" y="120"/>
                    <a:pt x="70" y="120"/>
                  </a:cubicBezTo>
                  <a:cubicBezTo>
                    <a:pt x="76" y="120"/>
                    <a:pt x="82" y="118"/>
                    <a:pt x="87" y="114"/>
                  </a:cubicBezTo>
                  <a:cubicBezTo>
                    <a:pt x="86" y="122"/>
                    <a:pt x="88" y="130"/>
                    <a:pt x="94" y="135"/>
                  </a:cubicBezTo>
                  <a:cubicBezTo>
                    <a:pt x="99" y="140"/>
                    <a:pt x="105" y="143"/>
                    <a:pt x="112" y="143"/>
                  </a:cubicBezTo>
                  <a:cubicBezTo>
                    <a:pt x="118" y="143"/>
                    <a:pt x="124" y="141"/>
                    <a:pt x="129" y="137"/>
                  </a:cubicBezTo>
                  <a:cubicBezTo>
                    <a:pt x="128" y="139"/>
                    <a:pt x="128" y="141"/>
                    <a:pt x="128" y="143"/>
                  </a:cubicBezTo>
                  <a:cubicBezTo>
                    <a:pt x="128" y="150"/>
                    <a:pt x="131" y="156"/>
                    <a:pt x="135" y="161"/>
                  </a:cubicBezTo>
                  <a:cubicBezTo>
                    <a:pt x="140" y="166"/>
                    <a:pt x="147" y="168"/>
                    <a:pt x="153" y="168"/>
                  </a:cubicBezTo>
                  <a:cubicBezTo>
                    <a:pt x="160" y="168"/>
                    <a:pt x="167" y="166"/>
                    <a:pt x="171" y="161"/>
                  </a:cubicBezTo>
                  <a:cubicBezTo>
                    <a:pt x="190" y="142"/>
                    <a:pt x="190" y="142"/>
                    <a:pt x="190" y="142"/>
                  </a:cubicBezTo>
                  <a:cubicBezTo>
                    <a:pt x="196" y="137"/>
                    <a:pt x="196" y="137"/>
                    <a:pt x="196" y="137"/>
                  </a:cubicBezTo>
                  <a:cubicBezTo>
                    <a:pt x="201" y="131"/>
                    <a:pt x="201" y="131"/>
                    <a:pt x="201" y="131"/>
                  </a:cubicBezTo>
                  <a:cubicBezTo>
                    <a:pt x="206" y="126"/>
                    <a:pt x="209" y="120"/>
                    <a:pt x="209" y="113"/>
                  </a:cubicBezTo>
                  <a:close/>
                </a:path>
              </a:pathLst>
            </a:custGeom>
            <a:solidFill>
              <a:srgbClr val="85858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70041" tIns="35021" rIns="70041" bIns="35021" numCol="1" anchor="t" anchorCtr="0" compatLnSpc="1">
              <a:prstTxWarp prst="textNoShape">
                <a:avLst/>
              </a:prstTxWarp>
            </a:bodyPr>
            <a:lstStyle>
              <a:defPPr>
                <a:defRPr lang="en-US"/>
              </a:defPPr>
              <a:lvl1pPr marL="177800" indent="-177800" algn="l" defTabSz="711200" rtl="0" eaLnBrk="1" latinLnBrk="0" hangingPunct="1">
                <a:spcBef>
                  <a:spcPts val="1200"/>
                </a:spcBef>
                <a:buChar char="•"/>
                <a:defRPr sz="1600" kern="1200">
                  <a:solidFill>
                    <a:schemeClr val="tx1"/>
                  </a:solidFill>
                  <a:latin typeface="+mn-lt"/>
                  <a:ea typeface="+mn-ea"/>
                  <a:cs typeface="+mn-cs"/>
                </a:defRPr>
              </a:lvl1pPr>
              <a:lvl2pPr marL="355600" indent="-177800" algn="l" defTabSz="711200" rtl="0" eaLnBrk="1" latinLnBrk="0" hangingPunct="1">
                <a:spcBef>
                  <a:spcPts val="600"/>
                </a:spcBef>
                <a:buChar char="–"/>
                <a:defRPr sz="1400" kern="1200">
                  <a:solidFill>
                    <a:schemeClr val="tx1"/>
                  </a:solidFill>
                  <a:latin typeface="+mn-lt"/>
                  <a:ea typeface="+mn-ea"/>
                  <a:cs typeface="+mn-cs"/>
                </a:defRPr>
              </a:lvl2pPr>
              <a:lvl3pPr marL="533400" indent="-177800" algn="l" defTabSz="711200" rtl="0" eaLnBrk="1" latinLnBrk="0" hangingPunct="1">
                <a:spcBef>
                  <a:spcPts val="600"/>
                </a:spcBef>
                <a:buChar char="&gt;"/>
                <a:defRPr sz="1400" kern="1200">
                  <a:solidFill>
                    <a:schemeClr val="tx1"/>
                  </a:solidFill>
                  <a:latin typeface="+mn-lt"/>
                  <a:ea typeface="+mn-ea"/>
                  <a:cs typeface="+mn-cs"/>
                </a:defRPr>
              </a:lvl3pPr>
              <a:lvl4pPr marL="711200" indent="-177800" algn="l" defTabSz="711200" rtl="0" eaLnBrk="1" latinLnBrk="0" hangingPunct="1">
                <a:spcBef>
                  <a:spcPts val="600"/>
                </a:spcBef>
                <a:buChar char="–"/>
                <a:defRPr sz="1400" kern="1200">
                  <a:solidFill>
                    <a:schemeClr val="tx1"/>
                  </a:solidFill>
                  <a:latin typeface="+mn-lt"/>
                  <a:ea typeface="+mn-ea"/>
                  <a:cs typeface="+mn-cs"/>
                </a:defRPr>
              </a:lvl4pPr>
              <a:lvl5pPr marL="889000" indent="-177800" algn="l" defTabSz="711200" rtl="0" eaLnBrk="1" latinLnBrk="0" hangingPunct="1">
                <a:spcBef>
                  <a:spcPts val="600"/>
                </a:spcBef>
                <a:buChar char="&gt;"/>
                <a:defRPr sz="1400" kern="1200">
                  <a:solidFill>
                    <a:schemeClr val="tx1"/>
                  </a:solidFill>
                  <a:latin typeface="+mn-lt"/>
                  <a:ea typeface="+mn-ea"/>
                  <a:cs typeface="+mn-cs"/>
                </a:defRPr>
              </a:lvl5pPr>
              <a:lvl6pPr marL="1066800" indent="-177800" algn="l" defTabSz="711200" rtl="0" eaLnBrk="1" latinLnBrk="0" hangingPunct="1">
                <a:defRPr sz="1400" kern="1200">
                  <a:solidFill>
                    <a:schemeClr val="tx1"/>
                  </a:solidFill>
                  <a:latin typeface="+mn-lt"/>
                  <a:ea typeface="+mn-ea"/>
                  <a:cs typeface="+mn-cs"/>
                </a:defRPr>
              </a:lvl6pPr>
              <a:lvl7pPr marL="1244600" indent="-177800" algn="l" defTabSz="711200" rtl="0" eaLnBrk="1" latinLnBrk="0" hangingPunct="1">
                <a:defRPr sz="1400" kern="1200">
                  <a:solidFill>
                    <a:schemeClr val="tx1"/>
                  </a:solidFill>
                  <a:latin typeface="+mn-lt"/>
                  <a:ea typeface="+mn-ea"/>
                  <a:cs typeface="+mn-cs"/>
                </a:defRPr>
              </a:lvl7pPr>
              <a:lvl8pPr marL="1422400" indent="-177800" algn="l" defTabSz="711200" rtl="0" eaLnBrk="1" latinLnBrk="0" hangingPunct="1">
                <a:defRPr sz="1400" kern="1200">
                  <a:solidFill>
                    <a:schemeClr val="tx1"/>
                  </a:solidFill>
                  <a:latin typeface="+mn-lt"/>
                  <a:ea typeface="+mn-ea"/>
                  <a:cs typeface="+mn-cs"/>
                </a:defRPr>
              </a:lvl8pPr>
              <a:lvl9pPr marL="1600200" indent="-177800" algn="l" defTabSz="711200" rtl="0" eaLnBrk="1" latinLnBrk="0" hangingPunct="1">
                <a:defRPr sz="1400" kern="1200">
                  <a:solidFill>
                    <a:schemeClr val="tx1"/>
                  </a:solidFill>
                  <a:latin typeface="+mn-lt"/>
                  <a:ea typeface="+mn-ea"/>
                  <a:cs typeface="+mn-cs"/>
                </a:defRPr>
              </a:lvl9pPr>
            </a:lstStyle>
            <a:p>
              <a:pPr marL="0" marR="0" lvl="0" indent="0" algn="l" defTabSz="868131" rtl="0" eaLnBrk="1" fontAlgn="auto" latinLnBrk="0" hangingPunct="1">
                <a:lnSpc>
                  <a:spcPct val="100000"/>
                </a:lnSpc>
                <a:spcBef>
                  <a:spcPct val="0"/>
                </a:spcBef>
                <a:spcAft>
                  <a:spcPct val="0"/>
                </a:spcAft>
                <a:buClrTx/>
                <a:buSzTx/>
                <a:buFontTx/>
                <a:buNone/>
                <a:tabLst/>
                <a:defRPr/>
              </a:pPr>
              <a:endParaRPr kumimoji="0" lang="en-US" sz="1455" b="0" i="0" u="none" strike="noStrike" kern="1200" cap="none" spc="0" normalizeH="0" baseline="0" noProof="0">
                <a:ln>
                  <a:noFill/>
                </a:ln>
                <a:solidFill>
                  <a:srgbClr val="FFFFFF"/>
                </a:solidFill>
                <a:effectLst/>
                <a:uLnTx/>
                <a:uFillTx/>
                <a:latin typeface="Open Sans"/>
                <a:ea typeface="Open Sans"/>
                <a:cs typeface="Arial"/>
              </a:endParaRPr>
            </a:p>
          </p:txBody>
        </p:sp>
      </p:grpSp>
      <p:sp>
        <p:nvSpPr>
          <p:cNvPr id="94" name="Rectangle 1123">
            <a:extLst>
              <a:ext uri="{FF2B5EF4-FFF2-40B4-BE49-F238E27FC236}">
                <a16:creationId xmlns:a16="http://schemas.microsoft.com/office/drawing/2014/main" id="{E1F3C310-6B7F-FAD1-0753-780F62CE4158}"/>
              </a:ext>
            </a:extLst>
          </p:cNvPr>
          <p:cNvSpPr/>
          <p:nvPr/>
        </p:nvSpPr>
        <p:spPr bwMode="auto">
          <a:xfrm>
            <a:off x="6721601" y="4834482"/>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COMERCIAL</a:t>
            </a:r>
          </a:p>
        </p:txBody>
      </p:sp>
      <p:sp>
        <p:nvSpPr>
          <p:cNvPr id="95" name="Rectangle 1126">
            <a:extLst>
              <a:ext uri="{FF2B5EF4-FFF2-40B4-BE49-F238E27FC236}">
                <a16:creationId xmlns:a16="http://schemas.microsoft.com/office/drawing/2014/main" id="{4CCBDC74-4C1D-BC30-3F4E-DB9A659C7F73}"/>
              </a:ext>
            </a:extLst>
          </p:cNvPr>
          <p:cNvSpPr/>
          <p:nvPr/>
        </p:nvSpPr>
        <p:spPr bwMode="auto">
          <a:xfrm>
            <a:off x="6721601" y="5449098"/>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RH</a:t>
            </a:r>
          </a:p>
        </p:txBody>
      </p:sp>
      <p:sp>
        <p:nvSpPr>
          <p:cNvPr id="96" name="Rectangle 1127">
            <a:extLst>
              <a:ext uri="{FF2B5EF4-FFF2-40B4-BE49-F238E27FC236}">
                <a16:creationId xmlns:a16="http://schemas.microsoft.com/office/drawing/2014/main" id="{D823198A-BF22-F4E3-E1C7-22C53704A1F5}"/>
              </a:ext>
            </a:extLst>
          </p:cNvPr>
          <p:cNvSpPr/>
          <p:nvPr/>
        </p:nvSpPr>
        <p:spPr bwMode="auto">
          <a:xfrm>
            <a:off x="6721601" y="5653971"/>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TI</a:t>
            </a:r>
          </a:p>
        </p:txBody>
      </p:sp>
      <p:sp>
        <p:nvSpPr>
          <p:cNvPr id="97" name="Rectangle 1128">
            <a:extLst>
              <a:ext uri="{FF2B5EF4-FFF2-40B4-BE49-F238E27FC236}">
                <a16:creationId xmlns:a16="http://schemas.microsoft.com/office/drawing/2014/main" id="{75A9F9DC-7CC6-9378-FD81-922ABF00670B}"/>
              </a:ext>
            </a:extLst>
          </p:cNvPr>
          <p:cNvSpPr/>
          <p:nvPr/>
        </p:nvSpPr>
        <p:spPr bwMode="auto">
          <a:xfrm>
            <a:off x="6721601" y="5039354"/>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FUNCIONES CORE</a:t>
            </a:r>
          </a:p>
        </p:txBody>
      </p:sp>
      <p:sp>
        <p:nvSpPr>
          <p:cNvPr id="98" name="Rectangle 5">
            <a:extLst>
              <a:ext uri="{FF2B5EF4-FFF2-40B4-BE49-F238E27FC236}">
                <a16:creationId xmlns:a16="http://schemas.microsoft.com/office/drawing/2014/main" id="{41C583CB-FCD3-7CAF-7AA4-ECA934785B43}"/>
              </a:ext>
            </a:extLst>
          </p:cNvPr>
          <p:cNvSpPr/>
          <p:nvPr/>
        </p:nvSpPr>
        <p:spPr bwMode="auto">
          <a:xfrm>
            <a:off x="6721601" y="5244226"/>
            <a:ext cx="162766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FINANZAS</a:t>
            </a:r>
          </a:p>
        </p:txBody>
      </p:sp>
      <p:sp>
        <p:nvSpPr>
          <p:cNvPr id="99" name="Rectangle 19">
            <a:extLst>
              <a:ext uri="{FF2B5EF4-FFF2-40B4-BE49-F238E27FC236}">
                <a16:creationId xmlns:a16="http://schemas.microsoft.com/office/drawing/2014/main" id="{27BC51B6-F7E8-6656-0F39-1273BC27737B}"/>
              </a:ext>
            </a:extLst>
          </p:cNvPr>
          <p:cNvSpPr/>
          <p:nvPr/>
        </p:nvSpPr>
        <p:spPr bwMode="auto">
          <a:xfrm>
            <a:off x="330200" y="1729084"/>
            <a:ext cx="11531600" cy="1550529"/>
          </a:xfrm>
          <a:prstGeom prst="rect">
            <a:avLst/>
          </a:prstGeom>
          <a:noFill/>
          <a:ln w="19050" cap="flat" cmpd="sng" algn="ctr">
            <a:solidFill>
              <a:srgbClr val="FF7F32">
                <a:alpha val="25000"/>
              </a:srgbClr>
            </a:solidFill>
            <a:prstDash val="solid"/>
            <a:round/>
            <a:headEnd type="none" w="med" len="med"/>
            <a:tailEnd type="none" w="med" len="med"/>
          </a:ln>
          <a:effectLst/>
          <a:extLst>
            <a:ext uri="{909E8E84-426E-40DD-AFC4-6F175D3DCCD1}">
              <a14:hiddenFill xmlns:a14="http://schemas.microsoft.com/office/drawing/2010/main">
                <a:solidFill>
                  <a:srgbClr val="FFB284"/>
                </a:solidFill>
              </a14:hiddenFill>
            </a:ext>
          </a:ex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00" name="Rectangle 20">
            <a:extLst>
              <a:ext uri="{FF2B5EF4-FFF2-40B4-BE49-F238E27FC236}">
                <a16:creationId xmlns:a16="http://schemas.microsoft.com/office/drawing/2014/main" id="{304C91F2-FA45-5676-F6B3-481F7F4EECDE}"/>
              </a:ext>
            </a:extLst>
          </p:cNvPr>
          <p:cNvSpPr/>
          <p:nvPr/>
        </p:nvSpPr>
        <p:spPr bwMode="auto">
          <a:xfrm>
            <a:off x="476602" y="1484557"/>
            <a:ext cx="3090397" cy="231318"/>
          </a:xfrm>
          <a:prstGeom prst="rect">
            <a:avLst/>
          </a:prstGeom>
          <a:solidFill>
            <a:srgbClr val="FF7F32"/>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600" b="1" i="0" u="none" strike="noStrike" kern="1200" cap="none" spc="300" normalizeH="0" baseline="0" noProof="0" err="1">
                <a:ln>
                  <a:noFill/>
                </a:ln>
                <a:solidFill>
                  <a:srgbClr val="FFFFFF"/>
                </a:solidFill>
                <a:effectLst/>
                <a:uLnTx/>
                <a:uFillTx/>
                <a:latin typeface="Open Sans"/>
                <a:ea typeface="Open Sans"/>
                <a:cs typeface="Arial"/>
              </a:rPr>
              <a:t>Principios</a:t>
            </a:r>
            <a:r>
              <a:rPr kumimoji="0" lang="en-US" sz="1600" b="1" i="0" u="none" strike="noStrike" kern="1200" cap="none" spc="300" normalizeH="0" baseline="0" noProof="0">
                <a:ln>
                  <a:noFill/>
                </a:ln>
                <a:solidFill>
                  <a:srgbClr val="FFFFFF"/>
                </a:solidFill>
                <a:effectLst/>
                <a:uLnTx/>
                <a:uFillTx/>
                <a:latin typeface="Open Sans"/>
                <a:ea typeface="Open Sans"/>
                <a:cs typeface="Arial"/>
              </a:rPr>
              <a:t> de </a:t>
            </a:r>
            <a:r>
              <a:rPr kumimoji="0" lang="en-US" sz="1600" b="1" i="0" u="none" strike="noStrike" kern="1200" cap="none" spc="300" normalizeH="0" baseline="0" noProof="0" err="1">
                <a:ln>
                  <a:noFill/>
                </a:ln>
                <a:solidFill>
                  <a:srgbClr val="FFFFFF"/>
                </a:solidFill>
                <a:effectLst/>
                <a:uLnTx/>
                <a:uFillTx/>
                <a:latin typeface="Open Sans"/>
                <a:ea typeface="Open Sans"/>
                <a:cs typeface="Arial"/>
              </a:rPr>
              <a:t>diseño</a:t>
            </a:r>
            <a:endParaRPr kumimoji="0" lang="en-US" sz="1600" b="1" i="0" u="none" strike="noStrike" kern="1200" cap="none" spc="300" normalizeH="0" baseline="0" noProof="0">
              <a:ln>
                <a:noFill/>
              </a:ln>
              <a:solidFill>
                <a:srgbClr val="FFFFFF"/>
              </a:solidFill>
              <a:effectLst/>
              <a:uLnTx/>
              <a:uFillTx/>
              <a:latin typeface="Open Sans"/>
              <a:ea typeface="Open Sans"/>
              <a:cs typeface="Arial"/>
            </a:endParaRPr>
          </a:p>
        </p:txBody>
      </p:sp>
      <p:sp>
        <p:nvSpPr>
          <p:cNvPr id="101" name="Rectangle 23">
            <a:extLst>
              <a:ext uri="{FF2B5EF4-FFF2-40B4-BE49-F238E27FC236}">
                <a16:creationId xmlns:a16="http://schemas.microsoft.com/office/drawing/2014/main" id="{885C0B7F-08CF-9E95-47E1-3D76C84835CD}"/>
              </a:ext>
            </a:extLst>
          </p:cNvPr>
          <p:cNvSpPr/>
          <p:nvPr/>
        </p:nvSpPr>
        <p:spPr bwMode="auto">
          <a:xfrm>
            <a:off x="590550" y="1990853"/>
            <a:ext cx="2489200" cy="1108497"/>
          </a:xfrm>
          <a:prstGeom prst="rect">
            <a:avLst/>
          </a:prstGeom>
          <a:solidFill>
            <a:schemeClr val="accent5">
              <a:lumMod val="40000"/>
              <a:lumOff val="60000"/>
              <a:alpha val="25000"/>
            </a:schemeClr>
          </a:solidFill>
          <a:ln w="19050" cap="flat" cmpd="sng" algn="ctr">
            <a:solidFill>
              <a:schemeClr val="accent5"/>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s-MX" sz="1400" b="1" i="0" u="none" strike="noStrike" kern="1200" cap="none" spc="0" normalizeH="0" baseline="0" noProof="0">
                <a:ln>
                  <a:noFill/>
                </a:ln>
                <a:solidFill>
                  <a:srgbClr val="FF7F32"/>
                </a:solidFill>
                <a:effectLst/>
                <a:uLnTx/>
                <a:uFillTx/>
                <a:latin typeface="Open Sans"/>
                <a:ea typeface="Open Sans"/>
                <a:cs typeface="Arial" panose="020B0604020202020204" pitchFamily="34" charset="0"/>
              </a:rPr>
              <a:t>Organizarnos para escalar nuestro </a:t>
            </a:r>
            <a:r>
              <a:rPr kumimoji="0" lang="es-MX" sz="1400" b="1" i="1" u="none" strike="noStrike" kern="1200" cap="none" spc="0" normalizeH="0" baseline="0" noProof="0" err="1">
                <a:ln>
                  <a:noFill/>
                </a:ln>
                <a:solidFill>
                  <a:srgbClr val="FF7F32"/>
                </a:solidFill>
                <a:effectLst/>
                <a:uLnTx/>
                <a:uFillTx/>
                <a:latin typeface="Open Sans"/>
                <a:ea typeface="Open Sans"/>
                <a:cs typeface="Arial" panose="020B0604020202020204" pitchFamily="34" charset="0"/>
              </a:rPr>
              <a:t>core</a:t>
            </a:r>
            <a:r>
              <a:rPr kumimoji="0" lang="es-MX" sz="1400" b="1" i="0" u="none" strike="noStrike" kern="1200" cap="none" spc="0" normalizeH="0" baseline="0" noProof="0">
                <a:ln>
                  <a:noFill/>
                </a:ln>
                <a:solidFill>
                  <a:srgbClr val="FF7F32"/>
                </a:solidFill>
                <a:effectLst/>
                <a:uLnTx/>
                <a:uFillTx/>
                <a:latin typeface="Open Sans"/>
                <a:ea typeface="Open Sans"/>
                <a:cs typeface="Arial" panose="020B0604020202020204" pitchFamily="34" charset="0"/>
              </a:rPr>
              <a:t> y crear el futuro</a:t>
            </a:r>
          </a:p>
        </p:txBody>
      </p:sp>
      <p:sp>
        <p:nvSpPr>
          <p:cNvPr id="102" name="Rectangle 22">
            <a:extLst>
              <a:ext uri="{FF2B5EF4-FFF2-40B4-BE49-F238E27FC236}">
                <a16:creationId xmlns:a16="http://schemas.microsoft.com/office/drawing/2014/main" id="{ED97AFC6-E30A-54C5-7455-BE949C0475AA}"/>
              </a:ext>
            </a:extLst>
          </p:cNvPr>
          <p:cNvSpPr/>
          <p:nvPr/>
        </p:nvSpPr>
        <p:spPr bwMode="auto">
          <a:xfrm>
            <a:off x="3431116" y="1992917"/>
            <a:ext cx="2489200" cy="1108497"/>
          </a:xfrm>
          <a:prstGeom prst="rect">
            <a:avLst/>
          </a:prstGeom>
          <a:solidFill>
            <a:schemeClr val="accent5">
              <a:lumMod val="40000"/>
              <a:lumOff val="60000"/>
              <a:alpha val="25000"/>
            </a:schemeClr>
          </a:solidFill>
          <a:ln w="19050" cap="flat" cmpd="sng" algn="ctr">
            <a:solidFill>
              <a:schemeClr val="accent5"/>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ct val="0"/>
              </a:spcBef>
              <a:spcAft>
                <a:spcPct val="0"/>
              </a:spcAft>
              <a:buClrTx/>
              <a:buSzTx/>
              <a:buFontTx/>
              <a:buNone/>
              <a:tabLst/>
              <a:defRPr/>
            </a:pPr>
            <a:r>
              <a:rPr kumimoji="0" lang="es-MX" sz="1400" b="1" i="0" u="none" strike="noStrike" kern="100" cap="none" spc="0" normalizeH="0" baseline="0" noProof="0">
                <a:ln>
                  <a:noFill/>
                </a:ln>
                <a:solidFill>
                  <a:srgbClr val="FF7F32"/>
                </a:solidFill>
                <a:effectLst/>
                <a:uLnTx/>
                <a:uFillTx/>
                <a:latin typeface="Open Sans"/>
                <a:ea typeface="Aptos" panose="020B0004020202020204" pitchFamily="34" charset="0"/>
                <a:cs typeface="Arial" panose="020B0604020202020204" pitchFamily="34" charset="0"/>
              </a:rPr>
              <a:t>Liderar centralmente y empoderar la ejecución local</a:t>
            </a:r>
          </a:p>
        </p:txBody>
      </p:sp>
      <p:sp>
        <p:nvSpPr>
          <p:cNvPr id="103" name="Rectangle 26">
            <a:extLst>
              <a:ext uri="{FF2B5EF4-FFF2-40B4-BE49-F238E27FC236}">
                <a16:creationId xmlns:a16="http://schemas.microsoft.com/office/drawing/2014/main" id="{E50C9D03-6102-4891-1466-D20FDA09660A}"/>
              </a:ext>
            </a:extLst>
          </p:cNvPr>
          <p:cNvSpPr/>
          <p:nvPr/>
        </p:nvSpPr>
        <p:spPr bwMode="auto">
          <a:xfrm>
            <a:off x="6271682" y="1992917"/>
            <a:ext cx="2489200" cy="1108497"/>
          </a:xfrm>
          <a:prstGeom prst="rect">
            <a:avLst/>
          </a:prstGeom>
          <a:solidFill>
            <a:schemeClr val="accent5">
              <a:lumMod val="40000"/>
              <a:lumOff val="60000"/>
              <a:alpha val="25000"/>
            </a:schemeClr>
          </a:solidFill>
          <a:ln w="19050" cap="flat" cmpd="sng" algn="ctr">
            <a:solidFill>
              <a:schemeClr val="accent5"/>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5000"/>
              </a:lnSpc>
              <a:spcBef>
                <a:spcPct val="0"/>
              </a:spcBef>
              <a:spcAft>
                <a:spcPts val="800"/>
              </a:spcAft>
              <a:buClrTx/>
              <a:buSzTx/>
              <a:buFontTx/>
              <a:buNone/>
              <a:tabLst/>
              <a:defRPr/>
            </a:pPr>
            <a:r>
              <a:rPr kumimoji="0" lang="es-MX" sz="1400" b="1" i="0" u="none" strike="noStrike" kern="100" cap="none" spc="0" normalizeH="0" baseline="0" noProof="0">
                <a:ln>
                  <a:noFill/>
                </a:ln>
                <a:solidFill>
                  <a:srgbClr val="FF7F32"/>
                </a:solidFill>
                <a:effectLst/>
                <a:uLnTx/>
                <a:uFillTx/>
                <a:latin typeface="Open Sans"/>
                <a:ea typeface="Aptos" panose="020B0004020202020204" pitchFamily="34" charset="0"/>
                <a:cs typeface="Arial" panose="020B0604020202020204" pitchFamily="34" charset="0"/>
              </a:rPr>
              <a:t>Operar con excelencia y orientado al cliente</a:t>
            </a:r>
          </a:p>
        </p:txBody>
      </p:sp>
      <p:sp>
        <p:nvSpPr>
          <p:cNvPr id="104" name="Rectangle 25">
            <a:extLst>
              <a:ext uri="{FF2B5EF4-FFF2-40B4-BE49-F238E27FC236}">
                <a16:creationId xmlns:a16="http://schemas.microsoft.com/office/drawing/2014/main" id="{2D18B3D1-C20D-B297-5975-7909670A0B90}"/>
              </a:ext>
            </a:extLst>
          </p:cNvPr>
          <p:cNvSpPr/>
          <p:nvPr/>
        </p:nvSpPr>
        <p:spPr bwMode="auto">
          <a:xfrm>
            <a:off x="9112250" y="1992917"/>
            <a:ext cx="2489200" cy="1108497"/>
          </a:xfrm>
          <a:prstGeom prst="rect">
            <a:avLst/>
          </a:prstGeom>
          <a:solidFill>
            <a:schemeClr val="accent5">
              <a:lumMod val="40000"/>
              <a:lumOff val="60000"/>
              <a:alpha val="25000"/>
            </a:schemeClr>
          </a:solidFill>
          <a:ln w="19050" cap="flat" cmpd="sng" algn="ctr">
            <a:solidFill>
              <a:schemeClr val="accent5"/>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15000"/>
              </a:lnSpc>
              <a:spcBef>
                <a:spcPct val="0"/>
              </a:spcBef>
              <a:spcAft>
                <a:spcPts val="800"/>
              </a:spcAft>
              <a:buClrTx/>
              <a:buSzTx/>
              <a:buFontTx/>
              <a:buNone/>
              <a:tabLst/>
              <a:defRPr/>
            </a:pPr>
            <a:r>
              <a:rPr kumimoji="0" lang="es-MX" sz="1400" b="1" i="0" u="none" strike="noStrike" kern="100" cap="none" spc="0" normalizeH="0" baseline="0" noProof="0">
                <a:ln>
                  <a:noFill/>
                </a:ln>
                <a:solidFill>
                  <a:srgbClr val="FF7F32"/>
                </a:solidFill>
                <a:effectLst/>
                <a:uLnTx/>
                <a:uFillTx/>
                <a:latin typeface="Open Sans"/>
                <a:ea typeface="Aptos" panose="020B0004020202020204" pitchFamily="34" charset="0"/>
                <a:cs typeface="Arial" panose="020B0604020202020204" pitchFamily="34" charset="0"/>
              </a:rPr>
              <a:t>Simplificar para un crecimiento rentable</a:t>
            </a:r>
          </a:p>
        </p:txBody>
      </p:sp>
      <p:sp>
        <p:nvSpPr>
          <p:cNvPr id="105" name="btfpNumberBubble655047">
            <a:extLst>
              <a:ext uri="{FF2B5EF4-FFF2-40B4-BE49-F238E27FC236}">
                <a16:creationId xmlns:a16="http://schemas.microsoft.com/office/drawing/2014/main" id="{005DA51A-613F-3A4F-F71E-E4A92D9885B5}"/>
              </a:ext>
            </a:extLst>
          </p:cNvPr>
          <p:cNvSpPr/>
          <p:nvPr/>
        </p:nvSpPr>
        <p:spPr bwMode="gray">
          <a:xfrm>
            <a:off x="3293112" y="1881509"/>
            <a:ext cx="276008" cy="276008"/>
          </a:xfrm>
          <a:prstGeom prst="ellipse">
            <a:avLst/>
          </a:prstGeom>
          <a:solidFill>
            <a:srgbClr val="FF7F32"/>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711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pen Sans"/>
                <a:ea typeface="Open Sans"/>
                <a:cs typeface="Arial"/>
              </a:rPr>
              <a:t>2</a:t>
            </a:r>
          </a:p>
        </p:txBody>
      </p:sp>
      <p:sp>
        <p:nvSpPr>
          <p:cNvPr id="106" name="btfpNumberBubble655047">
            <a:extLst>
              <a:ext uri="{FF2B5EF4-FFF2-40B4-BE49-F238E27FC236}">
                <a16:creationId xmlns:a16="http://schemas.microsoft.com/office/drawing/2014/main" id="{9EE30D9B-E833-1A7D-F04B-8D055253F3F0}"/>
              </a:ext>
            </a:extLst>
          </p:cNvPr>
          <p:cNvSpPr/>
          <p:nvPr/>
        </p:nvSpPr>
        <p:spPr bwMode="gray">
          <a:xfrm>
            <a:off x="8974246" y="1881509"/>
            <a:ext cx="276008" cy="276008"/>
          </a:xfrm>
          <a:prstGeom prst="ellipse">
            <a:avLst/>
          </a:prstGeom>
          <a:solidFill>
            <a:srgbClr val="FF7F32"/>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711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pen Sans"/>
                <a:ea typeface="Open Sans"/>
                <a:cs typeface="Arial"/>
              </a:rPr>
              <a:t>4</a:t>
            </a:r>
          </a:p>
        </p:txBody>
      </p:sp>
      <p:sp>
        <p:nvSpPr>
          <p:cNvPr id="107" name="btfpNumberBubble655047">
            <a:extLst>
              <a:ext uri="{FF2B5EF4-FFF2-40B4-BE49-F238E27FC236}">
                <a16:creationId xmlns:a16="http://schemas.microsoft.com/office/drawing/2014/main" id="{9F8130CA-449E-6084-3241-84039FDE09F3}"/>
              </a:ext>
            </a:extLst>
          </p:cNvPr>
          <p:cNvSpPr/>
          <p:nvPr/>
        </p:nvSpPr>
        <p:spPr bwMode="gray">
          <a:xfrm>
            <a:off x="6133678" y="1881509"/>
            <a:ext cx="276008" cy="276008"/>
          </a:xfrm>
          <a:prstGeom prst="ellipse">
            <a:avLst/>
          </a:prstGeom>
          <a:solidFill>
            <a:srgbClr val="FF7F32"/>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711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pen Sans"/>
                <a:ea typeface="Open Sans"/>
                <a:cs typeface="Arial"/>
              </a:rPr>
              <a:t>3</a:t>
            </a:r>
          </a:p>
        </p:txBody>
      </p:sp>
      <p:sp>
        <p:nvSpPr>
          <p:cNvPr id="108" name="btfpNumberBubble655047">
            <a:extLst>
              <a:ext uri="{FF2B5EF4-FFF2-40B4-BE49-F238E27FC236}">
                <a16:creationId xmlns:a16="http://schemas.microsoft.com/office/drawing/2014/main" id="{DC034213-6FF6-2D4E-D306-B35987110696}"/>
              </a:ext>
            </a:extLst>
          </p:cNvPr>
          <p:cNvSpPr/>
          <p:nvPr/>
        </p:nvSpPr>
        <p:spPr bwMode="gray">
          <a:xfrm>
            <a:off x="452546" y="1881509"/>
            <a:ext cx="276008" cy="276008"/>
          </a:xfrm>
          <a:prstGeom prst="ellipse">
            <a:avLst/>
          </a:prstGeom>
          <a:solidFill>
            <a:srgbClr val="FF7F32"/>
          </a:solidFill>
          <a:ln w="19050">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711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Open Sans"/>
                <a:ea typeface="Open Sans"/>
                <a:cs typeface="Arial"/>
              </a:rPr>
              <a:t>1</a:t>
            </a:r>
          </a:p>
        </p:txBody>
      </p:sp>
      <p:sp>
        <p:nvSpPr>
          <p:cNvPr id="109" name="btfpSequenceArrow919092">
            <a:extLst>
              <a:ext uri="{FF2B5EF4-FFF2-40B4-BE49-F238E27FC236}">
                <a16:creationId xmlns:a16="http://schemas.microsoft.com/office/drawing/2014/main" id="{863B0D01-EE1A-660C-471F-11F6F08F4966}"/>
              </a:ext>
            </a:extLst>
          </p:cNvPr>
          <p:cNvSpPr/>
          <p:nvPr/>
        </p:nvSpPr>
        <p:spPr bwMode="auto">
          <a:xfrm rot="5400000">
            <a:off x="5969873" y="2930480"/>
            <a:ext cx="252255" cy="972980"/>
          </a:xfrm>
          <a:custGeom>
            <a:avLst/>
            <a:gdLst/>
            <a:ahLst/>
            <a:cxnLst/>
            <a:rect l="0" t="0" r="0" b="0"/>
            <a:pathLst>
              <a:path w="252255" h="972980">
                <a:moveTo>
                  <a:pt x="38100" y="0"/>
                </a:moveTo>
                <a:lnTo>
                  <a:pt x="252254" y="486489"/>
                </a:lnTo>
                <a:lnTo>
                  <a:pt x="38100" y="972979"/>
                </a:lnTo>
                <a:lnTo>
                  <a:pt x="0" y="972979"/>
                </a:lnTo>
                <a:lnTo>
                  <a:pt x="214154" y="486489"/>
                </a:lnTo>
                <a:lnTo>
                  <a:pt x="0" y="0"/>
                </a:lnTo>
              </a:path>
            </a:pathLst>
          </a:custGeom>
          <a:solidFill>
            <a:srgbClr val="D6D6D6"/>
          </a:solidFill>
          <a:ln w="9525" cap="flat" cmpd="sng" algn="ctr">
            <a:solidFill>
              <a:srgbClr val="D6D6D6"/>
            </a:solidFill>
            <a:prstDash val="solid"/>
            <a:round/>
            <a:headEnd type="none" w="med" len="med"/>
            <a:tailEnd type="none" w="med" len="med"/>
          </a:ln>
          <a:effectLst/>
        </p:spPr>
        <p:txBody>
          <a:bodyPr rtlCol="0" anchor="ctr"/>
          <a:lstStyle/>
          <a:p>
            <a:pPr marL="177800" marR="0" lvl="0" indent="-177800" algn="ctr" defTabSz="711200" rtl="0" eaLnBrk="1" fontAlgn="auto" latinLnBrk="0" hangingPunct="1">
              <a:lnSpc>
                <a:spcPct val="0"/>
              </a:lnSpc>
              <a:spcBef>
                <a:spcPts val="1200"/>
              </a:spcBef>
              <a:spcAft>
                <a:spcPts val="0"/>
              </a:spcAft>
              <a:buClrTx/>
              <a:buSzTx/>
              <a:buFontTx/>
              <a:buChar char="•"/>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10" name="Rectangle 6">
            <a:extLst>
              <a:ext uri="{FF2B5EF4-FFF2-40B4-BE49-F238E27FC236}">
                <a16:creationId xmlns:a16="http://schemas.microsoft.com/office/drawing/2014/main" id="{DA07694D-F337-F6B0-F6C2-56152EE58365}"/>
              </a:ext>
            </a:extLst>
          </p:cNvPr>
          <p:cNvSpPr/>
          <p:nvPr/>
        </p:nvSpPr>
        <p:spPr bwMode="auto">
          <a:xfrm>
            <a:off x="333729" y="6102591"/>
            <a:ext cx="11528071" cy="380157"/>
          </a:xfrm>
          <a:prstGeom prst="rect">
            <a:avLst/>
          </a:prstGeom>
          <a:solidFill>
            <a:srgbClr val="DCE2D6"/>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1600" b="1" i="0" u="none" strike="noStrike" kern="1200" cap="none" spc="300" normalizeH="0" baseline="0" noProof="0">
                <a:ln>
                  <a:noFill/>
                </a:ln>
                <a:solidFill>
                  <a:srgbClr val="507867"/>
                </a:solidFill>
                <a:effectLst/>
                <a:uLnTx/>
                <a:uFillTx/>
                <a:latin typeface="Open Sans"/>
                <a:ea typeface="Open Sans"/>
                <a:cs typeface="Arial"/>
              </a:rPr>
              <a:t>GESTIÓN DEL CAMBIO</a:t>
            </a:r>
          </a:p>
        </p:txBody>
      </p:sp>
      <p:sp>
        <p:nvSpPr>
          <p:cNvPr id="111" name="Rectangle 1035">
            <a:extLst>
              <a:ext uri="{FF2B5EF4-FFF2-40B4-BE49-F238E27FC236}">
                <a16:creationId xmlns:a16="http://schemas.microsoft.com/office/drawing/2014/main" id="{B2F98F96-CE84-F630-62FA-CBD6A294E51D}"/>
              </a:ext>
            </a:extLst>
          </p:cNvPr>
          <p:cNvSpPr/>
          <p:nvPr/>
        </p:nvSpPr>
        <p:spPr bwMode="auto">
          <a:xfrm>
            <a:off x="9519383" y="4946755"/>
            <a:ext cx="181091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700" b="1" i="0" u="none" strike="noStrike" kern="1200" cap="none" spc="300" normalizeH="0" baseline="0" noProof="0">
                <a:ln>
                  <a:noFill/>
                </a:ln>
                <a:solidFill>
                  <a:srgbClr val="5C5C5C"/>
                </a:solidFill>
                <a:effectLst/>
                <a:uLnTx/>
                <a:uFillTx/>
                <a:latin typeface="Open Sans"/>
                <a:ea typeface="Open Sans"/>
                <a:cs typeface="Arial"/>
              </a:rPr>
              <a:t>FOROS /CONECIONES</a:t>
            </a:r>
          </a:p>
        </p:txBody>
      </p:sp>
      <p:sp>
        <p:nvSpPr>
          <p:cNvPr id="112" name="Rectangle 1036">
            <a:extLst>
              <a:ext uri="{FF2B5EF4-FFF2-40B4-BE49-F238E27FC236}">
                <a16:creationId xmlns:a16="http://schemas.microsoft.com/office/drawing/2014/main" id="{162D803B-72AA-172B-2DEB-9BDAB77424C2}"/>
              </a:ext>
            </a:extLst>
          </p:cNvPr>
          <p:cNvSpPr/>
          <p:nvPr/>
        </p:nvSpPr>
        <p:spPr bwMode="auto">
          <a:xfrm>
            <a:off x="9519383" y="5154728"/>
            <a:ext cx="181091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DECISIONES CLAVE</a:t>
            </a:r>
          </a:p>
        </p:txBody>
      </p:sp>
      <p:sp>
        <p:nvSpPr>
          <p:cNvPr id="113" name="Rectangle 1037">
            <a:extLst>
              <a:ext uri="{FF2B5EF4-FFF2-40B4-BE49-F238E27FC236}">
                <a16:creationId xmlns:a16="http://schemas.microsoft.com/office/drawing/2014/main" id="{E0B79A87-18B3-4E59-8FB9-A4F4AFA2D258}"/>
              </a:ext>
            </a:extLst>
          </p:cNvPr>
          <p:cNvSpPr/>
          <p:nvPr/>
        </p:nvSpPr>
        <p:spPr bwMode="auto">
          <a:xfrm>
            <a:off x="9519383" y="5362701"/>
            <a:ext cx="181091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700" b="1" i="0" u="none" strike="noStrike" kern="1200" cap="none" spc="300" normalizeH="0" baseline="0" noProof="0">
                <a:ln>
                  <a:noFill/>
                </a:ln>
                <a:solidFill>
                  <a:srgbClr val="5C5C5C"/>
                </a:solidFill>
                <a:effectLst/>
                <a:uLnTx/>
                <a:uFillTx/>
                <a:latin typeface="Open Sans"/>
                <a:ea typeface="Open Sans"/>
                <a:cs typeface="Arial"/>
              </a:rPr>
              <a:t>RESPONSABILIDADES</a:t>
            </a:r>
          </a:p>
        </p:txBody>
      </p:sp>
      <p:sp>
        <p:nvSpPr>
          <p:cNvPr id="114" name="Rectangle 1038">
            <a:extLst>
              <a:ext uri="{FF2B5EF4-FFF2-40B4-BE49-F238E27FC236}">
                <a16:creationId xmlns:a16="http://schemas.microsoft.com/office/drawing/2014/main" id="{CD6A2270-DB89-3133-2E48-EC675A6C58F8}"/>
              </a:ext>
            </a:extLst>
          </p:cNvPr>
          <p:cNvSpPr/>
          <p:nvPr/>
        </p:nvSpPr>
        <p:spPr bwMode="auto">
          <a:xfrm>
            <a:off x="9519383" y="5570673"/>
            <a:ext cx="1810917"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INTERACCIONES</a:t>
            </a:r>
          </a:p>
        </p:txBody>
      </p:sp>
      <p:sp>
        <p:nvSpPr>
          <p:cNvPr id="115" name="Rectangle 2">
            <a:extLst>
              <a:ext uri="{FF2B5EF4-FFF2-40B4-BE49-F238E27FC236}">
                <a16:creationId xmlns:a16="http://schemas.microsoft.com/office/drawing/2014/main" id="{B1337DD6-F3BE-DCEF-6601-259820CBE6FF}"/>
              </a:ext>
            </a:extLst>
          </p:cNvPr>
          <p:cNvSpPr/>
          <p:nvPr/>
        </p:nvSpPr>
        <p:spPr bwMode="auto">
          <a:xfrm>
            <a:off x="936520" y="5051939"/>
            <a:ext cx="1795959"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CORPORATIVO OXXO</a:t>
            </a:r>
          </a:p>
        </p:txBody>
      </p:sp>
      <p:sp>
        <p:nvSpPr>
          <p:cNvPr id="116" name="Rectangle 4">
            <a:extLst>
              <a:ext uri="{FF2B5EF4-FFF2-40B4-BE49-F238E27FC236}">
                <a16:creationId xmlns:a16="http://schemas.microsoft.com/office/drawing/2014/main" id="{9FA25082-8E0B-179F-36DC-A9D6AAF8D838}"/>
              </a:ext>
            </a:extLst>
          </p:cNvPr>
          <p:cNvSpPr/>
          <p:nvPr/>
        </p:nvSpPr>
        <p:spPr bwMode="auto">
          <a:xfrm>
            <a:off x="936520" y="4834482"/>
            <a:ext cx="1795959" cy="176868"/>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FEMSA / P&amp;H</a:t>
            </a:r>
          </a:p>
        </p:txBody>
      </p:sp>
      <p:sp>
        <p:nvSpPr>
          <p:cNvPr id="117" name="Rectangle 1034">
            <a:extLst>
              <a:ext uri="{FF2B5EF4-FFF2-40B4-BE49-F238E27FC236}">
                <a16:creationId xmlns:a16="http://schemas.microsoft.com/office/drawing/2014/main" id="{E596122A-26B0-E42B-67AA-D2FC48AD597F}"/>
              </a:ext>
            </a:extLst>
          </p:cNvPr>
          <p:cNvSpPr/>
          <p:nvPr/>
        </p:nvSpPr>
        <p:spPr bwMode="auto">
          <a:xfrm>
            <a:off x="936520" y="5269396"/>
            <a:ext cx="1795959" cy="151699"/>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ZONA / CLUSTER</a:t>
            </a:r>
          </a:p>
        </p:txBody>
      </p:sp>
      <p:sp>
        <p:nvSpPr>
          <p:cNvPr id="118" name="Rectangle 3">
            <a:extLst>
              <a:ext uri="{FF2B5EF4-FFF2-40B4-BE49-F238E27FC236}">
                <a16:creationId xmlns:a16="http://schemas.microsoft.com/office/drawing/2014/main" id="{420B8C32-9A23-948A-66FA-050F5441045B}"/>
              </a:ext>
            </a:extLst>
          </p:cNvPr>
          <p:cNvSpPr/>
          <p:nvPr/>
        </p:nvSpPr>
        <p:spPr bwMode="auto">
          <a:xfrm>
            <a:off x="936520" y="5653971"/>
            <a:ext cx="878916" cy="151699"/>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PLAZA</a:t>
            </a:r>
          </a:p>
        </p:txBody>
      </p:sp>
      <p:sp>
        <p:nvSpPr>
          <p:cNvPr id="119" name="Rectangle 1033">
            <a:extLst>
              <a:ext uri="{FF2B5EF4-FFF2-40B4-BE49-F238E27FC236}">
                <a16:creationId xmlns:a16="http://schemas.microsoft.com/office/drawing/2014/main" id="{B22A2806-FB73-3A99-D373-C496DE0AAA49}"/>
              </a:ext>
            </a:extLst>
          </p:cNvPr>
          <p:cNvSpPr/>
          <p:nvPr/>
        </p:nvSpPr>
        <p:spPr bwMode="auto">
          <a:xfrm>
            <a:off x="936520" y="5461684"/>
            <a:ext cx="878916" cy="151699"/>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REGION</a:t>
            </a:r>
          </a:p>
        </p:txBody>
      </p:sp>
      <p:sp>
        <p:nvSpPr>
          <p:cNvPr id="120" name="Rectangle 1033">
            <a:extLst>
              <a:ext uri="{FF2B5EF4-FFF2-40B4-BE49-F238E27FC236}">
                <a16:creationId xmlns:a16="http://schemas.microsoft.com/office/drawing/2014/main" id="{670E34BD-A353-9533-AE4B-EEB9EFCE9B7F}"/>
              </a:ext>
            </a:extLst>
          </p:cNvPr>
          <p:cNvSpPr/>
          <p:nvPr/>
        </p:nvSpPr>
        <p:spPr bwMode="auto">
          <a:xfrm>
            <a:off x="1853563" y="5461684"/>
            <a:ext cx="878916" cy="343986"/>
          </a:xfrm>
          <a:prstGeom prst="rect">
            <a:avLst/>
          </a:prstGeom>
          <a:solidFill>
            <a:srgbClr val="D6D6D6"/>
          </a:solidFill>
          <a:ln w="9525" cap="flat" cmpd="sng" algn="ctr">
            <a:solidFill>
              <a:srgbClr val="B4B4B4"/>
            </a:solid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n-US" sz="800" b="1" i="0" u="none" strike="noStrike" kern="1200" cap="none" spc="300" normalizeH="0" baseline="0" noProof="0">
                <a:ln>
                  <a:noFill/>
                </a:ln>
                <a:solidFill>
                  <a:srgbClr val="5C5C5C"/>
                </a:solidFill>
                <a:effectLst/>
                <a:uLnTx/>
                <a:uFillTx/>
                <a:latin typeface="Open Sans"/>
                <a:ea typeface="Open Sans"/>
                <a:cs typeface="Arial"/>
              </a:rPr>
              <a:t>CEDIS / CT</a:t>
            </a:r>
          </a:p>
        </p:txBody>
      </p:sp>
      <p:sp>
        <p:nvSpPr>
          <p:cNvPr id="141" name="Rectángulo 140">
            <a:extLst>
              <a:ext uri="{FF2B5EF4-FFF2-40B4-BE49-F238E27FC236}">
                <a16:creationId xmlns:a16="http://schemas.microsoft.com/office/drawing/2014/main" id="{8C821ACB-7AD0-3C3F-0A2E-C0FC1CACCAAC}"/>
              </a:ext>
            </a:extLst>
          </p:cNvPr>
          <p:cNvSpPr/>
          <p:nvPr/>
        </p:nvSpPr>
        <p:spPr>
          <a:xfrm>
            <a:off x="0" y="1065224"/>
            <a:ext cx="12192000" cy="5815636"/>
          </a:xfrm>
          <a:prstGeom prst="rect">
            <a:avLst/>
          </a:pr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grpSp>
        <p:nvGrpSpPr>
          <p:cNvPr id="140" name="Grupo 139">
            <a:extLst>
              <a:ext uri="{FF2B5EF4-FFF2-40B4-BE49-F238E27FC236}">
                <a16:creationId xmlns:a16="http://schemas.microsoft.com/office/drawing/2014/main" id="{683D45E2-69C3-C319-0B78-12EDFA89C44D}"/>
              </a:ext>
            </a:extLst>
          </p:cNvPr>
          <p:cNvGrpSpPr/>
          <p:nvPr/>
        </p:nvGrpSpPr>
        <p:grpSpPr>
          <a:xfrm>
            <a:off x="0" y="2388115"/>
            <a:ext cx="12192000" cy="3166296"/>
            <a:chOff x="0" y="2388115"/>
            <a:chExt cx="12192000" cy="3166296"/>
          </a:xfrm>
        </p:grpSpPr>
        <p:grpSp>
          <p:nvGrpSpPr>
            <p:cNvPr id="122" name="btfpColumnIndicatorGroup2">
              <a:extLst>
                <a:ext uri="{FF2B5EF4-FFF2-40B4-BE49-F238E27FC236}">
                  <a16:creationId xmlns:a16="http://schemas.microsoft.com/office/drawing/2014/main" id="{BA3CE7D1-4E33-0D0F-0963-EB6B7923228D}"/>
                </a:ext>
              </a:extLst>
            </p:cNvPr>
            <p:cNvGrpSpPr/>
            <p:nvPr>
              <p:custDataLst>
                <p:tags r:id="rId2"/>
              </p:custDataLst>
            </p:nvPr>
          </p:nvGrpSpPr>
          <p:grpSpPr>
            <a:xfrm>
              <a:off x="0" y="5417251"/>
              <a:ext cx="12192000" cy="137160"/>
              <a:chOff x="0" y="6926580"/>
              <a:chExt cx="12192000" cy="137160"/>
            </a:xfrm>
          </p:grpSpPr>
          <p:sp>
            <p:nvSpPr>
              <p:cNvPr id="123" name="btfpColumnGapBlocker347912">
                <a:extLst>
                  <a:ext uri="{FF2B5EF4-FFF2-40B4-BE49-F238E27FC236}">
                    <a16:creationId xmlns:a16="http://schemas.microsoft.com/office/drawing/2014/main" id="{F1A6A9F7-4702-C699-46CF-CEBD8AEFAA65}"/>
                  </a:ext>
                </a:extLst>
              </p:cNvPr>
              <p:cNvSpPr/>
              <p:nvPr>
                <p:custDataLst>
                  <p:tags r:id="rId13"/>
                </p:custDataLst>
              </p:nvPr>
            </p:nvSpPr>
            <p:spPr bwMode="auto">
              <a:xfrm>
                <a:off x="11861800" y="6926580"/>
                <a:ext cx="3302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sp>
            <p:nvSpPr>
              <p:cNvPr id="124" name="btfpColumnGapBlocker117571">
                <a:extLst>
                  <a:ext uri="{FF2B5EF4-FFF2-40B4-BE49-F238E27FC236}">
                    <a16:creationId xmlns:a16="http://schemas.microsoft.com/office/drawing/2014/main" id="{840C7F32-F7AF-EFCE-8AB1-5FD9CB4EF4A6}"/>
                  </a:ext>
                </a:extLst>
              </p:cNvPr>
              <p:cNvSpPr/>
              <p:nvPr>
                <p:custDataLst>
                  <p:tags r:id="rId14"/>
                </p:custDataLst>
              </p:nvPr>
            </p:nvSpPr>
            <p:spPr bwMode="auto">
              <a:xfrm>
                <a:off x="5829300" y="6926580"/>
                <a:ext cx="5334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125" name="btfpColumnIndicator219476">
                <a:extLst>
                  <a:ext uri="{FF2B5EF4-FFF2-40B4-BE49-F238E27FC236}">
                    <a16:creationId xmlns:a16="http://schemas.microsoft.com/office/drawing/2014/main" id="{4169880F-4E69-55BE-20B2-F306B34CB7E0}"/>
                  </a:ext>
                </a:extLst>
              </p:cNvPr>
              <p:cNvCxnSpPr/>
              <p:nvPr>
                <p:custDataLst>
                  <p:tags r:id="rId15"/>
                </p:custDataLst>
              </p:nvPr>
            </p:nvCxnSpPr>
            <p:spPr bwMode="auto">
              <a:xfrm flipH="1" flipV="1">
                <a:off x="118618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126" name="btfpColumnIndicator676053">
                <a:extLst>
                  <a:ext uri="{FF2B5EF4-FFF2-40B4-BE49-F238E27FC236}">
                    <a16:creationId xmlns:a16="http://schemas.microsoft.com/office/drawing/2014/main" id="{431A3C9E-436C-B52A-98E3-C07D22A55686}"/>
                  </a:ext>
                </a:extLst>
              </p:cNvPr>
              <p:cNvCxnSpPr/>
              <p:nvPr>
                <p:custDataLst>
                  <p:tags r:id="rId16"/>
                </p:custDataLst>
              </p:nvPr>
            </p:nvCxnSpPr>
            <p:spPr bwMode="auto">
              <a:xfrm flipH="1" flipV="1">
                <a:off x="63627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sp>
            <p:nvSpPr>
              <p:cNvPr id="127" name="btfpColumnGapBlocker434925">
                <a:extLst>
                  <a:ext uri="{FF2B5EF4-FFF2-40B4-BE49-F238E27FC236}">
                    <a16:creationId xmlns:a16="http://schemas.microsoft.com/office/drawing/2014/main" id="{AC8102E3-F38C-E606-6C82-4648A39F40FA}"/>
                  </a:ext>
                </a:extLst>
              </p:cNvPr>
              <p:cNvSpPr/>
              <p:nvPr>
                <p:custDataLst>
                  <p:tags r:id="rId17"/>
                </p:custDataLst>
              </p:nvPr>
            </p:nvSpPr>
            <p:spPr bwMode="auto">
              <a:xfrm>
                <a:off x="0" y="6926580"/>
                <a:ext cx="330200" cy="137160"/>
              </a:xfrm>
              <a:prstGeom prst="rect">
                <a:avLst/>
              </a:prstGeom>
              <a:pattFill prst="ltUpDiag">
                <a:fgClr>
                  <a:srgbClr val="333333">
                    <a:alpha val="25000"/>
                  </a:srgbClr>
                </a:fgClr>
                <a:bgClr>
                  <a:srgbClr val="FFFFFF">
                    <a:alpha val="25000"/>
                  </a:srgbClr>
                </a:bgClr>
              </a:patt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000000"/>
                  </a:solidFill>
                  <a:effectLst/>
                  <a:uLnTx/>
                  <a:uFillTx/>
                  <a:latin typeface="Open Sans"/>
                  <a:ea typeface="Open Sans"/>
                  <a:cs typeface="Arial"/>
                </a:endParaRPr>
              </a:p>
            </p:txBody>
          </p:sp>
          <p:cxnSp>
            <p:nvCxnSpPr>
              <p:cNvPr id="128" name="btfpColumnIndicator578020">
                <a:extLst>
                  <a:ext uri="{FF2B5EF4-FFF2-40B4-BE49-F238E27FC236}">
                    <a16:creationId xmlns:a16="http://schemas.microsoft.com/office/drawing/2014/main" id="{B96B4223-BDE9-33C2-502F-DB6F5362AE4F}"/>
                  </a:ext>
                </a:extLst>
              </p:cNvPr>
              <p:cNvCxnSpPr/>
              <p:nvPr>
                <p:custDataLst>
                  <p:tags r:id="rId18"/>
                </p:custDataLst>
              </p:nvPr>
            </p:nvCxnSpPr>
            <p:spPr bwMode="auto">
              <a:xfrm flipH="1" flipV="1">
                <a:off x="58293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cxnSp>
            <p:nvCxnSpPr>
              <p:cNvPr id="129" name="btfpColumnIndicator720107">
                <a:extLst>
                  <a:ext uri="{FF2B5EF4-FFF2-40B4-BE49-F238E27FC236}">
                    <a16:creationId xmlns:a16="http://schemas.microsoft.com/office/drawing/2014/main" id="{711912C1-3038-E558-F5E7-159F1BD9A405}"/>
                  </a:ext>
                </a:extLst>
              </p:cNvPr>
              <p:cNvCxnSpPr/>
              <p:nvPr>
                <p:custDataLst>
                  <p:tags r:id="rId19"/>
                </p:custDataLst>
              </p:nvPr>
            </p:nvCxnSpPr>
            <p:spPr bwMode="auto">
              <a:xfrm flipH="1" flipV="1">
                <a:off x="330200" y="6926580"/>
                <a:ext cx="0" cy="137160"/>
              </a:xfrm>
              <a:prstGeom prst="line">
                <a:avLst/>
              </a:prstGeom>
              <a:solidFill>
                <a:schemeClr val="accent1"/>
              </a:solidFill>
              <a:ln w="3175" cap="flat" cmpd="sng" algn="ctr">
                <a:solidFill>
                  <a:srgbClr val="B4B4B4">
                    <a:alpha val="25000"/>
                  </a:srgbClr>
                </a:solidFill>
                <a:prstDash val="solid"/>
                <a:round/>
                <a:headEnd type="none" w="med" len="med"/>
                <a:tailEnd type="none" w="med" len="med"/>
              </a:ln>
              <a:effectLst/>
            </p:spPr>
          </p:cxnSp>
        </p:grpSp>
        <p:sp>
          <p:nvSpPr>
            <p:cNvPr id="130" name="Rectangle 43">
              <a:extLst>
                <a:ext uri="{FF2B5EF4-FFF2-40B4-BE49-F238E27FC236}">
                  <a16:creationId xmlns:a16="http://schemas.microsoft.com/office/drawing/2014/main" id="{A0309CFB-ED6C-0AD3-3705-F2C29DA95637}"/>
                </a:ext>
              </a:extLst>
            </p:cNvPr>
            <p:cNvSpPr/>
            <p:nvPr>
              <p:custDataLst>
                <p:tags r:id="rId3"/>
              </p:custDataLst>
            </p:nvPr>
          </p:nvSpPr>
          <p:spPr bwMode="auto">
            <a:xfrm>
              <a:off x="0" y="2388115"/>
              <a:ext cx="12192000" cy="2968508"/>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Open Sans"/>
                <a:ea typeface="Open Sans"/>
                <a:cs typeface="Arial"/>
              </a:endParaRPr>
            </a:p>
          </p:txBody>
        </p:sp>
        <p:sp>
          <p:nvSpPr>
            <p:cNvPr id="131" name="Rectangle 44">
              <a:extLst>
                <a:ext uri="{FF2B5EF4-FFF2-40B4-BE49-F238E27FC236}">
                  <a16:creationId xmlns:a16="http://schemas.microsoft.com/office/drawing/2014/main" id="{E867C3AD-DA9E-A589-1293-DD17572C4FC0}"/>
                </a:ext>
              </a:extLst>
            </p:cNvPr>
            <p:cNvSpPr/>
            <p:nvPr>
              <p:custDataLst>
                <p:tags r:id="rId4"/>
              </p:custDataLst>
            </p:nvPr>
          </p:nvSpPr>
          <p:spPr bwMode="auto">
            <a:xfrm>
              <a:off x="482138" y="2987407"/>
              <a:ext cx="11582862" cy="2219428"/>
            </a:xfrm>
            <a:prstGeom prst="rect">
              <a:avLst/>
            </a:prstGeom>
            <a:noFill/>
            <a:ln w="9525" cap="flat" cmpd="sng" algn="ctr">
              <a:no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Lst>
          </p:spPr>
          <p:txBody>
            <a:bodyPr wrap="square" lIns="18288" tIns="27432" rIns="0" bIns="0" rtlCol="0">
              <a:noAutofit/>
            </a:bodyPr>
            <a:lstStyle/>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ES" sz="1200" b="1" i="0" u="sng" strike="noStrike" kern="1200" cap="none" spc="0" normalizeH="0" baseline="0" noProof="0">
                  <a:ln>
                    <a:noFill/>
                  </a:ln>
                  <a:solidFill>
                    <a:srgbClr val="FFFFFF"/>
                  </a:solidFill>
                  <a:effectLst/>
                  <a:uLnTx/>
                  <a:uFillTx/>
                  <a:latin typeface="Open Sans"/>
                  <a:ea typeface="Open Sans"/>
                  <a:cs typeface="Arial"/>
                </a:rPr>
                <a:t>Cambio organizacional con enfoque al </a:t>
              </a:r>
              <a:r>
                <a:rPr kumimoji="0" lang="es-ES" sz="1200" b="1" u="sng" strike="noStrike" kern="1200" cap="none" spc="0" normalizeH="0" baseline="0" noProof="0">
                  <a:ln>
                    <a:noFill/>
                  </a:ln>
                  <a:solidFill>
                    <a:srgbClr val="FFFFFF"/>
                  </a:solidFill>
                  <a:effectLst/>
                  <a:uLnTx/>
                  <a:uFillTx/>
                  <a:latin typeface="Open Sans"/>
                  <a:ea typeface="Open Sans"/>
                  <a:cs typeface="Arial"/>
                </a:rPr>
                <a:t>crecimiento </a:t>
              </a:r>
              <a:r>
                <a:rPr kumimoji="0" lang="es-ES" sz="1200" b="1" i="1" u="sng" strike="noStrike" kern="1200" cap="none" spc="0" normalizeH="0" baseline="0" noProof="0" err="1">
                  <a:ln>
                    <a:noFill/>
                  </a:ln>
                  <a:solidFill>
                    <a:srgbClr val="FFFFFF"/>
                  </a:solidFill>
                  <a:effectLst/>
                  <a:uLnTx/>
                  <a:uFillTx/>
                  <a:latin typeface="Open Sans"/>
                  <a:ea typeface="Open Sans"/>
                  <a:cs typeface="Arial"/>
                </a:rPr>
                <a:t>core</a:t>
              </a:r>
              <a:r>
                <a:rPr kumimoji="0" lang="es-ES" sz="1200" b="1" i="1" u="sng" strike="noStrike" kern="1200" cap="none" spc="0" normalizeH="0" baseline="0" noProof="0">
                  <a:ln>
                    <a:noFill/>
                  </a:ln>
                  <a:solidFill>
                    <a:srgbClr val="FFFFFF"/>
                  </a:solidFill>
                  <a:effectLst/>
                  <a:uLnTx/>
                  <a:uFillTx/>
                  <a:latin typeface="Open Sans"/>
                  <a:ea typeface="Open Sans"/>
                  <a:cs typeface="Arial"/>
                </a:rPr>
                <a:t> </a:t>
              </a:r>
              <a:r>
                <a:rPr kumimoji="0" lang="es-ES" sz="1200" b="1" u="sng" strike="noStrike" kern="1200" cap="none" spc="0" normalizeH="0" baseline="0" noProof="0">
                  <a:ln>
                    <a:noFill/>
                  </a:ln>
                  <a:solidFill>
                    <a:srgbClr val="FFFFFF"/>
                  </a:solidFill>
                  <a:effectLst/>
                  <a:uLnTx/>
                  <a:uFillTx/>
                  <a:latin typeface="Open Sans"/>
                  <a:ea typeface="Open Sans"/>
                  <a:cs typeface="Arial"/>
                </a:rPr>
                <a:t>de negocio,</a:t>
              </a:r>
              <a:r>
                <a:rPr kumimoji="0" lang="es-ES" sz="1200" b="1" strike="noStrike" kern="1200" cap="none" spc="0" normalizeH="0" baseline="0" noProof="0">
                  <a:ln>
                    <a:noFill/>
                  </a:ln>
                  <a:solidFill>
                    <a:srgbClr val="FFFFFF"/>
                  </a:solidFill>
                  <a:effectLst/>
                  <a:uLnTx/>
                  <a:uFillTx/>
                  <a:latin typeface="Open Sans"/>
                  <a:ea typeface="Open Sans"/>
                  <a:cs typeface="Arial"/>
                </a:rPr>
                <a:t> mediante tres misiones estratégicas: Impulso, Reposición Diaria y </a:t>
              </a:r>
              <a:r>
                <a:rPr kumimoji="0" lang="es-ES" sz="1200" b="1" strike="noStrike" kern="1200" cap="none" spc="0" normalizeH="0" baseline="0" noProof="0" err="1">
                  <a:ln>
                    <a:noFill/>
                  </a:ln>
                  <a:solidFill>
                    <a:srgbClr val="FFFFFF"/>
                  </a:solidFill>
                  <a:effectLst/>
                  <a:uLnTx/>
                  <a:uFillTx/>
                  <a:latin typeface="Open Sans"/>
                  <a:ea typeface="Open Sans"/>
                  <a:cs typeface="Arial"/>
                </a:rPr>
                <a:t>Foodvenience</a:t>
              </a:r>
              <a:r>
                <a:rPr lang="es-ES" sz="1200" b="1">
                  <a:solidFill>
                    <a:srgbClr val="FFFFFF"/>
                  </a:solidFill>
                  <a:latin typeface="Open Sans"/>
                  <a:ea typeface="Open Sans"/>
                  <a:cs typeface="Arial"/>
                </a:rPr>
                <a:t>, reenfocando nuestra estrategia comercial. </a:t>
              </a:r>
              <a:endParaRPr kumimoji="0" lang="es-ES" sz="1200" b="1" i="0" u="sng" strike="noStrike" kern="1200" cap="none" spc="0" normalizeH="0" baseline="0" noProof="0">
                <a:ln>
                  <a:noFill/>
                </a:ln>
                <a:solidFill>
                  <a:srgbClr val="FFFFFF"/>
                </a:solidFill>
                <a:effectLst/>
                <a:uLnTx/>
                <a:uFillTx/>
                <a:latin typeface="Open Sans"/>
                <a:ea typeface="Open Sans"/>
                <a:cs typeface="Arial"/>
              </a:endParaRP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a:ln>
                    <a:noFill/>
                  </a:ln>
                  <a:solidFill>
                    <a:srgbClr val="FFFFFF"/>
                  </a:solidFill>
                  <a:effectLst/>
                  <a:uLnTx/>
                  <a:uFillTx/>
                  <a:latin typeface="Open Sans"/>
                  <a:ea typeface="Open Sans"/>
                  <a:cs typeface="Arial"/>
                </a:rPr>
                <a:t>Evolución de la plataforma de </a:t>
              </a:r>
              <a:r>
                <a:rPr kumimoji="0" lang="es-MX" sz="1200" b="1" i="0" u="sng" strike="noStrike" kern="1200" cap="none" spc="0" normalizeH="0" baseline="0" noProof="0" err="1">
                  <a:ln>
                    <a:noFill/>
                  </a:ln>
                  <a:solidFill>
                    <a:srgbClr val="FFFFFF"/>
                  </a:solidFill>
                  <a:effectLst/>
                  <a:uLnTx/>
                  <a:uFillTx/>
                  <a:latin typeface="Open Sans"/>
                  <a:ea typeface="Open Sans"/>
                  <a:cs typeface="Arial"/>
                </a:rPr>
                <a:t>Customer</a:t>
              </a:r>
              <a:r>
                <a:rPr kumimoji="0" lang="es-MX" sz="1200" b="1" i="0" u="sng" strike="noStrike" kern="1200" cap="none" spc="0" normalizeH="0" baseline="0" noProof="0">
                  <a:ln>
                    <a:noFill/>
                  </a:ln>
                  <a:solidFill>
                    <a:srgbClr val="FFFFFF"/>
                  </a:solidFill>
                  <a:effectLst/>
                  <a:uLnTx/>
                  <a:uFillTx/>
                  <a:latin typeface="Open Sans"/>
                  <a:ea typeface="Open Sans"/>
                  <a:cs typeface="Arial"/>
                </a:rPr>
                <a:t> &amp; </a:t>
              </a:r>
              <a:r>
                <a:rPr kumimoji="0" lang="es-MX" sz="1200" b="1" i="0" u="sng" strike="noStrike" kern="1200" cap="none" spc="0" normalizeH="0" baseline="0" noProof="0" err="1">
                  <a:ln>
                    <a:noFill/>
                  </a:ln>
                  <a:solidFill>
                    <a:srgbClr val="FFFFFF"/>
                  </a:solidFill>
                  <a:effectLst/>
                  <a:uLnTx/>
                  <a:uFillTx/>
                  <a:latin typeface="Open Sans"/>
                  <a:ea typeface="Open Sans"/>
                  <a:cs typeface="Arial"/>
                </a:rPr>
                <a:t>Mkt</a:t>
              </a:r>
              <a:r>
                <a:rPr kumimoji="0" lang="es-MX" sz="1200" b="1" i="0" strike="noStrike" kern="1200" cap="none" spc="0" normalizeH="0" baseline="0" noProof="0">
                  <a:ln>
                    <a:noFill/>
                  </a:ln>
                  <a:solidFill>
                    <a:srgbClr val="FFFFFF"/>
                  </a:solidFill>
                  <a:effectLst/>
                  <a:uLnTx/>
                  <a:uFillTx/>
                  <a:latin typeface="Open Sans"/>
                  <a:ea typeface="Open Sans"/>
                  <a:cs typeface="Arial"/>
                </a:rPr>
                <a:t> con autonomía en </a:t>
              </a:r>
              <a:r>
                <a:rPr lang="es-MX" sz="1200" b="1">
                  <a:solidFill>
                    <a:srgbClr val="FFFFFF"/>
                  </a:solidFill>
                  <a:latin typeface="Open Sans"/>
                  <a:ea typeface="Open Sans"/>
                  <a:cs typeface="Arial"/>
                </a:rPr>
                <a:t>la definición del</a:t>
              </a:r>
              <a:r>
                <a:rPr kumimoji="0" lang="es-MX" sz="1200" b="1" i="0" strike="noStrike" kern="1200" cap="none" spc="0" normalizeH="0" baseline="0" noProof="0">
                  <a:ln>
                    <a:noFill/>
                  </a:ln>
                  <a:solidFill>
                    <a:srgbClr val="FFFFFF"/>
                  </a:solidFill>
                  <a:effectLst/>
                  <a:uLnTx/>
                  <a:uFillTx/>
                  <a:latin typeface="Open Sans"/>
                  <a:ea typeface="Open Sans"/>
                  <a:cs typeface="Arial"/>
                </a:rPr>
                <a:t> </a:t>
              </a:r>
              <a:r>
                <a:rPr kumimoji="0" lang="es-MX" sz="1200" b="1" i="0" strike="noStrike" kern="1200" cap="none" spc="0" normalizeH="0" baseline="0" noProof="0" err="1">
                  <a:ln>
                    <a:noFill/>
                  </a:ln>
                  <a:solidFill>
                    <a:srgbClr val="FFFFFF"/>
                  </a:solidFill>
                  <a:effectLst/>
                  <a:uLnTx/>
                  <a:uFillTx/>
                  <a:latin typeface="Open Sans"/>
                  <a:ea typeface="Open Sans"/>
                  <a:cs typeface="Arial"/>
                </a:rPr>
                <a:t>Customer</a:t>
              </a:r>
              <a:r>
                <a:rPr kumimoji="0" lang="es-MX" sz="1200" b="1" i="0" strike="noStrike" kern="1200" cap="none" spc="0" normalizeH="0" baseline="0" noProof="0">
                  <a:ln>
                    <a:noFill/>
                  </a:ln>
                  <a:solidFill>
                    <a:srgbClr val="FFFFFF"/>
                  </a:solidFill>
                  <a:effectLst/>
                  <a:uLnTx/>
                  <a:uFillTx/>
                  <a:latin typeface="Open Sans"/>
                  <a:ea typeface="Open Sans"/>
                  <a:cs typeface="Arial"/>
                </a:rPr>
                <a:t> </a:t>
              </a:r>
              <a:r>
                <a:rPr kumimoji="0" lang="es-MX" sz="1200" b="1" i="0" strike="noStrike" kern="1200" cap="none" spc="0" normalizeH="0" baseline="0" noProof="0" err="1">
                  <a:ln>
                    <a:noFill/>
                  </a:ln>
                  <a:solidFill>
                    <a:srgbClr val="FFFFFF"/>
                  </a:solidFill>
                  <a:effectLst/>
                  <a:uLnTx/>
                  <a:uFillTx/>
                  <a:latin typeface="Open Sans"/>
                  <a:ea typeface="Open Sans"/>
                  <a:cs typeface="Arial"/>
                </a:rPr>
                <a:t>Value</a:t>
              </a:r>
              <a:r>
                <a:rPr kumimoji="0" lang="es-MX" sz="1200" b="1" i="0" strike="noStrike" kern="1200" cap="none" spc="0" normalizeH="0" baseline="0" noProof="0">
                  <a:ln>
                    <a:noFill/>
                  </a:ln>
                  <a:solidFill>
                    <a:srgbClr val="FFFFFF"/>
                  </a:solidFill>
                  <a:effectLst/>
                  <a:uLnTx/>
                  <a:uFillTx/>
                  <a:latin typeface="Open Sans"/>
                  <a:ea typeface="Open Sans"/>
                  <a:cs typeface="Arial"/>
                </a:rPr>
                <a:t> </a:t>
              </a:r>
              <a:r>
                <a:rPr kumimoji="0" lang="es-MX" sz="1200" b="1" i="0" strike="noStrike" kern="1200" cap="none" spc="0" normalizeH="0" baseline="0" noProof="0" err="1">
                  <a:ln>
                    <a:noFill/>
                  </a:ln>
                  <a:solidFill>
                    <a:srgbClr val="FFFFFF"/>
                  </a:solidFill>
                  <a:effectLst/>
                  <a:uLnTx/>
                  <a:uFillTx/>
                  <a:latin typeface="Open Sans"/>
                  <a:ea typeface="Open Sans"/>
                  <a:cs typeface="Arial"/>
                </a:rPr>
                <a:t>Proposition</a:t>
              </a:r>
              <a:r>
                <a:rPr kumimoji="0" lang="es-MX" sz="1200" b="1" i="0" strike="noStrike" kern="1200" cap="none" spc="0" normalizeH="0" baseline="0" noProof="0">
                  <a:ln>
                    <a:noFill/>
                  </a:ln>
                  <a:solidFill>
                    <a:srgbClr val="FFFFFF"/>
                  </a:solidFill>
                  <a:effectLst/>
                  <a:uLnTx/>
                  <a:uFillTx/>
                  <a:latin typeface="Open Sans"/>
                  <a:ea typeface="Open Sans"/>
                  <a:cs typeface="Arial"/>
                </a:rPr>
                <a:t> e integración del área de Marketing.</a:t>
              </a: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a:ln>
                    <a:noFill/>
                  </a:ln>
                  <a:solidFill>
                    <a:srgbClr val="FFFFFF"/>
                  </a:solidFill>
                  <a:effectLst/>
                  <a:uLnTx/>
                  <a:uFillTx/>
                  <a:latin typeface="Open Sans"/>
                  <a:ea typeface="Open Sans"/>
                  <a:cs typeface="Arial"/>
                </a:rPr>
                <a:t>Integración de Expansión</a:t>
              </a:r>
              <a:r>
                <a:rPr kumimoji="0" lang="es-MX" sz="1200" b="1" i="0" strike="noStrike" kern="1200" cap="none" spc="0" normalizeH="0" baseline="0" noProof="0">
                  <a:ln>
                    <a:noFill/>
                  </a:ln>
                  <a:solidFill>
                    <a:srgbClr val="FFFFFF"/>
                  </a:solidFill>
                  <a:effectLst/>
                  <a:uLnTx/>
                  <a:uFillTx/>
                  <a:latin typeface="Open Sans"/>
                  <a:ea typeface="Open Sans"/>
                  <a:cs typeface="Arial"/>
                </a:rPr>
                <a:t> dentro de la plataforma de Operaciones.</a:t>
              </a:r>
              <a:endParaRPr kumimoji="0" lang="en-US" sz="1200" b="1" i="0" strike="noStrike" kern="1200" cap="none" spc="0" normalizeH="0" baseline="0" noProof="0">
                <a:ln>
                  <a:noFill/>
                </a:ln>
                <a:solidFill>
                  <a:srgbClr val="FFFFFF"/>
                </a:solidFill>
                <a:effectLst/>
                <a:uLnTx/>
                <a:uFillTx/>
                <a:latin typeface="Open Sans"/>
                <a:ea typeface="Open Sans"/>
                <a:cs typeface="Arial"/>
              </a:endParaRP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a:ln>
                    <a:noFill/>
                  </a:ln>
                  <a:solidFill>
                    <a:srgbClr val="FFFFFF"/>
                  </a:solidFill>
                  <a:effectLst/>
                  <a:uLnTx/>
                  <a:uFillTx/>
                  <a:latin typeface="Open Sans"/>
                  <a:ea typeface="Open Sans"/>
                  <a:cs typeface="Arial"/>
                </a:rPr>
                <a:t>Creación de un área independiente de Excelencia Operativa</a:t>
              </a:r>
              <a:r>
                <a:rPr kumimoji="0" lang="es-MX" sz="1200" b="1" i="0" strike="noStrike" kern="1200" cap="none" spc="0" normalizeH="0" baseline="0" noProof="0">
                  <a:ln>
                    <a:noFill/>
                  </a:ln>
                  <a:solidFill>
                    <a:srgbClr val="FFFFFF"/>
                  </a:solidFill>
                  <a:effectLst/>
                  <a:uLnTx/>
                  <a:uFillTx/>
                  <a:latin typeface="Open Sans"/>
                  <a:ea typeface="Open Sans"/>
                  <a:cs typeface="Arial"/>
                </a:rPr>
                <a:t>, responsable del modelo de madurez de procesos </a:t>
              </a:r>
              <a:r>
                <a:rPr kumimoji="0" lang="es-MX" sz="1200" b="1" i="1" strike="noStrike" kern="1200" cap="none" spc="0" normalizeH="0" baseline="0" noProof="0" err="1">
                  <a:ln>
                    <a:noFill/>
                  </a:ln>
                  <a:solidFill>
                    <a:srgbClr val="FFFFFF"/>
                  </a:solidFill>
                  <a:effectLst/>
                  <a:uLnTx/>
                  <a:uFillTx/>
                  <a:latin typeface="Open Sans"/>
                  <a:ea typeface="Open Sans"/>
                  <a:cs typeface="Arial"/>
                </a:rPr>
                <a:t>end</a:t>
              </a:r>
              <a:r>
                <a:rPr kumimoji="0" lang="es-MX" sz="1200" b="1" i="1" strike="noStrike" kern="1200" cap="none" spc="0" normalizeH="0" baseline="0" noProof="0">
                  <a:ln>
                    <a:noFill/>
                  </a:ln>
                  <a:solidFill>
                    <a:srgbClr val="FFFFFF"/>
                  </a:solidFill>
                  <a:effectLst/>
                  <a:uLnTx/>
                  <a:uFillTx/>
                  <a:latin typeface="Open Sans"/>
                  <a:ea typeface="Open Sans"/>
                  <a:cs typeface="Arial"/>
                </a:rPr>
                <a:t>-to-</a:t>
              </a:r>
              <a:r>
                <a:rPr kumimoji="0" lang="es-MX" sz="1200" b="1" i="1" strike="noStrike" kern="1200" cap="none" spc="0" normalizeH="0" baseline="0" noProof="0" err="1">
                  <a:ln>
                    <a:noFill/>
                  </a:ln>
                  <a:solidFill>
                    <a:srgbClr val="FFFFFF"/>
                  </a:solidFill>
                  <a:effectLst/>
                  <a:uLnTx/>
                  <a:uFillTx/>
                  <a:latin typeface="Open Sans"/>
                  <a:ea typeface="Open Sans"/>
                  <a:cs typeface="Arial"/>
                </a:rPr>
                <a:t>end</a:t>
              </a:r>
              <a:r>
                <a:rPr kumimoji="0" lang="es-MX" sz="1200" b="1" i="0" strike="noStrike" kern="1200" cap="none" spc="0" normalizeH="0" baseline="0" noProof="0">
                  <a:ln>
                    <a:noFill/>
                  </a:ln>
                  <a:solidFill>
                    <a:srgbClr val="FFFFFF"/>
                  </a:solidFill>
                  <a:effectLst/>
                  <a:uLnTx/>
                  <a:uFillTx/>
                  <a:latin typeface="Open Sans"/>
                  <a:ea typeface="Open Sans"/>
                  <a:cs typeface="Arial"/>
                </a:rPr>
                <a:t> y del mapeo y diseño de procesos de operación en tienda.</a:t>
              </a:r>
              <a:endParaRPr kumimoji="0" lang="en-US" sz="1200" b="1" i="0" strike="noStrike" kern="1200" cap="none" spc="0" normalizeH="0" baseline="0" noProof="0">
                <a:ln>
                  <a:noFill/>
                </a:ln>
                <a:solidFill>
                  <a:srgbClr val="FFFFFF"/>
                </a:solidFill>
                <a:effectLst/>
                <a:uLnTx/>
                <a:uFillTx/>
                <a:latin typeface="Open Sans"/>
                <a:ea typeface="Open Sans"/>
                <a:cs typeface="Arial"/>
              </a:endParaRP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a:ln>
                    <a:noFill/>
                  </a:ln>
                  <a:solidFill>
                    <a:srgbClr val="FFFFFF"/>
                  </a:solidFill>
                  <a:effectLst/>
                  <a:uLnTx/>
                  <a:uFillTx/>
                  <a:latin typeface="Open Sans"/>
                  <a:ea typeface="Open Sans"/>
                  <a:cs typeface="Arial"/>
                </a:rPr>
                <a:t>Evolución de Estrategia y Transformación,</a:t>
              </a:r>
              <a:r>
                <a:rPr kumimoji="0" lang="es-MX" sz="1200" b="1" i="0" strike="noStrike" kern="1200" cap="none" spc="0" normalizeH="0" baseline="0" noProof="0">
                  <a:ln>
                    <a:noFill/>
                  </a:ln>
                  <a:solidFill>
                    <a:srgbClr val="FFFFFF"/>
                  </a:solidFill>
                  <a:effectLst/>
                  <a:uLnTx/>
                  <a:uFillTx/>
                  <a:latin typeface="Open Sans"/>
                  <a:ea typeface="Open Sans"/>
                  <a:cs typeface="Arial"/>
                </a:rPr>
                <a:t> para orquestar y monitorear la implementación de los cambios estratégicos en la organización y asegurar que las iniciativas prioritarias alcancen su potencial mediante la gestión de la </a:t>
              </a:r>
              <a:r>
                <a:rPr kumimoji="0" lang="es-MX" sz="1200" b="1" i="1" strike="noStrike" kern="1200" cap="none" spc="0" normalizeH="0" baseline="0" noProof="0" err="1">
                  <a:ln>
                    <a:noFill/>
                  </a:ln>
                  <a:solidFill>
                    <a:srgbClr val="FFFFFF"/>
                  </a:solidFill>
                  <a:effectLst/>
                  <a:uLnTx/>
                  <a:uFillTx/>
                  <a:latin typeface="Open Sans"/>
                  <a:ea typeface="Open Sans"/>
                  <a:cs typeface="Arial"/>
                </a:rPr>
                <a:t>Value</a:t>
              </a:r>
              <a:r>
                <a:rPr kumimoji="0" lang="es-MX" sz="1200" b="1" i="1" strike="noStrike" kern="1200" cap="none" spc="0" normalizeH="0" baseline="0" noProof="0">
                  <a:ln>
                    <a:noFill/>
                  </a:ln>
                  <a:solidFill>
                    <a:srgbClr val="FFFFFF"/>
                  </a:solidFill>
                  <a:effectLst/>
                  <a:uLnTx/>
                  <a:uFillTx/>
                  <a:latin typeface="Open Sans"/>
                  <a:ea typeface="Open Sans"/>
                  <a:cs typeface="Arial"/>
                </a:rPr>
                <a:t> Management Office</a:t>
              </a:r>
              <a:r>
                <a:rPr kumimoji="0" lang="es-MX" sz="1200" b="1" i="0" strike="noStrike" kern="1200" cap="none" spc="0" normalizeH="0" baseline="0" noProof="0">
                  <a:ln>
                    <a:noFill/>
                  </a:ln>
                  <a:solidFill>
                    <a:srgbClr val="FFFFFF"/>
                  </a:solidFill>
                  <a:effectLst/>
                  <a:uLnTx/>
                  <a:uFillTx/>
                  <a:latin typeface="Open Sans"/>
                  <a:ea typeface="Open Sans"/>
                  <a:cs typeface="Arial"/>
                </a:rPr>
                <a:t>.</a:t>
              </a:r>
            </a:p>
            <a:p>
              <a:pPr marL="177800" marR="0" lvl="0" indent="-177800" algn="l" defTabSz="711200" rtl="0" eaLnBrk="1" fontAlgn="auto" latinLnBrk="0" hangingPunct="1">
                <a:lnSpc>
                  <a:spcPct val="100000"/>
                </a:lnSpc>
                <a:spcBef>
                  <a:spcPts val="600"/>
                </a:spcBef>
                <a:spcAft>
                  <a:spcPts val="0"/>
                </a:spcAft>
                <a:buClrTx/>
                <a:buSzTx/>
                <a:buFontTx/>
                <a:buChar char="•"/>
                <a:tabLst/>
                <a:defRPr/>
              </a:pPr>
              <a:r>
                <a:rPr kumimoji="0" lang="es-MX" sz="1200" b="1" i="0" u="sng" strike="noStrike" kern="1200" cap="none" spc="0" normalizeH="0" baseline="0" noProof="0" err="1">
                  <a:ln>
                    <a:noFill/>
                  </a:ln>
                  <a:solidFill>
                    <a:srgbClr val="FFFFFF"/>
                  </a:solidFill>
                  <a:effectLst/>
                  <a:uLnTx/>
                  <a:uFillTx/>
                  <a:latin typeface="Open Sans"/>
                  <a:ea typeface="Open Sans"/>
                  <a:cs typeface="Arial"/>
                </a:rPr>
                <a:t>Despriorización</a:t>
              </a:r>
              <a:r>
                <a:rPr kumimoji="0" lang="es-MX" sz="1200" b="1" i="0" u="sng" strike="noStrike" kern="1200" cap="none" spc="0" normalizeH="0" baseline="0" noProof="0">
                  <a:ln>
                    <a:noFill/>
                  </a:ln>
                  <a:solidFill>
                    <a:srgbClr val="FFFFFF"/>
                  </a:solidFill>
                  <a:effectLst/>
                  <a:uLnTx/>
                  <a:uFillTx/>
                  <a:latin typeface="Open Sans"/>
                  <a:ea typeface="Open Sans"/>
                  <a:cs typeface="Arial"/>
                </a:rPr>
                <a:t> de Entrega Directa</a:t>
              </a:r>
              <a:r>
                <a:rPr kumimoji="0" lang="es-MX" sz="1200" b="1" i="0" strike="noStrike" kern="1200" cap="none" spc="0" normalizeH="0" baseline="0" noProof="0">
                  <a:ln>
                    <a:noFill/>
                  </a:ln>
                  <a:solidFill>
                    <a:srgbClr val="FFFFFF"/>
                  </a:solidFill>
                  <a:effectLst/>
                  <a:uLnTx/>
                  <a:uFillTx/>
                  <a:latin typeface="Open Sans"/>
                  <a:ea typeface="Open Sans"/>
                  <a:cs typeface="Arial"/>
                </a:rPr>
                <a:t>, integrando las operaciones restantes al BAU de Comercial.</a:t>
              </a:r>
              <a:endParaRPr lang="en-US" sz="1200">
                <a:solidFill>
                  <a:srgbClr val="FFFFFF"/>
                </a:solidFill>
                <a:latin typeface="Open Sans"/>
                <a:ea typeface="Open Sans"/>
                <a:cs typeface="Arial"/>
              </a:endParaRPr>
            </a:p>
          </p:txBody>
        </p:sp>
        <p:sp>
          <p:nvSpPr>
            <p:cNvPr id="132" name="TextBox 46">
              <a:extLst>
                <a:ext uri="{FF2B5EF4-FFF2-40B4-BE49-F238E27FC236}">
                  <a16:creationId xmlns:a16="http://schemas.microsoft.com/office/drawing/2014/main" id="{3729786C-8444-87B3-9718-2BE640E07E09}"/>
                </a:ext>
              </a:extLst>
            </p:cNvPr>
            <p:cNvSpPr txBox="1"/>
            <p:nvPr>
              <p:custDataLst>
                <p:tags r:id="rId5"/>
              </p:custDataLst>
            </p:nvPr>
          </p:nvSpPr>
          <p:spPr>
            <a:xfrm>
              <a:off x="299223" y="2478954"/>
              <a:ext cx="3722445" cy="338554"/>
            </a:xfrm>
            <a:prstGeom prst="rect">
              <a:avLst/>
            </a:prstGeom>
            <a:noFill/>
          </p:spPr>
          <p:txBody>
            <a:bodyPr vert="horz" wrap="square" lIns="91440" tIns="45720" rIns="91440" bIns="45720" rtlCol="0" anchor="t">
              <a:spAutoFit/>
            </a:bodyPr>
            <a:lstStyle/>
            <a:p>
              <a:pPr marL="0" marR="0" lvl="0" indent="0" algn="l" defTabSz="711200" rtl="0" eaLnBrk="0" fontAlgn="auto" latinLnBrk="0" hangingPunct="1">
                <a:lnSpc>
                  <a:spcPct val="100000"/>
                </a:lnSpc>
                <a:spcBef>
                  <a:spcPts val="1200"/>
                </a:spcBef>
                <a:spcAft>
                  <a:spcPts val="0"/>
                </a:spcAft>
                <a:buClrTx/>
                <a:buSzTx/>
                <a:buFontTx/>
                <a:buNone/>
                <a:tabLst/>
                <a:defRPr/>
              </a:pPr>
              <a:r>
                <a:rPr kumimoji="0" lang="en-US" sz="1600" b="1" i="0" u="none" strike="noStrike" kern="1200" cap="none" spc="300" normalizeH="0" baseline="0" noProof="0">
                  <a:ln>
                    <a:noFill/>
                  </a:ln>
                  <a:solidFill>
                    <a:srgbClr val="FFFFFF"/>
                  </a:solidFill>
                  <a:effectLst/>
                  <a:uLnTx/>
                  <a:uFillTx/>
                  <a:latin typeface="Open Sans"/>
                  <a:ea typeface="Open Sans"/>
                  <a:cs typeface="Arial"/>
                </a:rPr>
                <a:t>PRINCIPALES CAMBIOS</a:t>
              </a:r>
            </a:p>
          </p:txBody>
        </p:sp>
        <p:sp>
          <p:nvSpPr>
            <p:cNvPr id="133" name="btfpNumberBubble112603">
              <a:extLst>
                <a:ext uri="{FF2B5EF4-FFF2-40B4-BE49-F238E27FC236}">
                  <a16:creationId xmlns:a16="http://schemas.microsoft.com/office/drawing/2014/main" id="{12594008-D6B4-8AF3-902D-A453EA8FEF74}"/>
                </a:ext>
              </a:extLst>
            </p:cNvPr>
            <p:cNvSpPr/>
            <p:nvPr>
              <p:custDataLst>
                <p:tags r:id="rId6"/>
              </p:custDataLst>
            </p:nvPr>
          </p:nvSpPr>
          <p:spPr bwMode="auto">
            <a:xfrm>
              <a:off x="429515" y="3013094"/>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1</a:t>
              </a:r>
            </a:p>
          </p:txBody>
        </p:sp>
        <p:sp>
          <p:nvSpPr>
            <p:cNvPr id="134" name="btfpNumberBubble112603">
              <a:extLst>
                <a:ext uri="{FF2B5EF4-FFF2-40B4-BE49-F238E27FC236}">
                  <a16:creationId xmlns:a16="http://schemas.microsoft.com/office/drawing/2014/main" id="{CF9E118D-ABA1-DC66-ED4E-4A1FD539C9B4}"/>
                </a:ext>
              </a:extLst>
            </p:cNvPr>
            <p:cNvSpPr/>
            <p:nvPr>
              <p:custDataLst>
                <p:tags r:id="rId7"/>
              </p:custDataLst>
            </p:nvPr>
          </p:nvSpPr>
          <p:spPr bwMode="auto">
            <a:xfrm>
              <a:off x="429515" y="3463584"/>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2</a:t>
              </a:r>
            </a:p>
          </p:txBody>
        </p:sp>
        <p:sp>
          <p:nvSpPr>
            <p:cNvPr id="135" name="btfpNumberBubble112603">
              <a:extLst>
                <a:ext uri="{FF2B5EF4-FFF2-40B4-BE49-F238E27FC236}">
                  <a16:creationId xmlns:a16="http://schemas.microsoft.com/office/drawing/2014/main" id="{507BFD97-BA8A-9154-C9AE-9A40CAF23B02}"/>
                </a:ext>
              </a:extLst>
            </p:cNvPr>
            <p:cNvSpPr/>
            <p:nvPr>
              <p:custDataLst>
                <p:tags r:id="rId8"/>
              </p:custDataLst>
            </p:nvPr>
          </p:nvSpPr>
          <p:spPr bwMode="auto">
            <a:xfrm>
              <a:off x="429515" y="3708983"/>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3</a:t>
              </a:r>
            </a:p>
          </p:txBody>
        </p:sp>
        <p:sp>
          <p:nvSpPr>
            <p:cNvPr id="136" name="btfpNumberBubble112603">
              <a:extLst>
                <a:ext uri="{FF2B5EF4-FFF2-40B4-BE49-F238E27FC236}">
                  <a16:creationId xmlns:a16="http://schemas.microsoft.com/office/drawing/2014/main" id="{125A1D6A-1E4C-D302-AF90-10019567E8C8}"/>
                </a:ext>
              </a:extLst>
            </p:cNvPr>
            <p:cNvSpPr/>
            <p:nvPr>
              <p:custDataLst>
                <p:tags r:id="rId9"/>
              </p:custDataLst>
            </p:nvPr>
          </p:nvSpPr>
          <p:spPr bwMode="auto">
            <a:xfrm>
              <a:off x="429515" y="3990490"/>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4</a:t>
              </a:r>
            </a:p>
          </p:txBody>
        </p:sp>
        <p:sp>
          <p:nvSpPr>
            <p:cNvPr id="137" name="btfpNumberBubble112603">
              <a:extLst>
                <a:ext uri="{FF2B5EF4-FFF2-40B4-BE49-F238E27FC236}">
                  <a16:creationId xmlns:a16="http://schemas.microsoft.com/office/drawing/2014/main" id="{3340BF1C-FF5E-5302-5338-11B00CFDE0DD}"/>
                </a:ext>
              </a:extLst>
            </p:cNvPr>
            <p:cNvSpPr/>
            <p:nvPr>
              <p:custDataLst>
                <p:tags r:id="rId10"/>
              </p:custDataLst>
            </p:nvPr>
          </p:nvSpPr>
          <p:spPr bwMode="auto">
            <a:xfrm>
              <a:off x="429515" y="4415994"/>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5</a:t>
              </a:r>
            </a:p>
          </p:txBody>
        </p:sp>
        <p:sp>
          <p:nvSpPr>
            <p:cNvPr id="138" name="btfpNumberBubble112603">
              <a:extLst>
                <a:ext uri="{FF2B5EF4-FFF2-40B4-BE49-F238E27FC236}">
                  <a16:creationId xmlns:a16="http://schemas.microsoft.com/office/drawing/2014/main" id="{9BD7B82C-995A-D62A-E756-CD2BB10D11F3}"/>
                </a:ext>
              </a:extLst>
            </p:cNvPr>
            <p:cNvSpPr/>
            <p:nvPr>
              <p:custDataLst>
                <p:tags r:id="rId11"/>
              </p:custDataLst>
            </p:nvPr>
          </p:nvSpPr>
          <p:spPr bwMode="auto">
            <a:xfrm>
              <a:off x="429515" y="4855017"/>
              <a:ext cx="178616" cy="178616"/>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ct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Open Sans"/>
                  <a:ea typeface="Open Sans"/>
                  <a:cs typeface="Arial"/>
                </a:rPr>
                <a:t>6</a:t>
              </a:r>
            </a:p>
          </p:txBody>
        </p:sp>
        <p:sp>
          <p:nvSpPr>
            <p:cNvPr id="139" name="Rectangle 59">
              <a:extLst>
                <a:ext uri="{FF2B5EF4-FFF2-40B4-BE49-F238E27FC236}">
                  <a16:creationId xmlns:a16="http://schemas.microsoft.com/office/drawing/2014/main" id="{E4F07185-88B7-B780-027C-AB69F574CA50}"/>
                </a:ext>
              </a:extLst>
            </p:cNvPr>
            <p:cNvSpPr/>
            <p:nvPr>
              <p:custDataLst>
                <p:tags r:id="rId12"/>
              </p:custDataLst>
            </p:nvPr>
          </p:nvSpPr>
          <p:spPr bwMode="gray">
            <a:xfrm>
              <a:off x="368455" y="2822059"/>
              <a:ext cx="1141197" cy="50556"/>
            </a:xfrm>
            <a:prstGeom prst="rect">
              <a:avLst/>
            </a:prstGeom>
            <a:gradFill>
              <a:gsLst>
                <a:gs pos="0">
                  <a:schemeClr val="accent3"/>
                </a:gs>
                <a:gs pos="100000">
                  <a:schemeClr val="accent6"/>
                </a:gs>
              </a:gsLst>
              <a:lin ang="3600000" scaled="0"/>
            </a:gradFill>
            <a:ln w="9525"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396000" tIns="36000" rIns="36000" bIns="36000" numCol="1" spcCol="0" rtlCol="0" fromWordArt="0" anchor="ctr" anchorCtr="0" forceAA="0" compatLnSpc="1">
              <a:prstTxWarp prst="textNoShape">
                <a:avLst/>
              </a:prstTxWarp>
              <a:no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1200" b="0" i="0" u="none" strike="noStrike" kern="1200" cap="none" spc="300" normalizeH="0" baseline="0" noProof="0">
                <a:ln>
                  <a:noFill/>
                </a:ln>
                <a:solidFill>
                  <a:srgbClr val="FFFFFF"/>
                </a:solidFill>
                <a:effectLst/>
                <a:uLnTx/>
                <a:uFillTx/>
                <a:latin typeface="Arial"/>
                <a:ea typeface="Open Sans"/>
                <a:cs typeface="Arial"/>
              </a:endParaRPr>
            </a:p>
          </p:txBody>
        </p:sp>
      </p:grpSp>
    </p:spTree>
    <p:extLst>
      <p:ext uri="{BB962C8B-B14F-4D97-AF65-F5344CB8AC3E}">
        <p14:creationId xmlns:p14="http://schemas.microsoft.com/office/powerpoint/2010/main" val="5028621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41"/>
                                        </p:tgtEl>
                                        <p:attrNameLst>
                                          <p:attrName>style.visibility</p:attrName>
                                        </p:attrNameLst>
                                      </p:cBhvr>
                                      <p:to>
                                        <p:strVal val="visible"/>
                                      </p:to>
                                    </p:set>
                                    <p:animEffect transition="in" filter="fade">
                                      <p:cBhvr>
                                        <p:cTn id="7" dur="500"/>
                                        <p:tgtEl>
                                          <p:spTgt spid="141"/>
                                        </p:tgtEl>
                                      </p:cBhvr>
                                    </p:animEffect>
                                  </p:childTnLst>
                                </p:cTn>
                              </p:par>
                              <p:par>
                                <p:cTn id="8" presetID="10" presetClass="entr" presetSubtype="0" fill="hold" nodeType="withEffect">
                                  <p:stCondLst>
                                    <p:cond delay="0"/>
                                  </p:stCondLst>
                                  <p:childTnLst>
                                    <p:set>
                                      <p:cBhvr>
                                        <p:cTn id="9" dur="1" fill="hold">
                                          <p:stCondLst>
                                            <p:cond delay="0"/>
                                          </p:stCondLst>
                                        </p:cTn>
                                        <p:tgtEl>
                                          <p:spTgt spid="140"/>
                                        </p:tgtEl>
                                        <p:attrNameLst>
                                          <p:attrName>style.visibility</p:attrName>
                                        </p:attrNameLst>
                                      </p:cBhvr>
                                      <p:to>
                                        <p:strVal val="visible"/>
                                      </p:to>
                                    </p:set>
                                    <p:animEffect transition="in" filter="fade">
                                      <p:cBhvr>
                                        <p:cTn id="10" dur="500"/>
                                        <p:tgtEl>
                                          <p:spTgt spid="1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ángulo 10">
            <a:extLst>
              <a:ext uri="{FF2B5EF4-FFF2-40B4-BE49-F238E27FC236}">
                <a16:creationId xmlns:a16="http://schemas.microsoft.com/office/drawing/2014/main" id="{CA259E49-32B0-B943-01D4-022070342295}"/>
              </a:ext>
            </a:extLst>
          </p:cNvPr>
          <p:cNvSpPr/>
          <p:nvPr/>
        </p:nvSpPr>
        <p:spPr>
          <a:xfrm>
            <a:off x="8096889" y="3114675"/>
            <a:ext cx="3485512" cy="274320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9" name="Rectángulo 8">
            <a:extLst>
              <a:ext uri="{FF2B5EF4-FFF2-40B4-BE49-F238E27FC236}">
                <a16:creationId xmlns:a16="http://schemas.microsoft.com/office/drawing/2014/main" id="{19184C03-AC28-9BA4-B756-2CD86384DEE3}"/>
              </a:ext>
            </a:extLst>
          </p:cNvPr>
          <p:cNvSpPr/>
          <p:nvPr/>
        </p:nvSpPr>
        <p:spPr>
          <a:xfrm>
            <a:off x="4429966" y="3114675"/>
            <a:ext cx="3549131" cy="274320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4" name="Rectángulo 3">
            <a:extLst>
              <a:ext uri="{FF2B5EF4-FFF2-40B4-BE49-F238E27FC236}">
                <a16:creationId xmlns:a16="http://schemas.microsoft.com/office/drawing/2014/main" id="{F273D5BA-85D3-C47A-239B-E8DD6B484D22}"/>
              </a:ext>
            </a:extLst>
          </p:cNvPr>
          <p:cNvSpPr/>
          <p:nvPr/>
        </p:nvSpPr>
        <p:spPr>
          <a:xfrm>
            <a:off x="609600" y="3114675"/>
            <a:ext cx="3700071" cy="2743200"/>
          </a:xfrm>
          <a:prstGeom prst="rect">
            <a:avLst/>
          </a:prstGeom>
          <a:solidFill>
            <a:schemeClr val="bg1">
              <a:lumMod val="9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9" name="Flecha: a la derecha 68">
            <a:extLst>
              <a:ext uri="{FF2B5EF4-FFF2-40B4-BE49-F238E27FC236}">
                <a16:creationId xmlns:a16="http://schemas.microsoft.com/office/drawing/2014/main" id="{0F49035D-4286-8AF0-D171-A4BE2E53D8AE}"/>
              </a:ext>
            </a:extLst>
          </p:cNvPr>
          <p:cNvSpPr/>
          <p:nvPr/>
        </p:nvSpPr>
        <p:spPr>
          <a:xfrm>
            <a:off x="1009650" y="2039750"/>
            <a:ext cx="10334625" cy="529397"/>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4" name="Rectangle 16">
            <a:extLst>
              <a:ext uri="{FF2B5EF4-FFF2-40B4-BE49-F238E27FC236}">
                <a16:creationId xmlns:a16="http://schemas.microsoft.com/office/drawing/2014/main" id="{6D95FF1C-5BB1-D6DC-1F1A-460AB5B989A3}"/>
              </a:ext>
            </a:extLst>
          </p:cNvPr>
          <p:cNvSpPr/>
          <p:nvPr/>
        </p:nvSpPr>
        <p:spPr bwMode="auto">
          <a:xfrm>
            <a:off x="1530285" y="1885702"/>
            <a:ext cx="2147110" cy="894316"/>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12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Higiénicos Organizacionales </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8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Documentación de Roles</a:t>
            </a:r>
          </a:p>
        </p:txBody>
      </p:sp>
      <p:sp>
        <p:nvSpPr>
          <p:cNvPr id="65" name="Rectangle 15">
            <a:extLst>
              <a:ext uri="{FF2B5EF4-FFF2-40B4-BE49-F238E27FC236}">
                <a16:creationId xmlns:a16="http://schemas.microsoft.com/office/drawing/2014/main" id="{CC6BD857-6011-7AFA-3B1A-BBDA85228126}"/>
              </a:ext>
            </a:extLst>
          </p:cNvPr>
          <p:cNvSpPr/>
          <p:nvPr/>
        </p:nvSpPr>
        <p:spPr bwMode="auto">
          <a:xfrm>
            <a:off x="3939365" y="1885703"/>
            <a:ext cx="2147110" cy="894316"/>
          </a:xfrm>
          <a:prstGeom prst="rect">
            <a:avLst/>
          </a:prstGeom>
          <a:solidFill>
            <a:schemeClr val="tx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12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Interacciones Críticas</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8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Workshops Cross-plataformas</a:t>
            </a:r>
          </a:p>
        </p:txBody>
      </p:sp>
      <p:sp>
        <p:nvSpPr>
          <p:cNvPr id="66" name="Rectangle 18">
            <a:extLst>
              <a:ext uri="{FF2B5EF4-FFF2-40B4-BE49-F238E27FC236}">
                <a16:creationId xmlns:a16="http://schemas.microsoft.com/office/drawing/2014/main" id="{EB9FCE88-37AF-76B4-CBE2-8BC238557178}"/>
              </a:ext>
            </a:extLst>
          </p:cNvPr>
          <p:cNvSpPr/>
          <p:nvPr/>
        </p:nvSpPr>
        <p:spPr bwMode="auto">
          <a:xfrm>
            <a:off x="6288055" y="1885702"/>
            <a:ext cx="2147110" cy="894316"/>
          </a:xfrm>
          <a:prstGeom prst="rect">
            <a:avLst/>
          </a:prstGeom>
          <a:solidFill>
            <a:schemeClr val="bg1">
              <a:lumMod val="8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12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RASCI por Función de Procesos Clave</a:t>
            </a:r>
          </a:p>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8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Workshops Internos x Área</a:t>
            </a:r>
          </a:p>
        </p:txBody>
      </p:sp>
      <p:sp>
        <p:nvSpPr>
          <p:cNvPr id="67" name="Rectangle 17">
            <a:extLst>
              <a:ext uri="{FF2B5EF4-FFF2-40B4-BE49-F238E27FC236}">
                <a16:creationId xmlns:a16="http://schemas.microsoft.com/office/drawing/2014/main" id="{456109EA-280B-3302-11D4-E975C6346342}"/>
              </a:ext>
            </a:extLst>
          </p:cNvPr>
          <p:cNvSpPr/>
          <p:nvPr/>
        </p:nvSpPr>
        <p:spPr bwMode="auto">
          <a:xfrm>
            <a:off x="8636745" y="1885701"/>
            <a:ext cx="2147110" cy="894315"/>
          </a:xfrm>
          <a:prstGeom prst="rect">
            <a:avLst/>
          </a:prstGeom>
          <a:solidFill>
            <a:schemeClr val="bg1">
              <a:lumMod val="85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ES" sz="11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Integración al Sistema de Gestión </a:t>
            </a:r>
            <a:r>
              <a:rPr kumimoji="0" lang="es-MX" sz="600" b="0"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Consolidación y Seguimiento</a:t>
            </a:r>
          </a:p>
        </p:txBody>
      </p:sp>
      <p:sp>
        <p:nvSpPr>
          <p:cNvPr id="70" name="Triángulo isósceles 69">
            <a:extLst>
              <a:ext uri="{FF2B5EF4-FFF2-40B4-BE49-F238E27FC236}">
                <a16:creationId xmlns:a16="http://schemas.microsoft.com/office/drawing/2014/main" id="{87FDD6D4-CE7A-2B79-5038-EC744418E164}"/>
              </a:ext>
            </a:extLst>
          </p:cNvPr>
          <p:cNvSpPr/>
          <p:nvPr/>
        </p:nvSpPr>
        <p:spPr>
          <a:xfrm rot="10800000">
            <a:off x="2270465" y="1573986"/>
            <a:ext cx="666750" cy="20955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mc:AlternateContent xmlns:mc="http://schemas.openxmlformats.org/markup-compatibility/2006" xmlns:pslz="http://schemas.microsoft.com/office/powerpoint/2016/slidezoom">
        <mc:Choice Requires="pslz">
          <p:graphicFrame>
            <p:nvGraphicFramePr>
              <p:cNvPr id="3" name="Vista general de diapositiva 2">
                <a:extLst>
                  <a:ext uri="{FF2B5EF4-FFF2-40B4-BE49-F238E27FC236}">
                    <a16:creationId xmlns:a16="http://schemas.microsoft.com/office/drawing/2014/main" id="{FAD28124-1A68-0DBE-3B0C-D189AAB7C944}"/>
                  </a:ext>
                </a:extLst>
              </p:cNvPr>
              <p:cNvGraphicFramePr>
                <a:graphicFrameLocks noChangeAspect="1"/>
              </p:cNvGraphicFramePr>
              <p:nvPr>
                <p:extLst>
                  <p:ext uri="{D42A27DB-BD31-4B8C-83A1-F6EECF244321}">
                    <p14:modId xmlns:p14="http://schemas.microsoft.com/office/powerpoint/2010/main" val="1972892949"/>
                  </p:ext>
                </p:extLst>
              </p:nvPr>
            </p:nvGraphicFramePr>
            <p:xfrm>
              <a:off x="4670020" y="3832102"/>
              <a:ext cx="3048000" cy="1714500"/>
            </p:xfrm>
            <a:graphic>
              <a:graphicData uri="http://schemas.microsoft.com/office/powerpoint/2016/slidezoom">
                <pslz:sldZm>
                  <pslz:sldZmObj sldId="2147482948" cId="679105534">
                    <pslz:zmPr id="{2EF7A580-0944-4690-8358-5BC265EEABE3}" returnToParent="0" transitionDur="1000">
                      <p166:blipFill xmlns:p166="http://schemas.microsoft.com/office/powerpoint/2016/6/main">
                        <a:blip r:embed="rId3"/>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3" name="Vista general de diapositiva 2">
                <a:hlinkClick r:id="rId4" action="ppaction://hlinksldjump"/>
                <a:extLst>
                  <a:ext uri="{FF2B5EF4-FFF2-40B4-BE49-F238E27FC236}">
                    <a16:creationId xmlns:a16="http://schemas.microsoft.com/office/drawing/2014/main" id="{FAD28124-1A68-0DBE-3B0C-D189AAB7C944}"/>
                  </a:ext>
                </a:extLst>
              </p:cNvPr>
              <p:cNvPicPr>
                <a:picLocks noGrp="1" noRot="1" noChangeAspect="1" noMove="1" noResize="1" noEditPoints="1" noAdjustHandles="1" noChangeArrowheads="1" noChangeShapeType="1"/>
              </p:cNvPicPr>
              <p:nvPr/>
            </p:nvPicPr>
            <p:blipFill>
              <a:blip r:embed="rId5"/>
              <a:stretch>
                <a:fillRect/>
              </a:stretch>
            </p:blipFill>
            <p:spPr>
              <a:xfrm>
                <a:off x="4670020" y="3832102"/>
                <a:ext cx="3048000" cy="1714500"/>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8" name="Vista general de diapositiva 7">
                <a:extLst>
                  <a:ext uri="{FF2B5EF4-FFF2-40B4-BE49-F238E27FC236}">
                    <a16:creationId xmlns:a16="http://schemas.microsoft.com/office/drawing/2014/main" id="{14ED546A-B7CE-8140-623E-18969345E889}"/>
                  </a:ext>
                </a:extLst>
              </p:cNvPr>
              <p:cNvGraphicFramePr>
                <a:graphicFrameLocks noChangeAspect="1"/>
              </p:cNvGraphicFramePr>
              <p:nvPr>
                <p:extLst>
                  <p:ext uri="{D42A27DB-BD31-4B8C-83A1-F6EECF244321}">
                    <p14:modId xmlns:p14="http://schemas.microsoft.com/office/powerpoint/2010/main" val="695931233"/>
                  </p:ext>
                </p:extLst>
              </p:nvPr>
            </p:nvGraphicFramePr>
            <p:xfrm>
              <a:off x="8283257" y="3911036"/>
              <a:ext cx="1974321" cy="1227807"/>
            </p:xfrm>
            <a:graphic>
              <a:graphicData uri="http://schemas.microsoft.com/office/powerpoint/2016/slidezoom">
                <pslz:sldZm>
                  <pslz:sldZmObj sldId="258" cId="456374482">
                    <pslz:zmPr id="{777291E2-0FE2-4704-8BA7-655626E98D5B}" returnToParent="0" transitionDur="1000">
                      <p166:blipFill xmlns:p166="http://schemas.microsoft.com/office/powerpoint/2016/6/main">
                        <a:blip r:embed="rId6"/>
                        <a:stretch>
                          <a:fillRect/>
                        </a:stretch>
                      </p166:blipFill>
                      <p166:spPr xmlns:p166="http://schemas.microsoft.com/office/powerpoint/2016/6/main">
                        <a:xfrm>
                          <a:off x="0" y="0"/>
                          <a:ext cx="1974321" cy="1227807"/>
                        </a:xfrm>
                        <a:prstGeom prst="rect">
                          <a:avLst/>
                        </a:prstGeom>
                        <a:ln w="3175">
                          <a:solidFill>
                            <a:prstClr val="ltGray"/>
                          </a:solidFill>
                        </a:ln>
                      </p166:spPr>
                    </pslz:zmPr>
                  </pslz:sldZmObj>
                </pslz:sldZm>
              </a:graphicData>
            </a:graphic>
          </p:graphicFrame>
        </mc:Choice>
        <mc:Fallback xmlns="">
          <p:pic>
            <p:nvPicPr>
              <p:cNvPr id="8" name="Vista general de diapositiva 7">
                <a:hlinkClick r:id="rId7" action="ppaction://hlinksldjump"/>
                <a:extLst>
                  <a:ext uri="{FF2B5EF4-FFF2-40B4-BE49-F238E27FC236}">
                    <a16:creationId xmlns:a16="http://schemas.microsoft.com/office/drawing/2014/main" id="{14ED546A-B7CE-8140-623E-18969345E889}"/>
                  </a:ext>
                </a:extLst>
              </p:cNvPr>
              <p:cNvPicPr>
                <a:picLocks noGrp="1" noRot="1" noChangeAspect="1" noMove="1" noResize="1" noEditPoints="1" noAdjustHandles="1" noChangeArrowheads="1" noChangeShapeType="1"/>
              </p:cNvPicPr>
              <p:nvPr/>
            </p:nvPicPr>
            <p:blipFill>
              <a:blip r:embed="rId8"/>
              <a:stretch>
                <a:fillRect/>
              </a:stretch>
            </p:blipFill>
            <p:spPr>
              <a:xfrm>
                <a:off x="8283257" y="3911036"/>
                <a:ext cx="1974321" cy="1227807"/>
              </a:xfrm>
              <a:prstGeom prst="rect">
                <a:avLst/>
              </a:prstGeom>
              <a:ln w="3175">
                <a:solidFill>
                  <a:prstClr val="ltGray"/>
                </a:solidFill>
              </a:ln>
            </p:spPr>
          </p:pic>
        </mc:Fallback>
      </mc:AlternateContent>
      <mc:AlternateContent xmlns:mc="http://schemas.openxmlformats.org/markup-compatibility/2006" xmlns:pslz="http://schemas.microsoft.com/office/powerpoint/2016/slidezoom">
        <mc:Choice Requires="pslz">
          <p:graphicFrame>
            <p:nvGraphicFramePr>
              <p:cNvPr id="10" name="Vista general de diapositiva 9">
                <a:extLst>
                  <a:ext uri="{FF2B5EF4-FFF2-40B4-BE49-F238E27FC236}">
                    <a16:creationId xmlns:a16="http://schemas.microsoft.com/office/drawing/2014/main" id="{431F8BB0-150E-39B7-BBF1-B78511638F7A}"/>
                  </a:ext>
                </a:extLst>
              </p:cNvPr>
              <p:cNvGraphicFramePr>
                <a:graphicFrameLocks noChangeAspect="1"/>
              </p:cNvGraphicFramePr>
              <p:nvPr>
                <p:extLst>
                  <p:ext uri="{D42A27DB-BD31-4B8C-83A1-F6EECF244321}">
                    <p14:modId xmlns:p14="http://schemas.microsoft.com/office/powerpoint/2010/main" val="2114890791"/>
                  </p:ext>
                </p:extLst>
              </p:nvPr>
            </p:nvGraphicFramePr>
            <p:xfrm>
              <a:off x="918229" y="3832102"/>
              <a:ext cx="3048000" cy="1714500"/>
            </p:xfrm>
            <a:graphic>
              <a:graphicData uri="http://schemas.microsoft.com/office/powerpoint/2016/slidezoom">
                <pslz:sldZm>
                  <pslz:sldZmObj sldId="2147482944" cId="946345740">
                    <pslz:zmPr id="{748AD451-17AF-4070-BA6C-5BC4AB5EB25B}" returnToParent="0" transitionDur="1000">
                      <p166:blipFill xmlns:p166="http://schemas.microsoft.com/office/powerpoint/2016/6/main">
                        <a:blip r:embed="rId9"/>
                        <a:stretch>
                          <a:fillRect/>
                        </a:stretch>
                      </p166:blipFill>
                      <p166:spPr xmlns:p166="http://schemas.microsoft.com/office/powerpoint/2016/6/main">
                        <a:xfrm>
                          <a:off x="0" y="0"/>
                          <a:ext cx="3048000" cy="1714500"/>
                        </a:xfrm>
                        <a:prstGeom prst="rect">
                          <a:avLst/>
                        </a:prstGeom>
                        <a:ln w="3175">
                          <a:solidFill>
                            <a:prstClr val="ltGray"/>
                          </a:solidFill>
                        </a:ln>
                      </p166:spPr>
                    </pslz:zmPr>
                  </pslz:sldZmObj>
                </pslz:sldZm>
              </a:graphicData>
            </a:graphic>
          </p:graphicFrame>
        </mc:Choice>
        <mc:Fallback xmlns="">
          <p:pic>
            <p:nvPicPr>
              <p:cNvPr id="10" name="Vista general de diapositiva 9">
                <a:hlinkClick r:id="rId10" action="ppaction://hlinksldjump"/>
                <a:extLst>
                  <a:ext uri="{FF2B5EF4-FFF2-40B4-BE49-F238E27FC236}">
                    <a16:creationId xmlns:a16="http://schemas.microsoft.com/office/drawing/2014/main" id="{431F8BB0-150E-39B7-BBF1-B78511638F7A}"/>
                  </a:ext>
                </a:extLst>
              </p:cNvPr>
              <p:cNvPicPr>
                <a:picLocks noGrp="1" noRot="1" noChangeAspect="1" noMove="1" noResize="1" noEditPoints="1" noAdjustHandles="1" noChangeArrowheads="1" noChangeShapeType="1"/>
              </p:cNvPicPr>
              <p:nvPr/>
            </p:nvPicPr>
            <p:blipFill>
              <a:blip r:embed="rId11"/>
              <a:stretch>
                <a:fillRect/>
              </a:stretch>
            </p:blipFill>
            <p:spPr>
              <a:xfrm>
                <a:off x="918229" y="3832102"/>
                <a:ext cx="3048000" cy="1714500"/>
              </a:xfrm>
              <a:prstGeom prst="rect">
                <a:avLst/>
              </a:prstGeom>
              <a:ln w="3175">
                <a:solidFill>
                  <a:prstClr val="ltGray"/>
                </a:solidFill>
              </a:ln>
            </p:spPr>
          </p:pic>
        </mc:Fallback>
      </mc:AlternateContent>
      <p:sp>
        <p:nvSpPr>
          <p:cNvPr id="12" name="CuadroTexto 11">
            <a:extLst>
              <a:ext uri="{FF2B5EF4-FFF2-40B4-BE49-F238E27FC236}">
                <a16:creationId xmlns:a16="http://schemas.microsoft.com/office/drawing/2014/main" id="{88CF2FDA-BB4C-E55C-115D-BB25F24378F9}"/>
              </a:ext>
            </a:extLst>
          </p:cNvPr>
          <p:cNvSpPr txBox="1"/>
          <p:nvPr/>
        </p:nvSpPr>
        <p:spPr>
          <a:xfrm>
            <a:off x="960484" y="3232606"/>
            <a:ext cx="3048000" cy="600164"/>
          </a:xfrm>
          <a:prstGeom prst="rect">
            <a:avLst/>
          </a:prstGeom>
          <a:noFill/>
        </p:spPr>
        <p:txBody>
          <a:bodyPr wrap="square">
            <a:spAutoFit/>
          </a:bodyPr>
          <a:lstStyle/>
          <a:p>
            <a:pPr algn="ctr"/>
            <a:r>
              <a:rPr lang="es-ES" sz="1100" b="1">
                <a:solidFill>
                  <a:srgbClr val="000000"/>
                </a:solidFill>
                <a:latin typeface="Calibri" panose="020F0502020204030204" pitchFamily="34" charset="0"/>
              </a:rPr>
              <a:t>Percepción inicial (retos, dudas, apoyos requeridos organización para clarificar la función)</a:t>
            </a:r>
          </a:p>
        </p:txBody>
      </p:sp>
      <p:sp>
        <p:nvSpPr>
          <p:cNvPr id="13" name="CuadroTexto 12">
            <a:extLst>
              <a:ext uri="{FF2B5EF4-FFF2-40B4-BE49-F238E27FC236}">
                <a16:creationId xmlns:a16="http://schemas.microsoft.com/office/drawing/2014/main" id="{D704E574-6CAC-27B5-5470-87C0E60750C1}"/>
              </a:ext>
            </a:extLst>
          </p:cNvPr>
          <p:cNvSpPr txBox="1"/>
          <p:nvPr/>
        </p:nvSpPr>
        <p:spPr>
          <a:xfrm>
            <a:off x="4620742" y="3257532"/>
            <a:ext cx="3146555" cy="261610"/>
          </a:xfrm>
          <a:prstGeom prst="rect">
            <a:avLst/>
          </a:prstGeom>
          <a:noFill/>
        </p:spPr>
        <p:txBody>
          <a:bodyPr wrap="square">
            <a:spAutoFit/>
          </a:bodyPr>
          <a:lstStyle/>
          <a:p>
            <a:pPr algn="ctr"/>
            <a:r>
              <a:rPr lang="es-ES" sz="1100" b="1" err="1">
                <a:solidFill>
                  <a:srgbClr val="000000"/>
                </a:solidFill>
                <a:latin typeface="Calibri" panose="020F0502020204030204" pitchFamily="34" charset="0"/>
              </a:rPr>
              <a:t>Feedback</a:t>
            </a:r>
            <a:r>
              <a:rPr lang="es-ES" sz="1100" b="1">
                <a:solidFill>
                  <a:srgbClr val="000000"/>
                </a:solidFill>
                <a:latin typeface="Calibri" panose="020F0502020204030204" pitchFamily="34" charset="0"/>
              </a:rPr>
              <a:t> DP rol </a:t>
            </a:r>
          </a:p>
        </p:txBody>
      </p:sp>
      <p:sp>
        <p:nvSpPr>
          <p:cNvPr id="14" name="CuadroTexto 13">
            <a:extLst>
              <a:ext uri="{FF2B5EF4-FFF2-40B4-BE49-F238E27FC236}">
                <a16:creationId xmlns:a16="http://schemas.microsoft.com/office/drawing/2014/main" id="{B2F380EB-E5B9-5B50-6CCA-5A3D9908E7A6}"/>
              </a:ext>
            </a:extLst>
          </p:cNvPr>
          <p:cNvSpPr txBox="1"/>
          <p:nvPr/>
        </p:nvSpPr>
        <p:spPr>
          <a:xfrm>
            <a:off x="8283257" y="3232606"/>
            <a:ext cx="3146555" cy="600164"/>
          </a:xfrm>
          <a:prstGeom prst="rect">
            <a:avLst/>
          </a:prstGeom>
          <a:noFill/>
        </p:spPr>
        <p:txBody>
          <a:bodyPr wrap="square">
            <a:spAutoFit/>
          </a:bodyPr>
          <a:lstStyle/>
          <a:p>
            <a:pPr algn="ctr"/>
            <a:r>
              <a:rPr lang="es-ES" sz="1100" b="1">
                <a:solidFill>
                  <a:srgbClr val="000000"/>
                </a:solidFill>
                <a:latin typeface="Calibri" panose="020F0502020204030204" pitchFamily="34" charset="0"/>
              </a:rPr>
              <a:t>Actividades </a:t>
            </a:r>
            <a:r>
              <a:rPr lang="es-ES" sz="1100" b="1" err="1">
                <a:solidFill>
                  <a:srgbClr val="000000"/>
                </a:solidFill>
                <a:latin typeface="Calibri" panose="020F0502020204030204" pitchFamily="34" charset="0"/>
              </a:rPr>
              <a:t>core</a:t>
            </a:r>
            <a:r>
              <a:rPr lang="es-ES" sz="1100" b="1">
                <a:solidFill>
                  <a:srgbClr val="000000"/>
                </a:solidFill>
                <a:latin typeface="Calibri" panose="020F0502020204030204" pitchFamily="34" charset="0"/>
              </a:rPr>
              <a:t> de reportes (L3)</a:t>
            </a:r>
          </a:p>
          <a:p>
            <a:pPr algn="ctr"/>
            <a:r>
              <a:rPr lang="es-ES" sz="1100" b="1">
                <a:solidFill>
                  <a:srgbClr val="000000"/>
                </a:solidFill>
                <a:latin typeface="Calibri" panose="020F0502020204030204" pitchFamily="34" charset="0"/>
              </a:rPr>
              <a:t>+</a:t>
            </a:r>
          </a:p>
          <a:p>
            <a:pPr algn="ctr"/>
            <a:r>
              <a:rPr lang="es-ES" sz="1100" b="1">
                <a:solidFill>
                  <a:srgbClr val="000000"/>
                </a:solidFill>
                <a:latin typeface="Calibri" panose="020F0502020204030204" pitchFamily="34" charset="0"/>
              </a:rPr>
              <a:t>Interacciones macro / procesos</a:t>
            </a:r>
          </a:p>
        </p:txBody>
      </p:sp>
      <p:sp>
        <p:nvSpPr>
          <p:cNvPr id="2" name="Triángulo isósceles 1">
            <a:extLst>
              <a:ext uri="{FF2B5EF4-FFF2-40B4-BE49-F238E27FC236}">
                <a16:creationId xmlns:a16="http://schemas.microsoft.com/office/drawing/2014/main" id="{8BE1E31A-3D1C-68D4-E7AA-9CE837628BEB}"/>
              </a:ext>
            </a:extLst>
          </p:cNvPr>
          <p:cNvSpPr/>
          <p:nvPr/>
        </p:nvSpPr>
        <p:spPr>
          <a:xfrm rot="10800000">
            <a:off x="4679545" y="1573986"/>
            <a:ext cx="666750" cy="209550"/>
          </a:xfrm>
          <a:prstGeom prst="triangl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 name="Título 5">
            <a:extLst>
              <a:ext uri="{FF2B5EF4-FFF2-40B4-BE49-F238E27FC236}">
                <a16:creationId xmlns:a16="http://schemas.microsoft.com/office/drawing/2014/main" id="{646412A6-F80A-D921-86F5-9363801D5BA5}"/>
              </a:ext>
            </a:extLst>
          </p:cNvPr>
          <p:cNvSpPr>
            <a:spLocks noGrp="1"/>
          </p:cNvSpPr>
          <p:nvPr>
            <p:ph type="title"/>
          </p:nvPr>
        </p:nvSpPr>
        <p:spPr/>
        <p:txBody>
          <a:bodyPr/>
          <a:lstStyle/>
          <a:p>
            <a:r>
              <a:rPr lang="es-ES"/>
              <a:t>Alcance 2026</a:t>
            </a:r>
            <a:endParaRPr lang="es-MX"/>
          </a:p>
        </p:txBody>
      </p:sp>
      <mc:AlternateContent xmlns:mc="http://schemas.openxmlformats.org/markup-compatibility/2006" xmlns:pslz="http://schemas.microsoft.com/office/powerpoint/2016/slidezoom">
        <mc:Choice Requires="pslz">
          <p:graphicFrame>
            <p:nvGraphicFramePr>
              <p:cNvPr id="7" name="Vista general de diapositiva 6">
                <a:extLst>
                  <a:ext uri="{FF2B5EF4-FFF2-40B4-BE49-F238E27FC236}">
                    <a16:creationId xmlns:a16="http://schemas.microsoft.com/office/drawing/2014/main" id="{62BF6BAF-EEBF-CC3A-B4D8-E1076F2D929E}"/>
                  </a:ext>
                </a:extLst>
              </p:cNvPr>
              <p:cNvGraphicFramePr>
                <a:graphicFrameLocks noChangeAspect="1"/>
              </p:cNvGraphicFramePr>
              <p:nvPr>
                <p:extLst>
                  <p:ext uri="{D42A27DB-BD31-4B8C-83A1-F6EECF244321}">
                    <p14:modId xmlns:p14="http://schemas.microsoft.com/office/powerpoint/2010/main" val="394229025"/>
                  </p:ext>
                </p:extLst>
              </p:nvPr>
            </p:nvGraphicFramePr>
            <p:xfrm>
              <a:off x="9426820" y="4565208"/>
              <a:ext cx="1974320" cy="1110555"/>
            </p:xfrm>
            <a:graphic>
              <a:graphicData uri="http://schemas.microsoft.com/office/powerpoint/2016/slidezoom">
                <pslz:sldZm>
                  <pslz:sldZmObj sldId="2147482945" cId="2944001035">
                    <pslz:zmPr id="{A7B90F5A-62F8-4DF9-8600-3E26905D9EA4}" returnToParent="0" transitionDur="1000">
                      <p166:blipFill xmlns:p166="http://schemas.microsoft.com/office/powerpoint/2016/6/main">
                        <a:blip r:embed="rId12"/>
                        <a:stretch>
                          <a:fillRect/>
                        </a:stretch>
                      </p166:blipFill>
                      <p166:spPr xmlns:p166="http://schemas.microsoft.com/office/powerpoint/2016/6/main">
                        <a:xfrm>
                          <a:off x="0" y="0"/>
                          <a:ext cx="1974320" cy="1110555"/>
                        </a:xfrm>
                        <a:prstGeom prst="rect">
                          <a:avLst/>
                        </a:prstGeom>
                        <a:ln w="3175">
                          <a:solidFill>
                            <a:prstClr val="ltGray"/>
                          </a:solidFill>
                        </a:ln>
                      </p166:spPr>
                    </pslz:zmPr>
                  </pslz:sldZmObj>
                </pslz:sldZm>
              </a:graphicData>
            </a:graphic>
          </p:graphicFrame>
        </mc:Choice>
        <mc:Fallback xmlns="">
          <p:pic>
            <p:nvPicPr>
              <p:cNvPr id="7" name="Vista general de diapositiva 6">
                <a:hlinkClick r:id="rId13" action="ppaction://hlinksldjump"/>
                <a:extLst>
                  <a:ext uri="{FF2B5EF4-FFF2-40B4-BE49-F238E27FC236}">
                    <a16:creationId xmlns:a16="http://schemas.microsoft.com/office/drawing/2014/main" id="{62BF6BAF-EEBF-CC3A-B4D8-E1076F2D929E}"/>
                  </a:ext>
                </a:extLst>
              </p:cNvPr>
              <p:cNvPicPr>
                <a:picLocks noGrp="1" noRot="1" noChangeAspect="1" noMove="1" noResize="1" noEditPoints="1" noAdjustHandles="1" noChangeArrowheads="1" noChangeShapeType="1"/>
              </p:cNvPicPr>
              <p:nvPr/>
            </p:nvPicPr>
            <p:blipFill>
              <a:blip r:embed="rId14"/>
              <a:stretch>
                <a:fillRect/>
              </a:stretch>
            </p:blipFill>
            <p:spPr>
              <a:xfrm>
                <a:off x="9426820" y="4565208"/>
                <a:ext cx="1974320" cy="1110555"/>
              </a:xfrm>
              <a:prstGeom prst="rect">
                <a:avLst/>
              </a:prstGeom>
              <a:ln w="3175">
                <a:solidFill>
                  <a:prstClr val="ltGray"/>
                </a:solidFill>
              </a:ln>
            </p:spPr>
          </p:pic>
        </mc:Fallback>
      </mc:AlternateContent>
    </p:spTree>
    <p:extLst>
      <p:ext uri="{BB962C8B-B14F-4D97-AF65-F5344CB8AC3E}">
        <p14:creationId xmlns:p14="http://schemas.microsoft.com/office/powerpoint/2010/main" val="198471568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C7FE4F8-1D50-3B4B-8AAC-2417CBBCFEA9}"/>
              </a:ext>
            </a:extLst>
          </p:cNvPr>
          <p:cNvSpPr/>
          <p:nvPr/>
        </p:nvSpPr>
        <p:spPr>
          <a:xfrm>
            <a:off x="1113306" y="2848249"/>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Tengo claridad de la misión del área</a:t>
            </a:r>
            <a:endParaRPr lang="es-MX" sz="1200">
              <a:solidFill>
                <a:sysClr val="windowText" lastClr="000000"/>
              </a:solidFill>
            </a:endParaRPr>
          </a:p>
        </p:txBody>
      </p:sp>
      <p:sp>
        <p:nvSpPr>
          <p:cNvPr id="7" name="Rectángulo 6">
            <a:extLst>
              <a:ext uri="{FF2B5EF4-FFF2-40B4-BE49-F238E27FC236}">
                <a16:creationId xmlns:a16="http://schemas.microsoft.com/office/drawing/2014/main" id="{9D12D446-A1FE-2D55-8ED8-9BF6AB433C6D}"/>
              </a:ext>
            </a:extLst>
          </p:cNvPr>
          <p:cNvSpPr/>
          <p:nvPr/>
        </p:nvSpPr>
        <p:spPr>
          <a:xfrm>
            <a:off x="1113302" y="3937432"/>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Me resultan claras las actividades de las posiciones de la plataforma</a:t>
            </a:r>
            <a:endParaRPr lang="es-MX" sz="1200">
              <a:solidFill>
                <a:sysClr val="windowText" lastClr="000000"/>
              </a:solidFill>
            </a:endParaRPr>
          </a:p>
        </p:txBody>
      </p:sp>
      <p:sp>
        <p:nvSpPr>
          <p:cNvPr id="9" name="Rectángulo 8">
            <a:extLst>
              <a:ext uri="{FF2B5EF4-FFF2-40B4-BE49-F238E27FC236}">
                <a16:creationId xmlns:a16="http://schemas.microsoft.com/office/drawing/2014/main" id="{01FD7DEA-CCB0-3F0F-FCE1-E42492D493A9}"/>
              </a:ext>
            </a:extLst>
          </p:cNvPr>
          <p:cNvSpPr/>
          <p:nvPr/>
        </p:nvSpPr>
        <p:spPr>
          <a:xfrm>
            <a:off x="1113301" y="4499420"/>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Percibo claridad de cada ocupante sobre la función de su puesto e impacto en los objetivos del área</a:t>
            </a:r>
            <a:endParaRPr lang="es-MX" sz="1200">
              <a:solidFill>
                <a:sysClr val="windowText" lastClr="000000"/>
              </a:solidFill>
            </a:endParaRPr>
          </a:p>
        </p:txBody>
      </p:sp>
      <p:sp>
        <p:nvSpPr>
          <p:cNvPr id="11" name="Rectángulo 10">
            <a:extLst>
              <a:ext uri="{FF2B5EF4-FFF2-40B4-BE49-F238E27FC236}">
                <a16:creationId xmlns:a16="http://schemas.microsoft.com/office/drawing/2014/main" id="{68E8AB1C-0912-901D-0DF3-E8CB08F3F881}"/>
              </a:ext>
            </a:extLst>
          </p:cNvPr>
          <p:cNvSpPr/>
          <p:nvPr/>
        </p:nvSpPr>
        <p:spPr>
          <a:xfrm>
            <a:off x="7009282"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12" name="Rectángulo 11">
            <a:extLst>
              <a:ext uri="{FF2B5EF4-FFF2-40B4-BE49-F238E27FC236}">
                <a16:creationId xmlns:a16="http://schemas.microsoft.com/office/drawing/2014/main" id="{00BAA50C-D38E-8DF6-685A-DAFAE69206BE}"/>
              </a:ext>
            </a:extLst>
          </p:cNvPr>
          <p:cNvSpPr/>
          <p:nvPr/>
        </p:nvSpPr>
        <p:spPr>
          <a:xfrm>
            <a:off x="7676032"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13" name="Rectángulo 12">
            <a:extLst>
              <a:ext uri="{FF2B5EF4-FFF2-40B4-BE49-F238E27FC236}">
                <a16:creationId xmlns:a16="http://schemas.microsoft.com/office/drawing/2014/main" id="{42D0F290-D177-ABE8-7B9A-391D7C05E93A}"/>
              </a:ext>
            </a:extLst>
          </p:cNvPr>
          <p:cNvSpPr/>
          <p:nvPr/>
        </p:nvSpPr>
        <p:spPr>
          <a:xfrm>
            <a:off x="8342782"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14" name="Rectángulo 13">
            <a:extLst>
              <a:ext uri="{FF2B5EF4-FFF2-40B4-BE49-F238E27FC236}">
                <a16:creationId xmlns:a16="http://schemas.microsoft.com/office/drawing/2014/main" id="{BC6835E8-F0BE-E0DA-D1F3-BF15948CC999}"/>
              </a:ext>
            </a:extLst>
          </p:cNvPr>
          <p:cNvSpPr/>
          <p:nvPr/>
        </p:nvSpPr>
        <p:spPr>
          <a:xfrm>
            <a:off x="9009532"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15" name="Rectángulo 14">
            <a:extLst>
              <a:ext uri="{FF2B5EF4-FFF2-40B4-BE49-F238E27FC236}">
                <a16:creationId xmlns:a16="http://schemas.microsoft.com/office/drawing/2014/main" id="{31B8A6E4-AF49-5BBB-2D6D-34655455BB58}"/>
              </a:ext>
            </a:extLst>
          </p:cNvPr>
          <p:cNvSpPr/>
          <p:nvPr/>
        </p:nvSpPr>
        <p:spPr>
          <a:xfrm>
            <a:off x="9676283"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17" name="CuadroTexto 16">
            <a:extLst>
              <a:ext uri="{FF2B5EF4-FFF2-40B4-BE49-F238E27FC236}">
                <a16:creationId xmlns:a16="http://schemas.microsoft.com/office/drawing/2014/main" id="{F1D06FE5-7F07-2D04-69DE-261CC6B68038}"/>
              </a:ext>
            </a:extLst>
          </p:cNvPr>
          <p:cNvSpPr txBox="1"/>
          <p:nvPr/>
        </p:nvSpPr>
        <p:spPr>
          <a:xfrm>
            <a:off x="1141883" y="1591212"/>
            <a:ext cx="9131670" cy="738664"/>
          </a:xfrm>
          <a:prstGeom prst="rect">
            <a:avLst/>
          </a:prstGeom>
          <a:noFill/>
        </p:spPr>
        <p:txBody>
          <a:bodyPr wrap="square">
            <a:spAutoFit/>
          </a:bodyPr>
          <a:lstStyle/>
          <a:p>
            <a:r>
              <a:rPr lang="es-ES" sz="1400" dirty="0"/>
              <a:t>Objetivo:</a:t>
            </a:r>
          </a:p>
          <a:p>
            <a:r>
              <a:rPr lang="es-ES" sz="1400" i="1" dirty="0"/>
              <a:t>Tener percepción y estatus actual de claridad de las funciones del área y entender necesidades a nivel plataforma de apoyos requeridos por organización</a:t>
            </a:r>
            <a:endParaRPr lang="es-MX" sz="1400" i="1" dirty="0"/>
          </a:p>
        </p:txBody>
      </p:sp>
      <p:sp>
        <p:nvSpPr>
          <p:cNvPr id="18" name="CuadroTexto 17">
            <a:extLst>
              <a:ext uri="{FF2B5EF4-FFF2-40B4-BE49-F238E27FC236}">
                <a16:creationId xmlns:a16="http://schemas.microsoft.com/office/drawing/2014/main" id="{EE4B3D03-78D4-E434-A214-B4F4ED3147E3}"/>
              </a:ext>
            </a:extLst>
          </p:cNvPr>
          <p:cNvSpPr txBox="1"/>
          <p:nvPr/>
        </p:nvSpPr>
        <p:spPr>
          <a:xfrm>
            <a:off x="6619346" y="2617745"/>
            <a:ext cx="1333500" cy="246221"/>
          </a:xfrm>
          <a:prstGeom prst="rect">
            <a:avLst/>
          </a:prstGeom>
          <a:noFill/>
        </p:spPr>
        <p:txBody>
          <a:bodyPr wrap="square" rtlCol="0">
            <a:spAutoFit/>
          </a:bodyPr>
          <a:lstStyle/>
          <a:p>
            <a:pPr algn="ctr"/>
            <a:r>
              <a:rPr lang="es-ES" sz="1000">
                <a:latin typeface="Calibri" panose="020F0502020204030204" pitchFamily="34" charset="0"/>
                <a:cs typeface="Calibri" panose="020F0502020204030204" pitchFamily="34" charset="0"/>
              </a:rPr>
              <a:t>T. Desacuerdo </a:t>
            </a:r>
            <a:endParaRPr lang="es-MX" sz="1000" err="1">
              <a:latin typeface="Calibri" panose="020F0502020204030204" pitchFamily="34" charset="0"/>
              <a:cs typeface="Calibri" panose="020F0502020204030204" pitchFamily="34" charset="0"/>
            </a:endParaRPr>
          </a:p>
        </p:txBody>
      </p:sp>
      <p:sp>
        <p:nvSpPr>
          <p:cNvPr id="19" name="CuadroTexto 18">
            <a:extLst>
              <a:ext uri="{FF2B5EF4-FFF2-40B4-BE49-F238E27FC236}">
                <a16:creationId xmlns:a16="http://schemas.microsoft.com/office/drawing/2014/main" id="{9F4BED0D-E57D-53BA-5559-732695A6AE78}"/>
              </a:ext>
            </a:extLst>
          </p:cNvPr>
          <p:cNvSpPr txBox="1"/>
          <p:nvPr/>
        </p:nvSpPr>
        <p:spPr>
          <a:xfrm>
            <a:off x="9219082" y="2617745"/>
            <a:ext cx="1333500" cy="246221"/>
          </a:xfrm>
          <a:prstGeom prst="rect">
            <a:avLst/>
          </a:prstGeom>
          <a:noFill/>
        </p:spPr>
        <p:txBody>
          <a:bodyPr wrap="square" rtlCol="0">
            <a:spAutoFit/>
          </a:bodyPr>
          <a:lstStyle/>
          <a:p>
            <a:pPr algn="ctr"/>
            <a:r>
              <a:rPr lang="es-ES" sz="1000">
                <a:latin typeface="Calibri" panose="020F0502020204030204" pitchFamily="34" charset="0"/>
                <a:cs typeface="Calibri" panose="020F0502020204030204" pitchFamily="34" charset="0"/>
              </a:rPr>
              <a:t>T. De acuerdo</a:t>
            </a:r>
            <a:endParaRPr lang="es-MX" sz="1000" err="1">
              <a:latin typeface="Calibri" panose="020F0502020204030204" pitchFamily="34" charset="0"/>
              <a:cs typeface="Calibri" panose="020F0502020204030204" pitchFamily="34" charset="0"/>
            </a:endParaRPr>
          </a:p>
        </p:txBody>
      </p:sp>
      <p:sp>
        <p:nvSpPr>
          <p:cNvPr id="20" name="Rectángulo 19">
            <a:extLst>
              <a:ext uri="{FF2B5EF4-FFF2-40B4-BE49-F238E27FC236}">
                <a16:creationId xmlns:a16="http://schemas.microsoft.com/office/drawing/2014/main" id="{A1ABDE23-FC17-AD90-BC9E-AF97FB35EE52}"/>
              </a:ext>
            </a:extLst>
          </p:cNvPr>
          <p:cNvSpPr/>
          <p:nvPr/>
        </p:nvSpPr>
        <p:spPr>
          <a:xfrm>
            <a:off x="1118071" y="3400699"/>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Entiendo el racional de los cambios</a:t>
            </a:r>
            <a:endParaRPr lang="es-MX" sz="1200">
              <a:solidFill>
                <a:sysClr val="windowText" lastClr="000000"/>
              </a:solidFill>
            </a:endParaRPr>
          </a:p>
        </p:txBody>
      </p:sp>
      <p:sp>
        <p:nvSpPr>
          <p:cNvPr id="21" name="Rectángulo 20">
            <a:extLst>
              <a:ext uri="{FF2B5EF4-FFF2-40B4-BE49-F238E27FC236}">
                <a16:creationId xmlns:a16="http://schemas.microsoft.com/office/drawing/2014/main" id="{7401378D-D1E9-5ABF-82D0-A09EADCF9921}"/>
              </a:ext>
            </a:extLst>
          </p:cNvPr>
          <p:cNvSpPr/>
          <p:nvPr/>
        </p:nvSpPr>
        <p:spPr>
          <a:xfrm>
            <a:off x="1113301" y="5085684"/>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Hay suficiente información para realizar adecuadamente las funciones y establecer objetivos clave del año</a:t>
            </a:r>
            <a:endParaRPr lang="es-MX" sz="1200">
              <a:solidFill>
                <a:sysClr val="windowText" lastClr="000000"/>
              </a:solidFill>
            </a:endParaRPr>
          </a:p>
        </p:txBody>
      </p:sp>
      <p:sp>
        <p:nvSpPr>
          <p:cNvPr id="22" name="Rectángulo 21">
            <a:extLst>
              <a:ext uri="{FF2B5EF4-FFF2-40B4-BE49-F238E27FC236}">
                <a16:creationId xmlns:a16="http://schemas.microsoft.com/office/drawing/2014/main" id="{8D4C2E17-7EE8-7AEE-3BC4-7954423416B6}"/>
              </a:ext>
            </a:extLst>
          </p:cNvPr>
          <p:cNvSpPr/>
          <p:nvPr/>
        </p:nvSpPr>
        <p:spPr>
          <a:xfrm>
            <a:off x="7009282"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23" name="Rectángulo 22">
            <a:extLst>
              <a:ext uri="{FF2B5EF4-FFF2-40B4-BE49-F238E27FC236}">
                <a16:creationId xmlns:a16="http://schemas.microsoft.com/office/drawing/2014/main" id="{E195C6FE-0878-BD6F-4278-3D68E6995819}"/>
              </a:ext>
            </a:extLst>
          </p:cNvPr>
          <p:cNvSpPr/>
          <p:nvPr/>
        </p:nvSpPr>
        <p:spPr>
          <a:xfrm>
            <a:off x="7676032"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24" name="Rectángulo 23">
            <a:extLst>
              <a:ext uri="{FF2B5EF4-FFF2-40B4-BE49-F238E27FC236}">
                <a16:creationId xmlns:a16="http://schemas.microsoft.com/office/drawing/2014/main" id="{DA76184A-3627-12F3-AEE9-0E4AEB0FDEFE}"/>
              </a:ext>
            </a:extLst>
          </p:cNvPr>
          <p:cNvSpPr/>
          <p:nvPr/>
        </p:nvSpPr>
        <p:spPr>
          <a:xfrm>
            <a:off x="8342782"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25" name="Rectángulo 24">
            <a:extLst>
              <a:ext uri="{FF2B5EF4-FFF2-40B4-BE49-F238E27FC236}">
                <a16:creationId xmlns:a16="http://schemas.microsoft.com/office/drawing/2014/main" id="{FB1E6A43-E234-0F28-0C55-54B7DD1CC80F}"/>
              </a:ext>
            </a:extLst>
          </p:cNvPr>
          <p:cNvSpPr/>
          <p:nvPr/>
        </p:nvSpPr>
        <p:spPr>
          <a:xfrm>
            <a:off x="9009532"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26" name="Rectángulo 25">
            <a:extLst>
              <a:ext uri="{FF2B5EF4-FFF2-40B4-BE49-F238E27FC236}">
                <a16:creationId xmlns:a16="http://schemas.microsoft.com/office/drawing/2014/main" id="{47C3E97C-D33B-9B32-142A-8681DE8DDAEF}"/>
              </a:ext>
            </a:extLst>
          </p:cNvPr>
          <p:cNvSpPr/>
          <p:nvPr/>
        </p:nvSpPr>
        <p:spPr>
          <a:xfrm>
            <a:off x="9676283"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27" name="Rectángulo 26">
            <a:extLst>
              <a:ext uri="{FF2B5EF4-FFF2-40B4-BE49-F238E27FC236}">
                <a16:creationId xmlns:a16="http://schemas.microsoft.com/office/drawing/2014/main" id="{CB426A0A-057F-CD5D-5ECB-DE46EE96DBDE}"/>
              </a:ext>
            </a:extLst>
          </p:cNvPr>
          <p:cNvSpPr/>
          <p:nvPr/>
        </p:nvSpPr>
        <p:spPr>
          <a:xfrm>
            <a:off x="7009282"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28" name="Rectángulo 27">
            <a:extLst>
              <a:ext uri="{FF2B5EF4-FFF2-40B4-BE49-F238E27FC236}">
                <a16:creationId xmlns:a16="http://schemas.microsoft.com/office/drawing/2014/main" id="{F56E75B3-107F-CB1B-7F16-52AB46B217A0}"/>
              </a:ext>
            </a:extLst>
          </p:cNvPr>
          <p:cNvSpPr/>
          <p:nvPr/>
        </p:nvSpPr>
        <p:spPr>
          <a:xfrm>
            <a:off x="7676032"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29" name="Rectángulo 28">
            <a:extLst>
              <a:ext uri="{FF2B5EF4-FFF2-40B4-BE49-F238E27FC236}">
                <a16:creationId xmlns:a16="http://schemas.microsoft.com/office/drawing/2014/main" id="{00A9E07E-BC25-19F0-7E29-6EA050AE4FD2}"/>
              </a:ext>
            </a:extLst>
          </p:cNvPr>
          <p:cNvSpPr/>
          <p:nvPr/>
        </p:nvSpPr>
        <p:spPr>
          <a:xfrm>
            <a:off x="8342782"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30" name="Rectángulo 29">
            <a:extLst>
              <a:ext uri="{FF2B5EF4-FFF2-40B4-BE49-F238E27FC236}">
                <a16:creationId xmlns:a16="http://schemas.microsoft.com/office/drawing/2014/main" id="{0F3CD23E-008B-96BB-6553-057E3D828213}"/>
              </a:ext>
            </a:extLst>
          </p:cNvPr>
          <p:cNvSpPr/>
          <p:nvPr/>
        </p:nvSpPr>
        <p:spPr>
          <a:xfrm>
            <a:off x="9009532"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31" name="Rectángulo 30">
            <a:extLst>
              <a:ext uri="{FF2B5EF4-FFF2-40B4-BE49-F238E27FC236}">
                <a16:creationId xmlns:a16="http://schemas.microsoft.com/office/drawing/2014/main" id="{D4C25EC9-011F-3816-1A58-2C6E58DB342E}"/>
              </a:ext>
            </a:extLst>
          </p:cNvPr>
          <p:cNvSpPr/>
          <p:nvPr/>
        </p:nvSpPr>
        <p:spPr>
          <a:xfrm>
            <a:off x="9676283"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32" name="Rectángulo 31">
            <a:extLst>
              <a:ext uri="{FF2B5EF4-FFF2-40B4-BE49-F238E27FC236}">
                <a16:creationId xmlns:a16="http://schemas.microsoft.com/office/drawing/2014/main" id="{C58A2AF4-113F-A799-EFE4-1A902C2B0763}"/>
              </a:ext>
            </a:extLst>
          </p:cNvPr>
          <p:cNvSpPr/>
          <p:nvPr/>
        </p:nvSpPr>
        <p:spPr>
          <a:xfrm>
            <a:off x="7009278"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33" name="Rectángulo 32">
            <a:extLst>
              <a:ext uri="{FF2B5EF4-FFF2-40B4-BE49-F238E27FC236}">
                <a16:creationId xmlns:a16="http://schemas.microsoft.com/office/drawing/2014/main" id="{F2DA68DD-9EF6-F60A-7687-BB917FC39F87}"/>
              </a:ext>
            </a:extLst>
          </p:cNvPr>
          <p:cNvSpPr/>
          <p:nvPr/>
        </p:nvSpPr>
        <p:spPr>
          <a:xfrm>
            <a:off x="7676028"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34" name="Rectángulo 33">
            <a:extLst>
              <a:ext uri="{FF2B5EF4-FFF2-40B4-BE49-F238E27FC236}">
                <a16:creationId xmlns:a16="http://schemas.microsoft.com/office/drawing/2014/main" id="{53142616-0094-6DC4-48F1-FA37A2A17640}"/>
              </a:ext>
            </a:extLst>
          </p:cNvPr>
          <p:cNvSpPr/>
          <p:nvPr/>
        </p:nvSpPr>
        <p:spPr>
          <a:xfrm>
            <a:off x="8342778"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35" name="Rectángulo 34">
            <a:extLst>
              <a:ext uri="{FF2B5EF4-FFF2-40B4-BE49-F238E27FC236}">
                <a16:creationId xmlns:a16="http://schemas.microsoft.com/office/drawing/2014/main" id="{46D49AC2-BD04-6DBE-818D-697878E1DF70}"/>
              </a:ext>
            </a:extLst>
          </p:cNvPr>
          <p:cNvSpPr/>
          <p:nvPr/>
        </p:nvSpPr>
        <p:spPr>
          <a:xfrm>
            <a:off x="9009528"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36" name="Rectángulo 35">
            <a:extLst>
              <a:ext uri="{FF2B5EF4-FFF2-40B4-BE49-F238E27FC236}">
                <a16:creationId xmlns:a16="http://schemas.microsoft.com/office/drawing/2014/main" id="{10011520-7618-A3C8-798B-5836617AD8CC}"/>
              </a:ext>
            </a:extLst>
          </p:cNvPr>
          <p:cNvSpPr/>
          <p:nvPr/>
        </p:nvSpPr>
        <p:spPr>
          <a:xfrm>
            <a:off x="9676279"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37" name="Rectángulo 36">
            <a:extLst>
              <a:ext uri="{FF2B5EF4-FFF2-40B4-BE49-F238E27FC236}">
                <a16:creationId xmlns:a16="http://schemas.microsoft.com/office/drawing/2014/main" id="{F94D6656-5C4D-D893-4041-37DA27F2EA55}"/>
              </a:ext>
            </a:extLst>
          </p:cNvPr>
          <p:cNvSpPr/>
          <p:nvPr/>
        </p:nvSpPr>
        <p:spPr>
          <a:xfrm>
            <a:off x="7009282"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38" name="Rectángulo 37">
            <a:extLst>
              <a:ext uri="{FF2B5EF4-FFF2-40B4-BE49-F238E27FC236}">
                <a16:creationId xmlns:a16="http://schemas.microsoft.com/office/drawing/2014/main" id="{A9162D19-B604-E685-83B3-82B7DEDE0227}"/>
              </a:ext>
            </a:extLst>
          </p:cNvPr>
          <p:cNvSpPr/>
          <p:nvPr/>
        </p:nvSpPr>
        <p:spPr>
          <a:xfrm>
            <a:off x="7676032"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39" name="Rectángulo 38">
            <a:extLst>
              <a:ext uri="{FF2B5EF4-FFF2-40B4-BE49-F238E27FC236}">
                <a16:creationId xmlns:a16="http://schemas.microsoft.com/office/drawing/2014/main" id="{2184184E-6F5C-5679-F5E2-F9BE720EDCF6}"/>
              </a:ext>
            </a:extLst>
          </p:cNvPr>
          <p:cNvSpPr/>
          <p:nvPr/>
        </p:nvSpPr>
        <p:spPr>
          <a:xfrm>
            <a:off x="8342782"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40" name="Rectángulo 39">
            <a:extLst>
              <a:ext uri="{FF2B5EF4-FFF2-40B4-BE49-F238E27FC236}">
                <a16:creationId xmlns:a16="http://schemas.microsoft.com/office/drawing/2014/main" id="{2C91F9A0-9AF9-626F-9293-CE0E105B592B}"/>
              </a:ext>
            </a:extLst>
          </p:cNvPr>
          <p:cNvSpPr/>
          <p:nvPr/>
        </p:nvSpPr>
        <p:spPr>
          <a:xfrm>
            <a:off x="9009532"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41" name="Rectángulo 40">
            <a:extLst>
              <a:ext uri="{FF2B5EF4-FFF2-40B4-BE49-F238E27FC236}">
                <a16:creationId xmlns:a16="http://schemas.microsoft.com/office/drawing/2014/main" id="{F2DFFA15-F145-F25C-0AEC-D3991E68F61F}"/>
              </a:ext>
            </a:extLst>
          </p:cNvPr>
          <p:cNvSpPr/>
          <p:nvPr/>
        </p:nvSpPr>
        <p:spPr>
          <a:xfrm>
            <a:off x="9676283"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4" name="Título 3">
            <a:extLst>
              <a:ext uri="{FF2B5EF4-FFF2-40B4-BE49-F238E27FC236}">
                <a16:creationId xmlns:a16="http://schemas.microsoft.com/office/drawing/2014/main" id="{AED201DD-66CC-23E3-BDD9-16094502AFFB}"/>
              </a:ext>
            </a:extLst>
          </p:cNvPr>
          <p:cNvSpPr>
            <a:spLocks noGrp="1"/>
          </p:cNvSpPr>
          <p:nvPr>
            <p:ph type="title"/>
          </p:nvPr>
        </p:nvSpPr>
        <p:spPr/>
        <p:txBody>
          <a:bodyPr/>
          <a:lstStyle/>
          <a:p>
            <a:r>
              <a:rPr lang="es-ES"/>
              <a:t>Percepción inicial</a:t>
            </a:r>
            <a:endParaRPr lang="es-MX"/>
          </a:p>
        </p:txBody>
      </p:sp>
      <p:pic>
        <p:nvPicPr>
          <p:cNvPr id="16" name="Imagen 15" descr="Dibujo de una mesa de billar&#10;&#10;El contenido generado por IA puede ser incorrecto.">
            <a:extLst>
              <a:ext uri="{FF2B5EF4-FFF2-40B4-BE49-F238E27FC236}">
                <a16:creationId xmlns:a16="http://schemas.microsoft.com/office/drawing/2014/main" id="{193AC80E-E1CF-5F56-3F58-51BAF96111B7}"/>
              </a:ext>
            </a:extLst>
          </p:cNvPr>
          <p:cNvPicPr>
            <a:picLocks noChangeAspect="1"/>
          </p:cNvPicPr>
          <p:nvPr/>
        </p:nvPicPr>
        <p:blipFill>
          <a:blip r:embed="rId3"/>
          <a:srcRect l="1" t="33913" r="73823" b="37793"/>
          <a:stretch>
            <a:fillRect/>
          </a:stretch>
        </p:blipFill>
        <p:spPr>
          <a:xfrm>
            <a:off x="10257742" y="1138561"/>
            <a:ext cx="499639" cy="540072"/>
          </a:xfrm>
          <a:prstGeom prst="rect">
            <a:avLst/>
          </a:prstGeom>
        </p:spPr>
      </p:pic>
      <p:pic>
        <p:nvPicPr>
          <p:cNvPr id="42" name="Imagen 41" descr="Dibujo de una mesa de billar&#10;&#10;El contenido generado por IA puede ser incorrecto.">
            <a:extLst>
              <a:ext uri="{FF2B5EF4-FFF2-40B4-BE49-F238E27FC236}">
                <a16:creationId xmlns:a16="http://schemas.microsoft.com/office/drawing/2014/main" id="{AACD539C-1822-BBCF-47AE-327BD1052819}"/>
              </a:ext>
            </a:extLst>
          </p:cNvPr>
          <p:cNvPicPr>
            <a:picLocks noChangeAspect="1"/>
          </p:cNvPicPr>
          <p:nvPr/>
        </p:nvPicPr>
        <p:blipFill>
          <a:blip r:embed="rId3"/>
          <a:srcRect l="35165" t="34124" r="37291" b="37600"/>
          <a:stretch>
            <a:fillRect/>
          </a:stretch>
        </p:blipFill>
        <p:spPr>
          <a:xfrm>
            <a:off x="10795481" y="1148086"/>
            <a:ext cx="526080" cy="540072"/>
          </a:xfrm>
          <a:prstGeom prst="rect">
            <a:avLst/>
          </a:prstGeom>
        </p:spPr>
      </p:pic>
      <p:pic>
        <p:nvPicPr>
          <p:cNvPr id="43" name="Imagen 42" descr="Dibujo de una mesa de billar&#10;&#10;El contenido generado por IA puede ser incorrecto.">
            <a:extLst>
              <a:ext uri="{FF2B5EF4-FFF2-40B4-BE49-F238E27FC236}">
                <a16:creationId xmlns:a16="http://schemas.microsoft.com/office/drawing/2014/main" id="{F061F245-D21D-A0AB-19FA-811020F3C83E}"/>
              </a:ext>
            </a:extLst>
          </p:cNvPr>
          <p:cNvPicPr>
            <a:picLocks noChangeAspect="1"/>
          </p:cNvPicPr>
          <p:nvPr/>
        </p:nvPicPr>
        <p:blipFill>
          <a:blip r:embed="rId3"/>
          <a:srcRect l="73050" t="35171" b="36667"/>
          <a:stretch>
            <a:fillRect/>
          </a:stretch>
        </p:blipFill>
        <p:spPr>
          <a:xfrm>
            <a:off x="11359661" y="1169319"/>
            <a:ext cx="514747" cy="537889"/>
          </a:xfrm>
          <a:prstGeom prst="rect">
            <a:avLst/>
          </a:prstGeom>
        </p:spPr>
      </p:pic>
    </p:spTree>
    <p:extLst>
      <p:ext uri="{BB962C8B-B14F-4D97-AF65-F5344CB8AC3E}">
        <p14:creationId xmlns:p14="http://schemas.microsoft.com/office/powerpoint/2010/main" val="946345740"/>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7" name="Rectángulo 46">
            <a:extLst>
              <a:ext uri="{FF2B5EF4-FFF2-40B4-BE49-F238E27FC236}">
                <a16:creationId xmlns:a16="http://schemas.microsoft.com/office/drawing/2014/main" id="{AA692062-D8DD-BC82-359B-CCC7818A691B}"/>
              </a:ext>
            </a:extLst>
          </p:cNvPr>
          <p:cNvSpPr/>
          <p:nvPr/>
        </p:nvSpPr>
        <p:spPr>
          <a:xfrm>
            <a:off x="5555311" y="6647290"/>
            <a:ext cx="1081378" cy="1726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alibri" panose="020F0502020204030204"/>
            </a:endParaRPr>
          </a:p>
        </p:txBody>
      </p:sp>
      <p:sp>
        <p:nvSpPr>
          <p:cNvPr id="46" name="Título 3">
            <a:extLst>
              <a:ext uri="{FF2B5EF4-FFF2-40B4-BE49-F238E27FC236}">
                <a16:creationId xmlns:a16="http://schemas.microsoft.com/office/drawing/2014/main" id="{BF4FBAF8-EEF3-881A-D787-8647C59DBF10}"/>
              </a:ext>
            </a:extLst>
          </p:cNvPr>
          <p:cNvSpPr txBox="1">
            <a:spLocks/>
          </p:cNvSpPr>
          <p:nvPr/>
        </p:nvSpPr>
        <p:spPr>
          <a:xfrm>
            <a:off x="190500" y="121330"/>
            <a:ext cx="7896000" cy="777875"/>
          </a:xfrm>
          <a:prstGeom prst="rect">
            <a:avLst/>
          </a:prstGeom>
        </p:spPr>
        <p:txBody>
          <a:bodyPr/>
          <a:lstStyle>
            <a:lvl1pPr algn="l" rtl="0" eaLnBrk="1" fontAlgn="base" hangingPunct="1">
              <a:spcBef>
                <a:spcPct val="0"/>
              </a:spcBef>
              <a:spcAft>
                <a:spcPct val="0"/>
              </a:spcAft>
              <a:defRPr sz="2133" b="1" kern="1200">
                <a:solidFill>
                  <a:schemeClr val="tx1"/>
                </a:solidFill>
                <a:latin typeface="Calibri" panose="020F0502020204030204" pitchFamily="34" charset="0"/>
                <a:ea typeface="ＭＳ Ｐゴシック" charset="0"/>
                <a:cs typeface="Calibri" panose="020F0502020204030204" pitchFamily="34" charset="0"/>
              </a:defRPr>
            </a:lvl1pPr>
            <a:lvl2pPr algn="l" rtl="0" eaLnBrk="1" fontAlgn="base" hangingPunct="1">
              <a:spcBef>
                <a:spcPct val="0"/>
              </a:spcBef>
              <a:spcAft>
                <a:spcPct val="0"/>
              </a:spcAft>
              <a:defRPr sz="2667" b="1">
                <a:solidFill>
                  <a:srgbClr val="404040"/>
                </a:solidFill>
                <a:latin typeface="Arial" charset="0"/>
                <a:ea typeface="ＭＳ Ｐゴシック" charset="0"/>
              </a:defRPr>
            </a:lvl2pPr>
            <a:lvl3pPr algn="l" rtl="0" eaLnBrk="1" fontAlgn="base" hangingPunct="1">
              <a:spcBef>
                <a:spcPct val="0"/>
              </a:spcBef>
              <a:spcAft>
                <a:spcPct val="0"/>
              </a:spcAft>
              <a:defRPr sz="2667" b="1">
                <a:solidFill>
                  <a:srgbClr val="404040"/>
                </a:solidFill>
                <a:latin typeface="Arial" charset="0"/>
                <a:ea typeface="ＭＳ Ｐゴシック" charset="0"/>
              </a:defRPr>
            </a:lvl3pPr>
            <a:lvl4pPr algn="l" rtl="0" eaLnBrk="1" fontAlgn="base" hangingPunct="1">
              <a:spcBef>
                <a:spcPct val="0"/>
              </a:spcBef>
              <a:spcAft>
                <a:spcPct val="0"/>
              </a:spcAft>
              <a:defRPr sz="2667" b="1">
                <a:solidFill>
                  <a:srgbClr val="404040"/>
                </a:solidFill>
                <a:latin typeface="Arial" charset="0"/>
                <a:ea typeface="ＭＳ Ｐゴシック" charset="0"/>
              </a:defRPr>
            </a:lvl4pPr>
            <a:lvl5pPr algn="l" rtl="0" eaLnBrk="1" fontAlgn="base" hangingPunct="1">
              <a:spcBef>
                <a:spcPct val="0"/>
              </a:spcBef>
              <a:spcAft>
                <a:spcPct val="0"/>
              </a:spcAft>
              <a:defRPr sz="2667" b="1">
                <a:solidFill>
                  <a:srgbClr val="404040"/>
                </a:solidFill>
                <a:latin typeface="Arial" charset="0"/>
                <a:ea typeface="ＭＳ Ｐゴシック" charset="0"/>
              </a:defRPr>
            </a:lvl5pPr>
            <a:lvl6pPr marL="609585" algn="l" rtl="0" eaLnBrk="1" fontAlgn="base" hangingPunct="1">
              <a:spcBef>
                <a:spcPct val="0"/>
              </a:spcBef>
              <a:spcAft>
                <a:spcPct val="0"/>
              </a:spcAft>
              <a:defRPr sz="2933" b="1">
                <a:solidFill>
                  <a:srgbClr val="840E27"/>
                </a:solidFill>
                <a:latin typeface="Arial" charset="0"/>
                <a:ea typeface="ＭＳ Ｐゴシック" charset="0"/>
              </a:defRPr>
            </a:lvl6pPr>
            <a:lvl7pPr marL="1219170" algn="l" rtl="0" eaLnBrk="1" fontAlgn="base" hangingPunct="1">
              <a:spcBef>
                <a:spcPct val="0"/>
              </a:spcBef>
              <a:spcAft>
                <a:spcPct val="0"/>
              </a:spcAft>
              <a:defRPr sz="2933" b="1">
                <a:solidFill>
                  <a:srgbClr val="840E27"/>
                </a:solidFill>
                <a:latin typeface="Arial" charset="0"/>
                <a:ea typeface="ＭＳ Ｐゴシック" charset="0"/>
              </a:defRPr>
            </a:lvl7pPr>
            <a:lvl8pPr marL="1828754" algn="l" rtl="0" eaLnBrk="1" fontAlgn="base" hangingPunct="1">
              <a:spcBef>
                <a:spcPct val="0"/>
              </a:spcBef>
              <a:spcAft>
                <a:spcPct val="0"/>
              </a:spcAft>
              <a:defRPr sz="2933" b="1">
                <a:solidFill>
                  <a:srgbClr val="840E27"/>
                </a:solidFill>
                <a:latin typeface="Arial" charset="0"/>
                <a:ea typeface="ＭＳ Ｐゴシック" charset="0"/>
              </a:defRPr>
            </a:lvl8pPr>
            <a:lvl9pPr marL="2438339" algn="l" rtl="0" eaLnBrk="1" fontAlgn="base" hangingPunct="1">
              <a:spcBef>
                <a:spcPct val="0"/>
              </a:spcBef>
              <a:spcAft>
                <a:spcPct val="0"/>
              </a:spcAft>
              <a:defRPr sz="2933" b="1">
                <a:solidFill>
                  <a:srgbClr val="840E27"/>
                </a:solidFill>
                <a:latin typeface="Arial" charset="0"/>
                <a:ea typeface="ＭＳ Ｐゴシック" charset="0"/>
              </a:defRPr>
            </a:lvl9pPr>
          </a:lstStyle>
          <a:p>
            <a:r>
              <a:rPr lang="es-ES" dirty="0"/>
              <a:t>Descripción de Puesto | Director Fiscal y Contraloría</a:t>
            </a:r>
          </a:p>
          <a:p>
            <a:r>
              <a:rPr lang="es-ES" b="0" i="1" dirty="0"/>
              <a:t>Propósito y Contribuciones</a:t>
            </a:r>
            <a:endParaRPr lang="es-MX" b="0" i="1" dirty="0"/>
          </a:p>
        </p:txBody>
      </p:sp>
      <p:sp>
        <p:nvSpPr>
          <p:cNvPr id="54" name="CuadroTexto 53">
            <a:extLst>
              <a:ext uri="{FF2B5EF4-FFF2-40B4-BE49-F238E27FC236}">
                <a16:creationId xmlns:a16="http://schemas.microsoft.com/office/drawing/2014/main" id="{C7C6C5F9-CD84-5062-30F4-5D3F11BAFC67}"/>
              </a:ext>
            </a:extLst>
          </p:cNvPr>
          <p:cNvSpPr txBox="1"/>
          <p:nvPr/>
        </p:nvSpPr>
        <p:spPr>
          <a:xfrm>
            <a:off x="266700" y="2190884"/>
            <a:ext cx="11668125" cy="437812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R="0" lvl="0" algn="just" defTabSz="457200" rtl="0" eaLnBrk="1" fontAlgn="base" latinLnBrk="0" hangingPunct="1">
              <a:lnSpc>
                <a:spcPct val="100000"/>
              </a:lnSpc>
              <a:spcBef>
                <a:spcPct val="20000"/>
              </a:spcBef>
              <a:spcAft>
                <a:spcPct val="0"/>
              </a:spcAft>
              <a:buClr>
                <a:srgbClr val="840E27"/>
              </a:buClr>
              <a:buSzTx/>
              <a:tabLst/>
              <a:defRPr/>
            </a:pPr>
            <a:r>
              <a:rPr lang="es-MX" sz="1200" b="1" dirty="0">
                <a:solidFill>
                  <a:prstClr val="black"/>
                </a:solidFill>
                <a:latin typeface="+mn-lt"/>
              </a:rPr>
              <a:t>Contribuciones:</a:t>
            </a:r>
            <a:endParaRPr lang="es-MX" sz="1200" b="1" dirty="0">
              <a:solidFill>
                <a:prstClr val="black"/>
              </a:solidFill>
            </a:endParaRP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Planear, aprobar y dirigir estrategias fiscales adecuadas; </a:t>
            </a:r>
            <a:r>
              <a:rPr lang="es-ES" sz="1050" dirty="0">
                <a:solidFill>
                  <a:prstClr val="black"/>
                </a:solidFill>
                <a:ea typeface="ＭＳ Ｐゴシック"/>
              </a:rPr>
              <a:t>a</a:t>
            </a:r>
            <a:r>
              <a:rPr lang="es-ES" sz="1050" dirty="0">
                <a:solidFill>
                  <a:prstClr val="black"/>
                </a:solidFill>
                <a:ea typeface="ＭＳ Ｐゴシック"/>
                <a:cs typeface="Arial"/>
              </a:rPr>
              <a:t>sesora</a:t>
            </a:r>
            <a:r>
              <a:rPr lang="es-ES" sz="1050" dirty="0">
                <a:solidFill>
                  <a:prstClr val="black"/>
                </a:solidFill>
                <a:ea typeface="ＭＳ Ｐゴシック"/>
              </a:rPr>
              <a:t>ndo </a:t>
            </a:r>
            <a:r>
              <a:rPr lang="es-ES" sz="1050" dirty="0">
                <a:solidFill>
                  <a:prstClr val="black"/>
                </a:solidFill>
                <a:ea typeface="ＭＳ Ｐゴシック"/>
                <a:cs typeface="Arial"/>
              </a:rPr>
              <a:t>a otras figuras en el negocio en la consecución de estas estrategias.</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Asegurar, vigilar y dirigir la aplicación de las disposiciones fiscales en materia de impuestos federales, estatales y municipales y precios de transferencia a través del análisis de los cambios en la legislación fiscal y su aplicación, así como la implementación de puntos de control a revisar, esto con la finalidad de asegurar el cumplimiento de las disposiciones fiscales aplicables.</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Garantizar la gestión, atención y seguimiento a requerimientos de información de las autoridades fiscales (Municipales, Estatales y Federales), así como de auditoría externa, interna y terceros, manteniendo comunicación con el personal de las diferentes dependencias gubernamentales, esto con la finalidad de salvaguardar el patrimonio del negocio evitando penalidades por parte de las autoridades fiscales.</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Planear y dirigir la optimización de la carga tributaria de las entidades que operan en México, esto se logra implementando planes y estrategias fiscales que ayuden a optimizar la carga fiscal de la empresa y dar un correcto cumplimiento con las obligaciones fiscales.</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Garantizar el seguimiento a los procedimientos de recuperación de saldos de impuestos a favor a través del análisis y planeación de los medios óptimos para la recuperación de dichos saldos a favor y de esta manera evitar el menoscabo del patrimonio de la empresa.</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Evaluar impactos en las posibles reformas fiscales futuras, realizando estrategias que mitiguen los riesgos derivados.</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Dirigir la gestión y configuración de las herramientas adecuadas para el respaldo y documentación de los procesos fiscales actuales y los derivados de reformas en curso.</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Asegurar la eficiencia del Sistema de Control Interno: diseño de los controles en los procesos relacionados con cuentas significativas de los estados financieros, autorización, procesamiento y reporte de transacciones significativas, emisión de controles para prevenir y detectar fraudes, así como la definición adecuada de segregación de funciones y determinar controles para el proceso de reportes financieros, así como para la salvaguarda de activos.</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Salvaguardar la cultura de control interno en las operaciones administrativas de todas las </a:t>
            </a:r>
            <a:r>
              <a:rPr lang="es-ES" sz="1050" dirty="0" err="1">
                <a:solidFill>
                  <a:prstClr val="black"/>
                </a:solidFill>
                <a:ea typeface="ＭＳ Ｐゴシック"/>
                <a:cs typeface="Arial"/>
              </a:rPr>
              <a:t>UdN</a:t>
            </a:r>
            <a:r>
              <a:rPr lang="es-ES" sz="1050" dirty="0">
                <a:solidFill>
                  <a:prstClr val="black"/>
                </a:solidFill>
                <a:ea typeface="ＭＳ Ｐゴシック"/>
                <a:cs typeface="Arial"/>
              </a:rPr>
              <a:t> de OXXO Mx, diseñando un sistema integrado y centralizado de gestión de Control Interno en donde se contemplen planes de trabajo, métodos, principios, normas, procedimientos y mecanismos de verificación y evaluación adoptados.</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Representar al negocio ante auditoría interna y externa en  el proceso de revisión anual, garantizando el apego al marco normativo e integridad de reportes.</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Emitir información financiera: Asegurar la integridad, relevancia y visibilidad de la información financiera por cada división o segmento de negocio.</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Difundir criterios y políticas contables: Homologar criterios y políticas contables de FEMSA para asegurar la integración financiera de nuevos negocios en OXXO MX.</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Establecer un marco de normatividad contable: Garantizar que las políticas contables estén alineadas con la normatividad de FEMSA y los Principios Contables Internacionales (IFRS).</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Determinar y controlar el adecuado funcionamiento del sistema de prevención de Operaciones Ilícitas, Lavado de Dinero y Financiamiento al Terrorismo.</a:t>
            </a:r>
          </a:p>
          <a:p>
            <a:pPr marL="171450" lvl="0" indent="-171450" algn="just" defTabSz="342900" fontAlgn="base">
              <a:spcBef>
                <a:spcPct val="20000"/>
              </a:spcBef>
              <a:spcAft>
                <a:spcPct val="0"/>
              </a:spcAft>
              <a:buClr>
                <a:srgbClr val="840E27"/>
              </a:buClr>
              <a:buFont typeface="Arial" charset="0"/>
              <a:buAutoNum type="arabicPeriod"/>
              <a:defRPr/>
            </a:pPr>
            <a:r>
              <a:rPr lang="es-ES" sz="1050" dirty="0">
                <a:solidFill>
                  <a:prstClr val="black"/>
                </a:solidFill>
                <a:ea typeface="ＭＳ Ｐゴシック"/>
                <a:cs typeface="Arial"/>
              </a:rPr>
              <a:t>Asegurar una metodología de prevención basada en la creación de modelos con soluciones de Inteligencia y ciencia de datos, que permita la reducción de perdida y fraude monetario.</a:t>
            </a:r>
          </a:p>
        </p:txBody>
      </p:sp>
      <p:sp>
        <p:nvSpPr>
          <p:cNvPr id="56" name="CuadroTexto 55">
            <a:extLst>
              <a:ext uri="{FF2B5EF4-FFF2-40B4-BE49-F238E27FC236}">
                <a16:creationId xmlns:a16="http://schemas.microsoft.com/office/drawing/2014/main" id="{10AE335B-E5D2-A6A7-EFF5-4DBB7DACAAF6}"/>
              </a:ext>
            </a:extLst>
          </p:cNvPr>
          <p:cNvSpPr txBox="1"/>
          <p:nvPr/>
        </p:nvSpPr>
        <p:spPr>
          <a:xfrm>
            <a:off x="266700" y="1192128"/>
            <a:ext cx="11668125"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s-MX" sz="1200" b="1" dirty="0"/>
              <a:t>Propósito: </a:t>
            </a:r>
            <a:r>
              <a:rPr lang="es-ES" sz="1200" dirty="0">
                <a:solidFill>
                  <a:prstClr val="black"/>
                </a:solidFill>
              </a:rPr>
              <a:t>Definir, dirigir y consolidar la estrategia fiscal para su aplicación, vigilancia e implementación dentro de las disposiciones fiscales aplicables, ya sean federales, estatales, municipales o de carácter internacional. Así como, asegurar sistemas de información contable, que generen información y análisis confiables y oportunos para promover la toma de decisiones, mediante la emisión de los Estados Financieros bajo las normas internacionales IFRS. Establecer ambientes de control interno que garanticen la salvaguarda de los recursos, verificar la exactitud y veracidad de la información financiera y administrativa, promover la eficiencia en las operaciones, estimular el acatamiento de las decisiones adoptadas y lograr el cumplimiento de las metas y objetivos programados, acompañado del diseño de políticas y procedimientos necesarios bajo el marco normativo COSO. </a:t>
            </a:r>
          </a:p>
        </p:txBody>
      </p:sp>
    </p:spTree>
    <p:extLst>
      <p:ext uri="{BB962C8B-B14F-4D97-AF65-F5344CB8AC3E}">
        <p14:creationId xmlns:p14="http://schemas.microsoft.com/office/powerpoint/2010/main" val="679105534"/>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Título 3">
            <a:extLst>
              <a:ext uri="{FF2B5EF4-FFF2-40B4-BE49-F238E27FC236}">
                <a16:creationId xmlns:a16="http://schemas.microsoft.com/office/drawing/2014/main" id="{5079D1B5-39DA-A17E-E874-D9C06961D0EE}"/>
              </a:ext>
            </a:extLst>
          </p:cNvPr>
          <p:cNvSpPr txBox="1">
            <a:spLocks/>
          </p:cNvSpPr>
          <p:nvPr/>
        </p:nvSpPr>
        <p:spPr>
          <a:xfrm>
            <a:off x="190500" y="121330"/>
            <a:ext cx="7896000" cy="777875"/>
          </a:xfrm>
          <a:prstGeom prst="rect">
            <a:avLst/>
          </a:prstGeom>
        </p:spPr>
        <p:txBody>
          <a:bodyPr/>
          <a:lstStyle>
            <a:lvl1pPr algn="l" rtl="0" eaLnBrk="1" fontAlgn="base" hangingPunct="1">
              <a:spcBef>
                <a:spcPct val="0"/>
              </a:spcBef>
              <a:spcAft>
                <a:spcPct val="0"/>
              </a:spcAft>
              <a:defRPr sz="2133" b="1" kern="1200">
                <a:solidFill>
                  <a:schemeClr val="tx1"/>
                </a:solidFill>
                <a:latin typeface="Calibri" panose="020F0502020204030204" pitchFamily="34" charset="0"/>
                <a:ea typeface="ＭＳ Ｐゴシック" charset="0"/>
                <a:cs typeface="Calibri" panose="020F0502020204030204" pitchFamily="34" charset="0"/>
              </a:defRPr>
            </a:lvl1pPr>
            <a:lvl2pPr algn="l" rtl="0" eaLnBrk="1" fontAlgn="base" hangingPunct="1">
              <a:spcBef>
                <a:spcPct val="0"/>
              </a:spcBef>
              <a:spcAft>
                <a:spcPct val="0"/>
              </a:spcAft>
              <a:defRPr sz="2667" b="1">
                <a:solidFill>
                  <a:srgbClr val="404040"/>
                </a:solidFill>
                <a:latin typeface="Arial" charset="0"/>
                <a:ea typeface="ＭＳ Ｐゴシック" charset="0"/>
              </a:defRPr>
            </a:lvl2pPr>
            <a:lvl3pPr algn="l" rtl="0" eaLnBrk="1" fontAlgn="base" hangingPunct="1">
              <a:spcBef>
                <a:spcPct val="0"/>
              </a:spcBef>
              <a:spcAft>
                <a:spcPct val="0"/>
              </a:spcAft>
              <a:defRPr sz="2667" b="1">
                <a:solidFill>
                  <a:srgbClr val="404040"/>
                </a:solidFill>
                <a:latin typeface="Arial" charset="0"/>
                <a:ea typeface="ＭＳ Ｐゴシック" charset="0"/>
              </a:defRPr>
            </a:lvl3pPr>
            <a:lvl4pPr algn="l" rtl="0" eaLnBrk="1" fontAlgn="base" hangingPunct="1">
              <a:spcBef>
                <a:spcPct val="0"/>
              </a:spcBef>
              <a:spcAft>
                <a:spcPct val="0"/>
              </a:spcAft>
              <a:defRPr sz="2667" b="1">
                <a:solidFill>
                  <a:srgbClr val="404040"/>
                </a:solidFill>
                <a:latin typeface="Arial" charset="0"/>
                <a:ea typeface="ＭＳ Ｐゴシック" charset="0"/>
              </a:defRPr>
            </a:lvl4pPr>
            <a:lvl5pPr algn="l" rtl="0" eaLnBrk="1" fontAlgn="base" hangingPunct="1">
              <a:spcBef>
                <a:spcPct val="0"/>
              </a:spcBef>
              <a:spcAft>
                <a:spcPct val="0"/>
              </a:spcAft>
              <a:defRPr sz="2667" b="1">
                <a:solidFill>
                  <a:srgbClr val="404040"/>
                </a:solidFill>
                <a:latin typeface="Arial" charset="0"/>
                <a:ea typeface="ＭＳ Ｐゴシック" charset="0"/>
              </a:defRPr>
            </a:lvl5pPr>
            <a:lvl6pPr marL="609585" algn="l" rtl="0" eaLnBrk="1" fontAlgn="base" hangingPunct="1">
              <a:spcBef>
                <a:spcPct val="0"/>
              </a:spcBef>
              <a:spcAft>
                <a:spcPct val="0"/>
              </a:spcAft>
              <a:defRPr sz="2933" b="1">
                <a:solidFill>
                  <a:srgbClr val="840E27"/>
                </a:solidFill>
                <a:latin typeface="Arial" charset="0"/>
                <a:ea typeface="ＭＳ Ｐゴシック" charset="0"/>
              </a:defRPr>
            </a:lvl6pPr>
            <a:lvl7pPr marL="1219170" algn="l" rtl="0" eaLnBrk="1" fontAlgn="base" hangingPunct="1">
              <a:spcBef>
                <a:spcPct val="0"/>
              </a:spcBef>
              <a:spcAft>
                <a:spcPct val="0"/>
              </a:spcAft>
              <a:defRPr sz="2933" b="1">
                <a:solidFill>
                  <a:srgbClr val="840E27"/>
                </a:solidFill>
                <a:latin typeface="Arial" charset="0"/>
                <a:ea typeface="ＭＳ Ｐゴシック" charset="0"/>
              </a:defRPr>
            </a:lvl7pPr>
            <a:lvl8pPr marL="1828754" algn="l" rtl="0" eaLnBrk="1" fontAlgn="base" hangingPunct="1">
              <a:spcBef>
                <a:spcPct val="0"/>
              </a:spcBef>
              <a:spcAft>
                <a:spcPct val="0"/>
              </a:spcAft>
              <a:defRPr sz="2933" b="1">
                <a:solidFill>
                  <a:srgbClr val="840E27"/>
                </a:solidFill>
                <a:latin typeface="Arial" charset="0"/>
                <a:ea typeface="ＭＳ Ｐゴシック" charset="0"/>
              </a:defRPr>
            </a:lvl8pPr>
            <a:lvl9pPr marL="2438339" algn="l" rtl="0" eaLnBrk="1" fontAlgn="base" hangingPunct="1">
              <a:spcBef>
                <a:spcPct val="0"/>
              </a:spcBef>
              <a:spcAft>
                <a:spcPct val="0"/>
              </a:spcAft>
              <a:defRPr sz="2933" b="1">
                <a:solidFill>
                  <a:srgbClr val="840E27"/>
                </a:solidFill>
                <a:latin typeface="Arial" charset="0"/>
                <a:ea typeface="ＭＳ Ｐゴシック" charset="0"/>
              </a:defRPr>
            </a:lvl9pPr>
          </a:lstStyle>
          <a:p>
            <a:r>
              <a:rPr lang="es-ES" dirty="0"/>
              <a:t>Descripción de Puesto | Director Fiscal y Contraloría</a:t>
            </a:r>
          </a:p>
          <a:p>
            <a:r>
              <a:rPr lang="es-ES" b="0" i="1" dirty="0"/>
              <a:t>Decisiones y Retos</a:t>
            </a:r>
            <a:endParaRPr lang="es-MX" b="0" i="1" dirty="0"/>
          </a:p>
        </p:txBody>
      </p:sp>
      <p:sp>
        <p:nvSpPr>
          <p:cNvPr id="16" name="CuadroTexto 15">
            <a:extLst>
              <a:ext uri="{FF2B5EF4-FFF2-40B4-BE49-F238E27FC236}">
                <a16:creationId xmlns:a16="http://schemas.microsoft.com/office/drawing/2014/main" id="{CB728A93-DECE-EA2D-9025-C4B1BD67C1A8}"/>
              </a:ext>
            </a:extLst>
          </p:cNvPr>
          <p:cNvSpPr txBox="1"/>
          <p:nvPr/>
        </p:nvSpPr>
        <p:spPr>
          <a:xfrm>
            <a:off x="819150" y="1366897"/>
            <a:ext cx="10563225" cy="201285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200" b="1" i="0" u="none" strike="noStrike" kern="1200" cap="none" spc="0" normalizeH="0" baseline="0" noProof="0" dirty="0">
                <a:ln>
                  <a:noFill/>
                </a:ln>
                <a:solidFill>
                  <a:prstClr val="black"/>
                </a:solidFill>
                <a:effectLst/>
                <a:uLnTx/>
                <a:uFillTx/>
                <a:latin typeface="+mj-lt"/>
                <a:ea typeface="ＭＳ Ｐゴシック" charset="0"/>
                <a:cs typeface="Arial"/>
              </a:rPr>
              <a:t>Decisiones Relevantes del Puesto </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Defin</a:t>
            </a:r>
            <a:r>
              <a:rPr lang="es-ES" sz="1200" dirty="0">
                <a:solidFill>
                  <a:prstClr val="black"/>
                </a:solidFill>
              </a:rPr>
              <a:t>ir</a:t>
            </a:r>
            <a:r>
              <a:rPr lang="es-ES" sz="1200" dirty="0">
                <a:solidFill>
                  <a:prstClr val="black"/>
                </a:solidFill>
                <a:ea typeface="ＭＳ Ｐゴシック" charset="0"/>
                <a:cs typeface="Arial"/>
              </a:rPr>
              <a:t> y negociar las estrategias a seguir para la optimización de la carga tributaria.</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Identificar las reformas fiscales que impactarán y definir las medidas adecuadas para la implementación de los cambios requeridos.</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Definir y asegurar la viabilidad de las estrategias de negocio.</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Gobernanza de la estructura contable.</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Gestión tiempos y recursos en proceso de auditoría externa e interna.</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Identificar cambios relevantes para la gestión interna y corporativa.</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Determinar entorno de control, evaluación de los riesgos, actividades de control, sistemas de información y comunicación, y actividades de monitoreo y supervisión.</a:t>
            </a:r>
          </a:p>
        </p:txBody>
      </p:sp>
      <p:sp>
        <p:nvSpPr>
          <p:cNvPr id="18" name="CuadroTexto 17">
            <a:extLst>
              <a:ext uri="{FF2B5EF4-FFF2-40B4-BE49-F238E27FC236}">
                <a16:creationId xmlns:a16="http://schemas.microsoft.com/office/drawing/2014/main" id="{6037BFC9-94B9-A0A1-59DB-B234D6CD0E61}"/>
              </a:ext>
            </a:extLst>
          </p:cNvPr>
          <p:cNvSpPr txBox="1"/>
          <p:nvPr/>
        </p:nvSpPr>
        <p:spPr>
          <a:xfrm>
            <a:off x="819150" y="3505200"/>
            <a:ext cx="10563225" cy="204979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marL="0" marR="0" lvl="0" indent="0" algn="just" defTabSz="457200" rtl="0" eaLnBrk="1" fontAlgn="base" latinLnBrk="0" hangingPunct="1">
              <a:lnSpc>
                <a:spcPct val="100000"/>
              </a:lnSpc>
              <a:spcBef>
                <a:spcPct val="20000"/>
              </a:spcBef>
              <a:spcAft>
                <a:spcPct val="0"/>
              </a:spcAft>
              <a:buClr>
                <a:srgbClr val="840E27"/>
              </a:buClr>
              <a:buSzTx/>
              <a:buFont typeface="Arial" charset="0"/>
              <a:buNone/>
              <a:tabLst/>
              <a:defRPr/>
            </a:pPr>
            <a:r>
              <a:rPr kumimoji="0" lang="es-MX" sz="1200" b="1" i="0" u="none" strike="noStrike" kern="1200" cap="none" spc="0" normalizeH="0" baseline="0" noProof="0" dirty="0">
                <a:ln>
                  <a:noFill/>
                </a:ln>
                <a:solidFill>
                  <a:prstClr val="black"/>
                </a:solidFill>
                <a:effectLst/>
                <a:uLnTx/>
                <a:uFillTx/>
                <a:latin typeface="+mj-lt"/>
                <a:ea typeface="ＭＳ Ｐゴシック" charset="0"/>
                <a:cs typeface="Arial"/>
              </a:rPr>
              <a:t>Principales Retos del Puesto </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Conocimiento de legislación fiscal.</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Tener conocimiento/dominio de las operaciones en México.</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Analizar el gran volumen de información de las operaciones.</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Involucramiento de diferentes áreas en la implementación de los cambios requeridos.</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Mantener un resultado óptimo en Control Interno.</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Asegurar la aplicación de las normas contables vigentes y dimensionar el impacto de aplicación.</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Blindar la integridad de la información financiera.</a:t>
            </a:r>
          </a:p>
          <a:p>
            <a:pPr marL="342900" lvl="0" indent="-342900" algn="just" fontAlgn="base">
              <a:spcBef>
                <a:spcPct val="20000"/>
              </a:spcBef>
              <a:spcAft>
                <a:spcPct val="0"/>
              </a:spcAft>
              <a:buClr>
                <a:srgbClr val="840E27"/>
              </a:buClr>
              <a:buFont typeface="Wingdings" panose="05000000000000000000" pitchFamily="2" charset="2"/>
              <a:buChar char="§"/>
              <a:defRPr/>
            </a:pPr>
            <a:r>
              <a:rPr lang="es-ES" sz="1200" dirty="0">
                <a:solidFill>
                  <a:prstClr val="black"/>
                </a:solidFill>
                <a:ea typeface="ＭＳ Ｐゴシック" charset="0"/>
                <a:cs typeface="Arial"/>
              </a:rPr>
              <a:t>Diversidad, dispersión y alto número de centros de trabajo.</a:t>
            </a:r>
          </a:p>
        </p:txBody>
      </p:sp>
    </p:spTree>
    <p:extLst>
      <p:ext uri="{BB962C8B-B14F-4D97-AF65-F5344CB8AC3E}">
        <p14:creationId xmlns:p14="http://schemas.microsoft.com/office/powerpoint/2010/main" val="1530523345"/>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AA8D71CC-25E5-3083-AA59-D48069D2DD4D}"/>
            </a:ext>
          </a:extLst>
        </p:cNvPr>
        <p:cNvGrpSpPr/>
        <p:nvPr/>
      </p:nvGrpSpPr>
      <p:grpSpPr>
        <a:xfrm>
          <a:off x="0" y="0"/>
          <a:ext cx="0" cy="0"/>
          <a:chOff x="0" y="0"/>
          <a:chExt cx="0" cy="0"/>
        </a:xfrm>
      </p:grpSpPr>
      <p:sp>
        <p:nvSpPr>
          <p:cNvPr id="31" name="Rectángulo 30">
            <a:extLst>
              <a:ext uri="{FF2B5EF4-FFF2-40B4-BE49-F238E27FC236}">
                <a16:creationId xmlns:a16="http://schemas.microsoft.com/office/drawing/2014/main" id="{6975D636-73BB-21EF-E5A3-82114D16F5CC}"/>
              </a:ext>
            </a:extLst>
          </p:cNvPr>
          <p:cNvSpPr/>
          <p:nvPr/>
        </p:nvSpPr>
        <p:spPr>
          <a:xfrm>
            <a:off x="5236910" y="1594109"/>
            <a:ext cx="1718177" cy="453600"/>
          </a:xfrm>
          <a:prstGeom prst="rect">
            <a:avLst/>
          </a:prstGeom>
          <a:no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1000" b="1" dirty="0">
                <a:solidFill>
                  <a:srgbClr val="000000"/>
                </a:solidFill>
                <a:latin typeface="Calibri" panose="020F0502020204030204" pitchFamily="34" charset="0"/>
                <a:ea typeface="Calibri" panose="020F0502020204030204" pitchFamily="34" charset="0"/>
                <a:cs typeface="Calibri" panose="020F0502020204030204" pitchFamily="34" charset="0"/>
              </a:rPr>
              <a:t>Director Finanzas OXXO MX </a:t>
            </a:r>
            <a:r>
              <a:rPr lang="es-MX" sz="1000" i="1" dirty="0">
                <a:solidFill>
                  <a:srgbClr val="000000"/>
                </a:solidFill>
                <a:latin typeface="Calibri" panose="020F0502020204030204" pitchFamily="34" charset="0"/>
                <a:ea typeface="Calibri" panose="020F0502020204030204" pitchFamily="34" charset="0"/>
                <a:cs typeface="Calibri" panose="020F0502020204030204" pitchFamily="34" charset="0"/>
              </a:rPr>
              <a:t>Marcela Vega</a:t>
            </a:r>
          </a:p>
        </p:txBody>
      </p:sp>
      <p:cxnSp>
        <p:nvCxnSpPr>
          <p:cNvPr id="33" name="Conector recto 32">
            <a:extLst>
              <a:ext uri="{FF2B5EF4-FFF2-40B4-BE49-F238E27FC236}">
                <a16:creationId xmlns:a16="http://schemas.microsoft.com/office/drawing/2014/main" id="{9332E09C-E225-D9E3-526F-3AFCF8A8C4DB}"/>
              </a:ext>
            </a:extLst>
          </p:cNvPr>
          <p:cNvCxnSpPr>
            <a:cxnSpLocks/>
            <a:stCxn id="31" idx="2"/>
          </p:cNvCxnSpPr>
          <p:nvPr/>
        </p:nvCxnSpPr>
        <p:spPr>
          <a:xfrm>
            <a:off x="6095999" y="2047709"/>
            <a:ext cx="0" cy="164358"/>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pic>
        <p:nvPicPr>
          <p:cNvPr id="259" name="Imagen 258">
            <a:hlinkClick r:id="rId4" action="ppaction://hlinksldjump"/>
            <a:extLst>
              <a:ext uri="{FF2B5EF4-FFF2-40B4-BE49-F238E27FC236}">
                <a16:creationId xmlns:a16="http://schemas.microsoft.com/office/drawing/2014/main" id="{56574E46-B9FB-C21B-56AB-E6727A852760}"/>
              </a:ext>
            </a:extLst>
          </p:cNvPr>
          <p:cNvPicPr>
            <a:picLocks noChangeAspect="1"/>
          </p:cNvPicPr>
          <p:nvPr/>
        </p:nvPicPr>
        <p:blipFill>
          <a:blip r:embed="rId5"/>
          <a:stretch>
            <a:fillRect/>
          </a:stretch>
        </p:blipFill>
        <p:spPr>
          <a:xfrm>
            <a:off x="11653328" y="96838"/>
            <a:ext cx="314834" cy="314834"/>
          </a:xfrm>
          <a:prstGeom prst="rect">
            <a:avLst/>
          </a:prstGeom>
        </p:spPr>
      </p:pic>
      <p:sp>
        <p:nvSpPr>
          <p:cNvPr id="261" name="CuadroTexto 260">
            <a:extLst>
              <a:ext uri="{FF2B5EF4-FFF2-40B4-BE49-F238E27FC236}">
                <a16:creationId xmlns:a16="http://schemas.microsoft.com/office/drawing/2014/main" id="{07283218-3E23-D281-2EC9-3CE8DA51E908}"/>
              </a:ext>
            </a:extLst>
          </p:cNvPr>
          <p:cNvSpPr txBox="1"/>
          <p:nvPr/>
        </p:nvSpPr>
        <p:spPr>
          <a:xfrm>
            <a:off x="192212" y="1167055"/>
            <a:ext cx="4846513" cy="1477328"/>
          </a:xfrm>
          <a:prstGeom prst="rect">
            <a:avLst/>
          </a:prstGeom>
          <a:noFill/>
        </p:spPr>
        <p:txBody>
          <a:bodyPr wrap="square">
            <a:spAutoFit/>
          </a:bodyPr>
          <a:lstStyle/>
          <a:p>
            <a:r>
              <a:rPr lang="es-ES" sz="900" b="1" dirty="0"/>
              <a:t>Propósito</a:t>
            </a:r>
          </a:p>
          <a:p>
            <a:pPr lvl="0">
              <a:defRPr/>
            </a:pPr>
            <a:r>
              <a:rPr lang="es-ES" sz="900" dirty="0">
                <a:solidFill>
                  <a:prstClr val="black"/>
                </a:solidFill>
              </a:rPr>
              <a:t>Definir, dirigir y consolidar la estrategia fiscal para su aplicación, vigilancia e implementación dentro de las disposiciones fiscales aplicables, ya sean federales, estatales, municipales o de carácter internacional. Así como, asegurar sistemas de información contable, que generen información y análisis confiables y oportunos para promover la toma de decisiones, mediante la emisión de los Estados Financieros bajo las normas internacionales IFRS. Establecer ambientes de control interno que garanticen la salvaguarda de los recursos, verificar la exactitud y veracidad de la información financiera y administrativa, promover la eficiencia en las operaciones, estimular el acatamiento de las decisiones adoptadas y lograr el cumplimiento de las metas y objetivos programados, acompañado del diseño de políticas y procedimientos necesarios bajo el marco normativo COSO. </a:t>
            </a:r>
          </a:p>
        </p:txBody>
      </p:sp>
      <p:sp>
        <p:nvSpPr>
          <p:cNvPr id="2" name="Rectángulo 1">
            <a:extLst>
              <a:ext uri="{FF2B5EF4-FFF2-40B4-BE49-F238E27FC236}">
                <a16:creationId xmlns:a16="http://schemas.microsoft.com/office/drawing/2014/main" id="{15943841-D0E0-2FDA-A509-DF366A3D331D}"/>
              </a:ext>
            </a:extLst>
          </p:cNvPr>
          <p:cNvSpPr/>
          <p:nvPr/>
        </p:nvSpPr>
        <p:spPr>
          <a:xfrm>
            <a:off x="44826" y="3340936"/>
            <a:ext cx="12058772" cy="323131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171450" indent="-171450" fontAlgn="base">
              <a:buFont typeface="Arial" panose="020B0604020202020204" pitchFamily="34" charset="0"/>
              <a:buChar char="•"/>
            </a:pPr>
            <a:endParaRPr lang="en-US" sz="1000" dirty="0">
              <a:solidFill>
                <a:srgbClr val="000000"/>
              </a:solidFill>
            </a:endParaRPr>
          </a:p>
        </p:txBody>
      </p:sp>
      <p:sp>
        <p:nvSpPr>
          <p:cNvPr id="3" name="Título 3">
            <a:extLst>
              <a:ext uri="{FF2B5EF4-FFF2-40B4-BE49-F238E27FC236}">
                <a16:creationId xmlns:a16="http://schemas.microsoft.com/office/drawing/2014/main" id="{202F7401-ED31-48E2-0F9A-CABF5C4E96BD}"/>
              </a:ext>
            </a:extLst>
          </p:cNvPr>
          <p:cNvSpPr>
            <a:spLocks noGrp="1"/>
          </p:cNvSpPr>
          <p:nvPr>
            <p:ph type="title"/>
          </p:nvPr>
        </p:nvSpPr>
        <p:spPr>
          <a:xfrm>
            <a:off x="82927" y="161576"/>
            <a:ext cx="7896000" cy="777875"/>
          </a:xfrm>
        </p:spPr>
        <p:txBody>
          <a:bodyPr/>
          <a:lstStyle/>
          <a:p>
            <a:r>
              <a:rPr lang="es-ES" dirty="0"/>
              <a:t>Principales contribuciones del área</a:t>
            </a:r>
            <a:br>
              <a:rPr lang="es-ES" dirty="0"/>
            </a:br>
            <a:r>
              <a:rPr lang="es-ES" b="0" dirty="0"/>
              <a:t>Finanzas – Fiscal y Contraloría</a:t>
            </a:r>
            <a:endParaRPr lang="es-MX" b="0" dirty="0"/>
          </a:p>
        </p:txBody>
      </p:sp>
      <p:sp>
        <p:nvSpPr>
          <p:cNvPr id="4" name="Rectángulo 3">
            <a:extLst>
              <a:ext uri="{FF2B5EF4-FFF2-40B4-BE49-F238E27FC236}">
                <a16:creationId xmlns:a16="http://schemas.microsoft.com/office/drawing/2014/main" id="{F5AAEC53-D683-4F11-4911-0A1D330C51DB}"/>
              </a:ext>
            </a:extLst>
          </p:cNvPr>
          <p:cNvSpPr/>
          <p:nvPr/>
        </p:nvSpPr>
        <p:spPr>
          <a:xfrm>
            <a:off x="5290963" y="2151104"/>
            <a:ext cx="160884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00" b="1" dirty="0">
                <a:solidFill>
                  <a:srgbClr val="000000"/>
                </a:solidFill>
                <a:latin typeface="Arial" panose="020B0604020202020204" pitchFamily="34" charset="0"/>
                <a:ea typeface="Calibri" panose="020F0502020204030204" pitchFamily="34" charset="0"/>
                <a:cs typeface="Arial" panose="020B0604020202020204" pitchFamily="34" charset="0"/>
              </a:rPr>
              <a:t>Director Fiscal y Contraloría</a:t>
            </a:r>
          </a:p>
          <a:p>
            <a:pPr lvl="0" algn="ctr">
              <a:defRPr/>
            </a:pPr>
            <a:r>
              <a:rPr lang="es-MX" sz="700" i="1" dirty="0">
                <a:solidFill>
                  <a:srgbClr val="000000"/>
                </a:solidFill>
                <a:latin typeface="Arial" panose="020B0604020202020204" pitchFamily="34" charset="0"/>
                <a:ea typeface="Calibri" panose="020F0502020204030204" pitchFamily="34" charset="0"/>
                <a:cs typeface="Arial" panose="020B0604020202020204" pitchFamily="34" charset="0"/>
              </a:rPr>
              <a:t>Leonardo Gómez</a:t>
            </a:r>
          </a:p>
        </p:txBody>
      </p:sp>
      <p:sp>
        <p:nvSpPr>
          <p:cNvPr id="5" name="Rectángulo 4">
            <a:extLst>
              <a:ext uri="{FF2B5EF4-FFF2-40B4-BE49-F238E27FC236}">
                <a16:creationId xmlns:a16="http://schemas.microsoft.com/office/drawing/2014/main" id="{2A03BDC4-669B-0F96-65D6-08CFAF2AB1D3}"/>
              </a:ext>
            </a:extLst>
          </p:cNvPr>
          <p:cNvSpPr/>
          <p:nvPr/>
        </p:nvSpPr>
        <p:spPr>
          <a:xfrm>
            <a:off x="5253347" y="2756205"/>
            <a:ext cx="169200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00" b="1" dirty="0">
                <a:solidFill>
                  <a:sysClr val="windowText" lastClr="000000"/>
                </a:solidFill>
                <a:latin typeface="Arial" panose="020B0604020202020204" pitchFamily="34" charset="0"/>
                <a:ea typeface="Calibri" panose="020F0502020204030204" pitchFamily="34" charset="0"/>
                <a:cs typeface="Arial" panose="020B0604020202020204" pitchFamily="34" charset="0"/>
              </a:rPr>
              <a:t>Responsable Auditorías Fiscales</a:t>
            </a:r>
          </a:p>
          <a:p>
            <a:pPr lvl="0" algn="ctr">
              <a:defRPr/>
            </a:pPr>
            <a:r>
              <a:rPr lang="es-MX" sz="700" i="1" dirty="0">
                <a:solidFill>
                  <a:sysClr val="windowText" lastClr="000000"/>
                </a:solidFill>
                <a:latin typeface="Arial" panose="020B0604020202020204" pitchFamily="34" charset="0"/>
                <a:ea typeface="Calibri" panose="020F0502020204030204" pitchFamily="34" charset="0"/>
                <a:cs typeface="Arial" panose="020B0604020202020204" pitchFamily="34" charset="0"/>
              </a:rPr>
              <a:t>Oscar Eduardo Gloria</a:t>
            </a:r>
          </a:p>
        </p:txBody>
      </p:sp>
      <p:sp>
        <p:nvSpPr>
          <p:cNvPr id="6" name="Rectángulo 5">
            <a:extLst>
              <a:ext uri="{FF2B5EF4-FFF2-40B4-BE49-F238E27FC236}">
                <a16:creationId xmlns:a16="http://schemas.microsoft.com/office/drawing/2014/main" id="{2C749DC5-650F-E603-E734-0BF332E932F8}"/>
              </a:ext>
            </a:extLst>
          </p:cNvPr>
          <p:cNvSpPr/>
          <p:nvPr/>
        </p:nvSpPr>
        <p:spPr>
          <a:xfrm>
            <a:off x="7482703" y="2756205"/>
            <a:ext cx="169200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00" b="1" dirty="0">
                <a:solidFill>
                  <a:sysClr val="windowText" lastClr="000000"/>
                </a:solidFill>
                <a:latin typeface="Arial" panose="020B0604020202020204" pitchFamily="34" charset="0"/>
                <a:ea typeface="Calibri" panose="020F0502020204030204" pitchFamily="34" charset="0"/>
                <a:cs typeface="Arial" panose="020B0604020202020204" pitchFamily="34" charset="0"/>
              </a:rPr>
              <a:t>Gerente Control Fiscal</a:t>
            </a:r>
          </a:p>
          <a:p>
            <a:pPr lvl="0" algn="ctr">
              <a:defRPr/>
            </a:pPr>
            <a:r>
              <a:rPr lang="es-MX" sz="700" i="1" dirty="0">
                <a:solidFill>
                  <a:sysClr val="windowText" lastClr="000000"/>
                </a:solidFill>
                <a:latin typeface="Arial" panose="020B0604020202020204" pitchFamily="34" charset="0"/>
                <a:ea typeface="Calibri" panose="020F0502020204030204" pitchFamily="34" charset="0"/>
                <a:cs typeface="Arial" panose="020B0604020202020204" pitchFamily="34" charset="0"/>
              </a:rPr>
              <a:t>Matilde Chulim</a:t>
            </a:r>
          </a:p>
        </p:txBody>
      </p:sp>
      <p:sp>
        <p:nvSpPr>
          <p:cNvPr id="7" name="Rectángulo 6">
            <a:extLst>
              <a:ext uri="{FF2B5EF4-FFF2-40B4-BE49-F238E27FC236}">
                <a16:creationId xmlns:a16="http://schemas.microsoft.com/office/drawing/2014/main" id="{025BF223-6AFC-6967-F475-435C163332D5}"/>
              </a:ext>
            </a:extLst>
          </p:cNvPr>
          <p:cNvSpPr/>
          <p:nvPr/>
        </p:nvSpPr>
        <p:spPr>
          <a:xfrm>
            <a:off x="2871972" y="2756205"/>
            <a:ext cx="1692000" cy="453600"/>
          </a:xfrm>
          <a:prstGeom prst="rect">
            <a:avLst/>
          </a:prstGeom>
          <a:no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00" b="1" dirty="0">
                <a:solidFill>
                  <a:schemeClr val="tx1"/>
                </a:solidFill>
                <a:latin typeface="Arial" panose="020B0604020202020204" pitchFamily="34" charset="0"/>
                <a:ea typeface="Calibri" panose="020F0502020204030204" pitchFamily="34" charset="0"/>
                <a:cs typeface="Arial" panose="020B0604020202020204" pitchFamily="34" charset="0"/>
              </a:rPr>
              <a:t>Gerente Sr Contraloría </a:t>
            </a:r>
          </a:p>
          <a:p>
            <a:pPr lvl="0" algn="ctr">
              <a:defRPr/>
            </a:pPr>
            <a:r>
              <a:rPr lang="es-MX" sz="700" i="1" dirty="0">
                <a:solidFill>
                  <a:schemeClr val="tx1"/>
                </a:solidFill>
                <a:latin typeface="Arial" panose="020B0604020202020204" pitchFamily="34" charset="0"/>
                <a:ea typeface="Calibri" panose="020F0502020204030204" pitchFamily="34" charset="0"/>
                <a:cs typeface="Arial" panose="020B0604020202020204" pitchFamily="34" charset="0"/>
              </a:rPr>
              <a:t>Rodrigo Álvarez</a:t>
            </a:r>
          </a:p>
        </p:txBody>
      </p:sp>
      <p:sp>
        <p:nvSpPr>
          <p:cNvPr id="12" name="Rectángulo 11">
            <a:extLst>
              <a:ext uri="{FF2B5EF4-FFF2-40B4-BE49-F238E27FC236}">
                <a16:creationId xmlns:a16="http://schemas.microsoft.com/office/drawing/2014/main" id="{3B16A55E-E607-9EE6-ECFC-FACE45B08E2C}"/>
              </a:ext>
            </a:extLst>
          </p:cNvPr>
          <p:cNvSpPr/>
          <p:nvPr/>
        </p:nvSpPr>
        <p:spPr>
          <a:xfrm>
            <a:off x="502027" y="2756205"/>
            <a:ext cx="169200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00" b="1" dirty="0">
                <a:solidFill>
                  <a:schemeClr val="tx1"/>
                </a:solidFill>
                <a:latin typeface="Arial" panose="020B0604020202020204" pitchFamily="34" charset="0"/>
                <a:ea typeface="Calibri" panose="020F0502020204030204" pitchFamily="34" charset="0"/>
                <a:cs typeface="Arial" panose="020B0604020202020204" pitchFamily="34" charset="0"/>
              </a:rPr>
              <a:t>Gerente Área Normatividad y Control</a:t>
            </a:r>
          </a:p>
          <a:p>
            <a:pPr lvl="0" algn="ctr">
              <a:defRPr/>
            </a:pPr>
            <a:r>
              <a:rPr lang="es-MX" sz="700" i="1" dirty="0">
                <a:solidFill>
                  <a:schemeClr val="tx1"/>
                </a:solidFill>
                <a:latin typeface="Arial" panose="020B0604020202020204" pitchFamily="34" charset="0"/>
                <a:ea typeface="Calibri" panose="020F0502020204030204" pitchFamily="34" charset="0"/>
                <a:cs typeface="Arial" panose="020B0604020202020204" pitchFamily="34" charset="0"/>
              </a:rPr>
              <a:t>Carlos Barrientos</a:t>
            </a:r>
          </a:p>
        </p:txBody>
      </p:sp>
      <p:cxnSp>
        <p:nvCxnSpPr>
          <p:cNvPr id="13" name="Conector: angular 12">
            <a:extLst>
              <a:ext uri="{FF2B5EF4-FFF2-40B4-BE49-F238E27FC236}">
                <a16:creationId xmlns:a16="http://schemas.microsoft.com/office/drawing/2014/main" id="{8CFBAECC-008D-7D9C-88C2-8918D83F8FBB}"/>
              </a:ext>
            </a:extLst>
          </p:cNvPr>
          <p:cNvCxnSpPr>
            <a:cxnSpLocks/>
            <a:stCxn id="4" idx="2"/>
            <a:endCxn id="12" idx="0"/>
          </p:cNvCxnSpPr>
          <p:nvPr/>
        </p:nvCxnSpPr>
        <p:spPr>
          <a:xfrm rot="5400000">
            <a:off x="3645955" y="306776"/>
            <a:ext cx="151501" cy="4747356"/>
          </a:xfrm>
          <a:prstGeom prst="bentConnector3">
            <a:avLst>
              <a:gd name="adj1" fmla="val 50000"/>
            </a:avLst>
          </a:prstGeom>
          <a:noFill/>
          <a:ln w="6350" cap="flat" cmpd="sng" algn="ctr">
            <a:solidFill>
              <a:srgbClr val="000000"/>
            </a:solidFill>
            <a:prstDash val="solid"/>
          </a:ln>
          <a:effectLst/>
        </p:spPr>
      </p:cxnSp>
      <p:cxnSp>
        <p:nvCxnSpPr>
          <p:cNvPr id="14" name="Conector: angular 13">
            <a:extLst>
              <a:ext uri="{FF2B5EF4-FFF2-40B4-BE49-F238E27FC236}">
                <a16:creationId xmlns:a16="http://schemas.microsoft.com/office/drawing/2014/main" id="{D91F3CF3-2065-DF23-B486-AAD3472C6661}"/>
              </a:ext>
            </a:extLst>
          </p:cNvPr>
          <p:cNvCxnSpPr>
            <a:cxnSpLocks/>
            <a:stCxn id="4" idx="2"/>
            <a:endCxn id="7" idx="0"/>
          </p:cNvCxnSpPr>
          <p:nvPr/>
        </p:nvCxnSpPr>
        <p:spPr>
          <a:xfrm rot="5400000">
            <a:off x="4830928" y="1491749"/>
            <a:ext cx="151501" cy="2377411"/>
          </a:xfrm>
          <a:prstGeom prst="bentConnector3">
            <a:avLst>
              <a:gd name="adj1" fmla="val 50000"/>
            </a:avLst>
          </a:prstGeom>
          <a:noFill/>
          <a:ln w="6350" cap="flat" cmpd="sng" algn="ctr">
            <a:solidFill>
              <a:srgbClr val="000000"/>
            </a:solidFill>
            <a:prstDash val="solid"/>
          </a:ln>
          <a:effectLst/>
        </p:spPr>
      </p:cxnSp>
      <p:cxnSp>
        <p:nvCxnSpPr>
          <p:cNvPr id="15" name="Conector: angular 14">
            <a:extLst>
              <a:ext uri="{FF2B5EF4-FFF2-40B4-BE49-F238E27FC236}">
                <a16:creationId xmlns:a16="http://schemas.microsoft.com/office/drawing/2014/main" id="{5F75D40F-AC0E-E83F-BD30-5CCA2AD3B2FA}"/>
              </a:ext>
            </a:extLst>
          </p:cNvPr>
          <p:cNvCxnSpPr>
            <a:cxnSpLocks/>
            <a:stCxn id="4" idx="2"/>
            <a:endCxn id="5" idx="0"/>
          </p:cNvCxnSpPr>
          <p:nvPr/>
        </p:nvCxnSpPr>
        <p:spPr>
          <a:xfrm rot="16200000" flipH="1">
            <a:off x="6021615" y="2678472"/>
            <a:ext cx="151501" cy="3964"/>
          </a:xfrm>
          <a:prstGeom prst="bentConnector3">
            <a:avLst>
              <a:gd name="adj1" fmla="val 50000"/>
            </a:avLst>
          </a:prstGeom>
          <a:noFill/>
          <a:ln w="6350" cap="flat" cmpd="sng" algn="ctr">
            <a:solidFill>
              <a:srgbClr val="000000"/>
            </a:solidFill>
            <a:prstDash val="solid"/>
          </a:ln>
          <a:effectLst/>
        </p:spPr>
      </p:cxnSp>
      <p:cxnSp>
        <p:nvCxnSpPr>
          <p:cNvPr id="16" name="Conector: angular 15">
            <a:extLst>
              <a:ext uri="{FF2B5EF4-FFF2-40B4-BE49-F238E27FC236}">
                <a16:creationId xmlns:a16="http://schemas.microsoft.com/office/drawing/2014/main" id="{EB6A592B-BC3E-8B5C-FA54-5FACD425AC2E}"/>
              </a:ext>
            </a:extLst>
          </p:cNvPr>
          <p:cNvCxnSpPr>
            <a:cxnSpLocks/>
            <a:stCxn id="4" idx="2"/>
            <a:endCxn id="6" idx="0"/>
          </p:cNvCxnSpPr>
          <p:nvPr/>
        </p:nvCxnSpPr>
        <p:spPr>
          <a:xfrm rot="16200000" flipH="1">
            <a:off x="7136293" y="1563794"/>
            <a:ext cx="151501" cy="2233320"/>
          </a:xfrm>
          <a:prstGeom prst="bentConnector3">
            <a:avLst>
              <a:gd name="adj1" fmla="val 50000"/>
            </a:avLst>
          </a:prstGeom>
          <a:noFill/>
          <a:ln w="6350" cap="flat" cmpd="sng" algn="ctr">
            <a:solidFill>
              <a:srgbClr val="000000"/>
            </a:solidFill>
            <a:prstDash val="solid"/>
          </a:ln>
          <a:effectLst/>
        </p:spPr>
      </p:cxnSp>
      <p:sp>
        <p:nvSpPr>
          <p:cNvPr id="21" name="Rectángulo 20">
            <a:extLst>
              <a:ext uri="{FF2B5EF4-FFF2-40B4-BE49-F238E27FC236}">
                <a16:creationId xmlns:a16="http://schemas.microsoft.com/office/drawing/2014/main" id="{D0BB167D-2C7D-D430-1D45-DB6FE8827566}"/>
              </a:ext>
            </a:extLst>
          </p:cNvPr>
          <p:cNvSpPr/>
          <p:nvPr/>
        </p:nvSpPr>
        <p:spPr>
          <a:xfrm>
            <a:off x="7153273" y="1208489"/>
            <a:ext cx="4867268" cy="1368011"/>
          </a:xfrm>
          <a:prstGeom prst="rect">
            <a:avLst/>
          </a:prstGeom>
          <a:solidFill>
            <a:schemeClr val="bg2">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s-MX" sz="900" b="1" dirty="0">
              <a:solidFill>
                <a:schemeClr val="tx1"/>
              </a:solidFill>
            </a:endParaRPr>
          </a:p>
          <a:p>
            <a:r>
              <a:rPr lang="es-MX" sz="900" b="1" dirty="0">
                <a:solidFill>
                  <a:schemeClr val="tx1"/>
                </a:solidFill>
              </a:rPr>
              <a:t>DIRECTOR:</a:t>
            </a:r>
          </a:p>
          <a:p>
            <a:r>
              <a:rPr lang="es-MX" sz="900" b="1" dirty="0">
                <a:solidFill>
                  <a:schemeClr val="tx1"/>
                </a:solidFill>
              </a:rPr>
              <a:t>(10) - </a:t>
            </a:r>
            <a:r>
              <a:rPr lang="es-MX" sz="900" dirty="0">
                <a:solidFill>
                  <a:schemeClr val="tx1"/>
                </a:solidFill>
              </a:rPr>
              <a:t>Establecer y Asegurar la alineación de FCE Administrativo mediante la alineación de Estrategias DAF y Plataformas que contribuyan con el Desarrollo Estratégico del área.</a:t>
            </a:r>
          </a:p>
          <a:p>
            <a:endParaRPr lang="es-MX" sz="900" b="1" dirty="0">
              <a:solidFill>
                <a:schemeClr val="tx1"/>
              </a:solidFill>
            </a:endParaRPr>
          </a:p>
          <a:p>
            <a:pPr marL="171450" indent="-171450">
              <a:buFont typeface="Arial" panose="020B0604020202020204" pitchFamily="34" charset="0"/>
              <a:buChar char="•"/>
            </a:pPr>
            <a:endParaRPr lang="es-MX" sz="900" b="1" dirty="0">
              <a:solidFill>
                <a:schemeClr val="tx1"/>
              </a:solidFill>
            </a:endParaRPr>
          </a:p>
        </p:txBody>
      </p:sp>
      <p:cxnSp>
        <p:nvCxnSpPr>
          <p:cNvPr id="8" name="Conector recto 7">
            <a:extLst>
              <a:ext uri="{FF2B5EF4-FFF2-40B4-BE49-F238E27FC236}">
                <a16:creationId xmlns:a16="http://schemas.microsoft.com/office/drawing/2014/main" id="{2163C286-3896-2252-A3A9-D622DE5C25D6}"/>
              </a:ext>
            </a:extLst>
          </p:cNvPr>
          <p:cNvCxnSpPr>
            <a:cxnSpLocks/>
          </p:cNvCxnSpPr>
          <p:nvPr/>
        </p:nvCxnSpPr>
        <p:spPr>
          <a:xfrm>
            <a:off x="2524125" y="3345527"/>
            <a:ext cx="0" cy="3204000"/>
          </a:xfrm>
          <a:prstGeom prst="line">
            <a:avLst/>
          </a:prstGeom>
          <a:ln w="3175"/>
        </p:spPr>
        <p:style>
          <a:lnRef idx="1">
            <a:schemeClr val="dk1"/>
          </a:lnRef>
          <a:fillRef idx="0">
            <a:schemeClr val="dk1"/>
          </a:fillRef>
          <a:effectRef idx="0">
            <a:schemeClr val="dk1"/>
          </a:effectRef>
          <a:fontRef idx="minor">
            <a:schemeClr val="tx1"/>
          </a:fontRef>
        </p:style>
      </p:cxnSp>
      <p:cxnSp>
        <p:nvCxnSpPr>
          <p:cNvPr id="9" name="Conector recto 8">
            <a:extLst>
              <a:ext uri="{FF2B5EF4-FFF2-40B4-BE49-F238E27FC236}">
                <a16:creationId xmlns:a16="http://schemas.microsoft.com/office/drawing/2014/main" id="{C3C25EFE-7262-0D97-AE9E-9B77CFBE09C3}"/>
              </a:ext>
            </a:extLst>
          </p:cNvPr>
          <p:cNvCxnSpPr>
            <a:cxnSpLocks/>
          </p:cNvCxnSpPr>
          <p:nvPr/>
        </p:nvCxnSpPr>
        <p:spPr>
          <a:xfrm>
            <a:off x="4914900" y="3326477"/>
            <a:ext cx="0" cy="3204000"/>
          </a:xfrm>
          <a:prstGeom prst="line">
            <a:avLst/>
          </a:prstGeom>
          <a:ln w="3175"/>
        </p:spPr>
        <p:style>
          <a:lnRef idx="1">
            <a:schemeClr val="dk1"/>
          </a:lnRef>
          <a:fillRef idx="0">
            <a:schemeClr val="dk1"/>
          </a:fillRef>
          <a:effectRef idx="0">
            <a:schemeClr val="dk1"/>
          </a:effectRef>
          <a:fontRef idx="minor">
            <a:schemeClr val="tx1"/>
          </a:fontRef>
        </p:style>
      </p:cxnSp>
      <p:sp>
        <p:nvSpPr>
          <p:cNvPr id="10" name="Rectángulo 9">
            <a:extLst>
              <a:ext uri="{FF2B5EF4-FFF2-40B4-BE49-F238E27FC236}">
                <a16:creationId xmlns:a16="http://schemas.microsoft.com/office/drawing/2014/main" id="{6216628D-3519-65D0-0A2C-7D45C2451F50}"/>
              </a:ext>
            </a:extLst>
          </p:cNvPr>
          <p:cNvSpPr/>
          <p:nvPr/>
        </p:nvSpPr>
        <p:spPr>
          <a:xfrm>
            <a:off x="9803641" y="2756205"/>
            <a:ext cx="169200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00" b="1" dirty="0">
                <a:solidFill>
                  <a:schemeClr val="tx1"/>
                </a:solidFill>
                <a:latin typeface="Arial" panose="020B0604020202020204" pitchFamily="34" charset="0"/>
                <a:ea typeface="Calibri" panose="020F0502020204030204" pitchFamily="34" charset="0"/>
                <a:cs typeface="Arial" panose="020B0604020202020204" pitchFamily="34" charset="0"/>
              </a:rPr>
              <a:t>Gerente Gestión Riesgos SI</a:t>
            </a:r>
          </a:p>
        </p:txBody>
      </p:sp>
      <p:cxnSp>
        <p:nvCxnSpPr>
          <p:cNvPr id="18" name="Conector: angular 17">
            <a:extLst>
              <a:ext uri="{FF2B5EF4-FFF2-40B4-BE49-F238E27FC236}">
                <a16:creationId xmlns:a16="http://schemas.microsoft.com/office/drawing/2014/main" id="{8B31DA96-0495-391A-DD4C-34A1B5A110AA}"/>
              </a:ext>
            </a:extLst>
          </p:cNvPr>
          <p:cNvCxnSpPr>
            <a:cxnSpLocks/>
            <a:stCxn id="10" idx="0"/>
            <a:endCxn id="4" idx="2"/>
          </p:cNvCxnSpPr>
          <p:nvPr/>
        </p:nvCxnSpPr>
        <p:spPr>
          <a:xfrm rot="16200000" flipV="1">
            <a:off x="8296762" y="403326"/>
            <a:ext cx="151501" cy="4554258"/>
          </a:xfrm>
          <a:prstGeom prst="bentConnector3">
            <a:avLst/>
          </a:prstGeom>
          <a:ln w="3175"/>
        </p:spPr>
        <p:style>
          <a:lnRef idx="1">
            <a:schemeClr val="dk1"/>
          </a:lnRef>
          <a:fillRef idx="0">
            <a:schemeClr val="dk1"/>
          </a:fillRef>
          <a:effectRef idx="0">
            <a:schemeClr val="dk1"/>
          </a:effectRef>
          <a:fontRef idx="minor">
            <a:schemeClr val="tx1"/>
          </a:fontRef>
        </p:style>
      </p:cxnSp>
      <p:cxnSp>
        <p:nvCxnSpPr>
          <p:cNvPr id="25" name="Conector recto 24">
            <a:extLst>
              <a:ext uri="{FF2B5EF4-FFF2-40B4-BE49-F238E27FC236}">
                <a16:creationId xmlns:a16="http://schemas.microsoft.com/office/drawing/2014/main" id="{F0E10A76-221D-74C3-C1B0-CA04F3AF87DB}"/>
              </a:ext>
            </a:extLst>
          </p:cNvPr>
          <p:cNvCxnSpPr>
            <a:cxnSpLocks/>
          </p:cNvCxnSpPr>
          <p:nvPr/>
        </p:nvCxnSpPr>
        <p:spPr>
          <a:xfrm>
            <a:off x="7212043" y="3333706"/>
            <a:ext cx="0" cy="3204000"/>
          </a:xfrm>
          <a:prstGeom prst="line">
            <a:avLst/>
          </a:prstGeom>
          <a:ln w="3175"/>
        </p:spPr>
        <p:style>
          <a:lnRef idx="1">
            <a:schemeClr val="dk1"/>
          </a:lnRef>
          <a:fillRef idx="0">
            <a:schemeClr val="dk1"/>
          </a:fillRef>
          <a:effectRef idx="0">
            <a:schemeClr val="dk1"/>
          </a:effectRef>
          <a:fontRef idx="minor">
            <a:schemeClr val="tx1"/>
          </a:fontRef>
        </p:style>
      </p:cxnSp>
      <p:cxnSp>
        <p:nvCxnSpPr>
          <p:cNvPr id="26" name="Conector recto 25">
            <a:extLst>
              <a:ext uri="{FF2B5EF4-FFF2-40B4-BE49-F238E27FC236}">
                <a16:creationId xmlns:a16="http://schemas.microsoft.com/office/drawing/2014/main" id="{CBFC0193-FB30-404A-2465-29FDFBB056A7}"/>
              </a:ext>
            </a:extLst>
          </p:cNvPr>
          <p:cNvCxnSpPr>
            <a:cxnSpLocks/>
          </p:cNvCxnSpPr>
          <p:nvPr/>
        </p:nvCxnSpPr>
        <p:spPr>
          <a:xfrm>
            <a:off x="9488518" y="3345527"/>
            <a:ext cx="0" cy="3204000"/>
          </a:xfrm>
          <a:prstGeom prst="line">
            <a:avLst/>
          </a:prstGeom>
          <a:ln w="31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56374482"/>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B80DD89-91A3-35BF-46F8-436A28D7C493}"/>
              </a:ext>
            </a:extLst>
          </p:cNvPr>
          <p:cNvSpPr txBox="1"/>
          <p:nvPr/>
        </p:nvSpPr>
        <p:spPr>
          <a:xfrm>
            <a:off x="102309" y="1295500"/>
            <a:ext cx="9048750" cy="523220"/>
          </a:xfrm>
          <a:prstGeom prst="rect">
            <a:avLst/>
          </a:prstGeom>
          <a:noFill/>
        </p:spPr>
        <p:txBody>
          <a:bodyPr wrap="square">
            <a:spAutoFit/>
          </a:bodyPr>
          <a:lstStyle/>
          <a:p>
            <a:r>
              <a:rPr lang="es-ES" sz="1400" dirty="0"/>
              <a:t>Objetivo:</a:t>
            </a:r>
          </a:p>
          <a:p>
            <a:r>
              <a:rPr lang="es-ES" sz="1400" i="1" dirty="0"/>
              <a:t>Entender los procesos </a:t>
            </a:r>
            <a:r>
              <a:rPr lang="es-ES" sz="1400" i="1" dirty="0" err="1"/>
              <a:t>core</a:t>
            </a:r>
            <a:r>
              <a:rPr lang="es-ES" sz="1400" i="1" dirty="0"/>
              <a:t> y que pudieron haber tenido alguna modificación  </a:t>
            </a:r>
            <a:endParaRPr lang="es-MX" sz="1400" i="1" dirty="0"/>
          </a:p>
        </p:txBody>
      </p:sp>
      <p:sp>
        <p:nvSpPr>
          <p:cNvPr id="8" name="Título 7">
            <a:extLst>
              <a:ext uri="{FF2B5EF4-FFF2-40B4-BE49-F238E27FC236}">
                <a16:creationId xmlns:a16="http://schemas.microsoft.com/office/drawing/2014/main" id="{35769B02-838B-10EC-DB8D-8A4ED180CC34}"/>
              </a:ext>
            </a:extLst>
          </p:cNvPr>
          <p:cNvSpPr>
            <a:spLocks noGrp="1"/>
          </p:cNvSpPr>
          <p:nvPr>
            <p:ph type="title"/>
          </p:nvPr>
        </p:nvSpPr>
        <p:spPr>
          <a:xfrm>
            <a:off x="172499" y="141131"/>
            <a:ext cx="7896000" cy="777875"/>
          </a:xfrm>
        </p:spPr>
        <p:txBody>
          <a:bodyPr/>
          <a:lstStyle/>
          <a:p>
            <a:r>
              <a:rPr lang="es-ES" dirty="0"/>
              <a:t>Interacciones entre áreas y procesos clave</a:t>
            </a:r>
            <a:br>
              <a:rPr lang="es-ES" dirty="0"/>
            </a:br>
            <a:r>
              <a:rPr lang="es-ES" b="0" dirty="0"/>
              <a:t>Finanzas – Fiscal y Contraloría</a:t>
            </a:r>
            <a:endParaRPr lang="es-MX" b="0" dirty="0"/>
          </a:p>
        </p:txBody>
      </p:sp>
      <p:sp>
        <p:nvSpPr>
          <p:cNvPr id="57" name="Rectángulo 56">
            <a:extLst>
              <a:ext uri="{FF2B5EF4-FFF2-40B4-BE49-F238E27FC236}">
                <a16:creationId xmlns:a16="http://schemas.microsoft.com/office/drawing/2014/main" id="{76B4E10F-C551-0C56-EA0C-EBB9F8115B10}"/>
              </a:ext>
            </a:extLst>
          </p:cNvPr>
          <p:cNvSpPr/>
          <p:nvPr/>
        </p:nvSpPr>
        <p:spPr>
          <a:xfrm>
            <a:off x="10357531" y="2195215"/>
            <a:ext cx="1796370" cy="453600"/>
          </a:xfrm>
          <a:prstGeom prst="rect">
            <a:avLst/>
          </a:prstGeom>
          <a:solidFill>
            <a:schemeClr val="accent3">
              <a:lumMod val="40000"/>
              <a:lumOff val="60000"/>
            </a:schemeClr>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algn="ctr"/>
            <a:r>
              <a:rPr lang="es-MX" sz="1000" b="1" dirty="0">
                <a:solidFill>
                  <a:srgbClr val="000000"/>
                </a:solidFill>
                <a:latin typeface="Calibri" panose="020F0502020204030204" pitchFamily="34" charset="0"/>
                <a:ea typeface="Calibri" panose="020F0502020204030204" pitchFamily="34" charset="0"/>
                <a:cs typeface="Calibri" panose="020F0502020204030204" pitchFamily="34" charset="0"/>
              </a:rPr>
              <a:t>Entregables</a:t>
            </a:r>
          </a:p>
        </p:txBody>
      </p:sp>
      <p:sp>
        <p:nvSpPr>
          <p:cNvPr id="58" name="Rectángulo 57">
            <a:extLst>
              <a:ext uri="{FF2B5EF4-FFF2-40B4-BE49-F238E27FC236}">
                <a16:creationId xmlns:a16="http://schemas.microsoft.com/office/drawing/2014/main" id="{DFA23498-B8FF-3E9E-261E-E9A99B9530E1}"/>
              </a:ext>
            </a:extLst>
          </p:cNvPr>
          <p:cNvSpPr/>
          <p:nvPr/>
        </p:nvSpPr>
        <p:spPr>
          <a:xfrm>
            <a:off x="55106" y="2195215"/>
            <a:ext cx="2640021"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Proceso/Actividad</a:t>
            </a:r>
            <a:endParaRPr kumimoji="0" lang="es-MX" sz="1000" b="0" i="1" u="none" strike="noStrike" kern="120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59" name="Rectángulo 58">
            <a:extLst>
              <a:ext uri="{FF2B5EF4-FFF2-40B4-BE49-F238E27FC236}">
                <a16:creationId xmlns:a16="http://schemas.microsoft.com/office/drawing/2014/main" id="{9C39A803-E9D0-AE97-C40E-B0BB62CEBBCF}"/>
              </a:ext>
            </a:extLst>
          </p:cNvPr>
          <p:cNvSpPr/>
          <p:nvPr/>
        </p:nvSpPr>
        <p:spPr>
          <a:xfrm>
            <a:off x="45580" y="3045633"/>
            <a:ext cx="2649545"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1.-</a:t>
            </a:r>
            <a:endParaRPr kumimoji="0" lang="es-MX" sz="10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0" name="CuadroTexto 59">
            <a:extLst>
              <a:ext uri="{FF2B5EF4-FFF2-40B4-BE49-F238E27FC236}">
                <a16:creationId xmlns:a16="http://schemas.microsoft.com/office/drawing/2014/main" id="{E1FE4831-9D8F-BE77-6CC0-72B0BC9C2214}"/>
              </a:ext>
            </a:extLst>
          </p:cNvPr>
          <p:cNvSpPr txBox="1"/>
          <p:nvPr/>
        </p:nvSpPr>
        <p:spPr>
          <a:xfrm>
            <a:off x="107319" y="2795439"/>
            <a:ext cx="2071184" cy="215444"/>
          </a:xfrm>
          <a:prstGeom prst="rect">
            <a:avLst/>
          </a:prstGeom>
          <a:noFill/>
        </p:spPr>
        <p:txBody>
          <a:bodyPr wrap="square">
            <a:spAutoFit/>
          </a:bodyPr>
          <a:lstStyle/>
          <a:p>
            <a:r>
              <a:rPr lang="es-ES" sz="800" i="1" dirty="0"/>
              <a:t>Enlistar por prioridad e impacto</a:t>
            </a:r>
            <a:endParaRPr lang="es-MX" sz="800" dirty="0"/>
          </a:p>
        </p:txBody>
      </p:sp>
      <p:sp>
        <p:nvSpPr>
          <p:cNvPr id="61" name="CuadroTexto 60">
            <a:extLst>
              <a:ext uri="{FF2B5EF4-FFF2-40B4-BE49-F238E27FC236}">
                <a16:creationId xmlns:a16="http://schemas.microsoft.com/office/drawing/2014/main" id="{21345EEA-FE5F-8CFE-4E7B-6895E5872A9C}"/>
              </a:ext>
            </a:extLst>
          </p:cNvPr>
          <p:cNvSpPr txBox="1"/>
          <p:nvPr/>
        </p:nvSpPr>
        <p:spPr>
          <a:xfrm>
            <a:off x="2096712" y="2795439"/>
            <a:ext cx="6096000" cy="215444"/>
          </a:xfrm>
          <a:prstGeom prst="rect">
            <a:avLst/>
          </a:prstGeom>
          <a:noFill/>
        </p:spPr>
        <p:txBody>
          <a:bodyPr wrap="square">
            <a:spAutoFit/>
          </a:bodyPr>
          <a:lstStyle/>
          <a:p>
            <a:r>
              <a:rPr lang="es-ES" sz="800" i="1" dirty="0"/>
              <a:t>Identificar (</a:t>
            </a:r>
            <a:r>
              <a:rPr lang="es-ES" sz="800" i="1" dirty="0" err="1"/>
              <a:t>Accountable</a:t>
            </a:r>
            <a:r>
              <a:rPr lang="es-ES" sz="800" i="1" dirty="0"/>
              <a:t>) y áreas impactadas</a:t>
            </a:r>
            <a:endParaRPr lang="es-MX" sz="800" dirty="0"/>
          </a:p>
        </p:txBody>
      </p:sp>
      <p:sp>
        <p:nvSpPr>
          <p:cNvPr id="62" name="Rectángulo 61">
            <a:extLst>
              <a:ext uri="{FF2B5EF4-FFF2-40B4-BE49-F238E27FC236}">
                <a16:creationId xmlns:a16="http://schemas.microsoft.com/office/drawing/2014/main" id="{FB3CB5BB-6E04-846F-FBBD-8CB6B62B48DC}"/>
              </a:ext>
            </a:extLst>
          </p:cNvPr>
          <p:cNvSpPr/>
          <p:nvPr/>
        </p:nvSpPr>
        <p:spPr>
          <a:xfrm>
            <a:off x="2695127" y="3045281"/>
            <a:ext cx="9417294"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3" name="CuadroTexto 62">
            <a:extLst>
              <a:ext uri="{FF2B5EF4-FFF2-40B4-BE49-F238E27FC236}">
                <a16:creationId xmlns:a16="http://schemas.microsoft.com/office/drawing/2014/main" id="{013C3E41-8533-A376-95B8-154ACECD76F9}"/>
              </a:ext>
            </a:extLst>
          </p:cNvPr>
          <p:cNvSpPr txBox="1"/>
          <p:nvPr/>
        </p:nvSpPr>
        <p:spPr>
          <a:xfrm>
            <a:off x="3207459" y="3140417"/>
            <a:ext cx="323850" cy="307777"/>
          </a:xfrm>
          <a:prstGeom prst="rect">
            <a:avLst/>
          </a:prstGeom>
          <a:noFill/>
        </p:spPr>
        <p:txBody>
          <a:bodyPr wrap="square" rtlCol="0">
            <a:spAutoFit/>
          </a:bodyPr>
          <a:lstStyle/>
          <a:p>
            <a:pPr algn="l"/>
            <a:r>
              <a:rPr lang="es-ES" sz="1400" dirty="0">
                <a:latin typeface="Calibri" panose="020F0502020204030204" pitchFamily="34" charset="0"/>
                <a:cs typeface="Calibri" panose="020F0502020204030204" pitchFamily="34" charset="0"/>
              </a:rPr>
              <a:t>A</a:t>
            </a:r>
            <a:endParaRPr lang="es-MX" sz="1400" dirty="0">
              <a:latin typeface="Calibri" panose="020F0502020204030204" pitchFamily="34" charset="0"/>
              <a:cs typeface="Calibri" panose="020F0502020204030204" pitchFamily="34" charset="0"/>
            </a:endParaRPr>
          </a:p>
        </p:txBody>
      </p:sp>
      <p:sp>
        <p:nvSpPr>
          <p:cNvPr id="64" name="Rectángulo 63">
            <a:extLst>
              <a:ext uri="{FF2B5EF4-FFF2-40B4-BE49-F238E27FC236}">
                <a16:creationId xmlns:a16="http://schemas.microsoft.com/office/drawing/2014/main" id="{73C07C05-BCF8-B968-F9E9-B81F2BF448F6}"/>
              </a:ext>
            </a:extLst>
          </p:cNvPr>
          <p:cNvSpPr/>
          <p:nvPr/>
        </p:nvSpPr>
        <p:spPr>
          <a:xfrm>
            <a:off x="45580" y="3577536"/>
            <a:ext cx="2649545"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s-MX" sz="1000" b="1">
                <a:solidFill>
                  <a:srgbClr val="000000"/>
                </a:solidFill>
                <a:latin typeface="Calibri" panose="020F0502020204030204" pitchFamily="34" charset="0"/>
                <a:ea typeface="Calibri" panose="020F0502020204030204" pitchFamily="34" charset="0"/>
                <a:cs typeface="Calibri" panose="020F0502020204030204" pitchFamily="34" charset="0"/>
              </a:rPr>
              <a:t>2</a:t>
            </a:r>
            <a:r>
              <a:rPr kumimoji="0" lang="es-MX" sz="10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es-MX" sz="10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5" name="Rectángulo 64">
            <a:extLst>
              <a:ext uri="{FF2B5EF4-FFF2-40B4-BE49-F238E27FC236}">
                <a16:creationId xmlns:a16="http://schemas.microsoft.com/office/drawing/2014/main" id="{8A80BF0C-3322-5528-84E9-60773F3CDC2B}"/>
              </a:ext>
            </a:extLst>
          </p:cNvPr>
          <p:cNvSpPr/>
          <p:nvPr/>
        </p:nvSpPr>
        <p:spPr>
          <a:xfrm>
            <a:off x="2695127" y="3577184"/>
            <a:ext cx="9417294"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6" name="CuadroTexto 65">
            <a:extLst>
              <a:ext uri="{FF2B5EF4-FFF2-40B4-BE49-F238E27FC236}">
                <a16:creationId xmlns:a16="http://schemas.microsoft.com/office/drawing/2014/main" id="{FD8C14BA-4A46-CBDD-C6A5-222F54DCB334}"/>
              </a:ext>
            </a:extLst>
          </p:cNvPr>
          <p:cNvSpPr txBox="1"/>
          <p:nvPr/>
        </p:nvSpPr>
        <p:spPr>
          <a:xfrm>
            <a:off x="3207459" y="3672320"/>
            <a:ext cx="323850" cy="307777"/>
          </a:xfrm>
          <a:prstGeom prst="rect">
            <a:avLst/>
          </a:prstGeom>
          <a:noFill/>
        </p:spPr>
        <p:txBody>
          <a:bodyPr wrap="square" rtlCol="0">
            <a:spAutoFit/>
          </a:bodyPr>
          <a:lstStyle/>
          <a:p>
            <a:pPr algn="l"/>
            <a:r>
              <a:rPr lang="es-ES" sz="1400">
                <a:latin typeface="Calibri" panose="020F0502020204030204" pitchFamily="34" charset="0"/>
                <a:cs typeface="Calibri" panose="020F0502020204030204" pitchFamily="34" charset="0"/>
              </a:rPr>
              <a:t>A</a:t>
            </a:r>
            <a:endParaRPr lang="es-MX" sz="1400" err="1">
              <a:latin typeface="Calibri" panose="020F0502020204030204" pitchFamily="34" charset="0"/>
              <a:cs typeface="Calibri" panose="020F0502020204030204" pitchFamily="34" charset="0"/>
            </a:endParaRPr>
          </a:p>
        </p:txBody>
      </p:sp>
      <p:sp>
        <p:nvSpPr>
          <p:cNvPr id="67" name="Rectángulo 66">
            <a:extLst>
              <a:ext uri="{FF2B5EF4-FFF2-40B4-BE49-F238E27FC236}">
                <a16:creationId xmlns:a16="http://schemas.microsoft.com/office/drawing/2014/main" id="{531F763A-86B3-AD2A-94E9-E9EE7C55B0F5}"/>
              </a:ext>
            </a:extLst>
          </p:cNvPr>
          <p:cNvSpPr/>
          <p:nvPr/>
        </p:nvSpPr>
        <p:spPr>
          <a:xfrm>
            <a:off x="45580" y="4109087"/>
            <a:ext cx="2649545"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s-MX" sz="1000" b="1">
                <a:solidFill>
                  <a:srgbClr val="000000"/>
                </a:solidFill>
                <a:latin typeface="Calibri" panose="020F0502020204030204" pitchFamily="34" charset="0"/>
                <a:ea typeface="Calibri" panose="020F0502020204030204" pitchFamily="34" charset="0"/>
                <a:cs typeface="Calibri" panose="020F0502020204030204" pitchFamily="34" charset="0"/>
              </a:rPr>
              <a:t>3</a:t>
            </a:r>
            <a:r>
              <a:rPr kumimoji="0" lang="es-MX" sz="10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es-MX" sz="10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68" name="Rectángulo 67">
            <a:extLst>
              <a:ext uri="{FF2B5EF4-FFF2-40B4-BE49-F238E27FC236}">
                <a16:creationId xmlns:a16="http://schemas.microsoft.com/office/drawing/2014/main" id="{5DD6C0FD-F1C7-E78F-B3C0-E7DF989CAD1A}"/>
              </a:ext>
            </a:extLst>
          </p:cNvPr>
          <p:cNvSpPr/>
          <p:nvPr/>
        </p:nvSpPr>
        <p:spPr>
          <a:xfrm>
            <a:off x="2695127" y="4108735"/>
            <a:ext cx="9417294"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69" name="CuadroTexto 68">
            <a:extLst>
              <a:ext uri="{FF2B5EF4-FFF2-40B4-BE49-F238E27FC236}">
                <a16:creationId xmlns:a16="http://schemas.microsoft.com/office/drawing/2014/main" id="{E1B1A847-EA35-9D0C-8206-010EE4D63B47}"/>
              </a:ext>
            </a:extLst>
          </p:cNvPr>
          <p:cNvSpPr txBox="1"/>
          <p:nvPr/>
        </p:nvSpPr>
        <p:spPr>
          <a:xfrm>
            <a:off x="3207459" y="4203871"/>
            <a:ext cx="323850" cy="307777"/>
          </a:xfrm>
          <a:prstGeom prst="rect">
            <a:avLst/>
          </a:prstGeom>
          <a:noFill/>
        </p:spPr>
        <p:txBody>
          <a:bodyPr wrap="square" rtlCol="0">
            <a:spAutoFit/>
          </a:bodyPr>
          <a:lstStyle/>
          <a:p>
            <a:pPr algn="l"/>
            <a:r>
              <a:rPr lang="es-ES" sz="1400">
                <a:latin typeface="Calibri" panose="020F0502020204030204" pitchFamily="34" charset="0"/>
                <a:cs typeface="Calibri" panose="020F0502020204030204" pitchFamily="34" charset="0"/>
              </a:rPr>
              <a:t>A</a:t>
            </a:r>
            <a:endParaRPr lang="es-MX" sz="1400" err="1">
              <a:latin typeface="Calibri" panose="020F0502020204030204" pitchFamily="34" charset="0"/>
              <a:cs typeface="Calibri" panose="020F0502020204030204" pitchFamily="34" charset="0"/>
            </a:endParaRPr>
          </a:p>
        </p:txBody>
      </p:sp>
      <p:sp>
        <p:nvSpPr>
          <p:cNvPr id="70" name="Rectángulo 69">
            <a:extLst>
              <a:ext uri="{FF2B5EF4-FFF2-40B4-BE49-F238E27FC236}">
                <a16:creationId xmlns:a16="http://schemas.microsoft.com/office/drawing/2014/main" id="{AD4C895D-B746-275C-09BB-27F322E2835A}"/>
              </a:ext>
            </a:extLst>
          </p:cNvPr>
          <p:cNvSpPr/>
          <p:nvPr/>
        </p:nvSpPr>
        <p:spPr>
          <a:xfrm>
            <a:off x="45580" y="4657823"/>
            <a:ext cx="2649545"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s-MX" sz="1000" b="1">
                <a:solidFill>
                  <a:srgbClr val="000000"/>
                </a:solidFill>
                <a:latin typeface="Calibri" panose="020F0502020204030204" pitchFamily="34" charset="0"/>
                <a:ea typeface="Calibri" panose="020F0502020204030204" pitchFamily="34" charset="0"/>
                <a:cs typeface="Calibri" panose="020F0502020204030204" pitchFamily="34" charset="0"/>
              </a:rPr>
              <a:t>4</a:t>
            </a:r>
            <a:r>
              <a:rPr kumimoji="0" lang="es-MX" sz="10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es-MX" sz="10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1" name="Rectángulo 70">
            <a:extLst>
              <a:ext uri="{FF2B5EF4-FFF2-40B4-BE49-F238E27FC236}">
                <a16:creationId xmlns:a16="http://schemas.microsoft.com/office/drawing/2014/main" id="{2DB2D4E6-953F-0472-E08E-0343B1EFD171}"/>
              </a:ext>
            </a:extLst>
          </p:cNvPr>
          <p:cNvSpPr/>
          <p:nvPr/>
        </p:nvSpPr>
        <p:spPr>
          <a:xfrm>
            <a:off x="2695127" y="4657471"/>
            <a:ext cx="9417294"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2" name="CuadroTexto 71">
            <a:extLst>
              <a:ext uri="{FF2B5EF4-FFF2-40B4-BE49-F238E27FC236}">
                <a16:creationId xmlns:a16="http://schemas.microsoft.com/office/drawing/2014/main" id="{5B4FDDA6-4FBE-7090-8C12-D2D765B5B191}"/>
              </a:ext>
            </a:extLst>
          </p:cNvPr>
          <p:cNvSpPr txBox="1"/>
          <p:nvPr/>
        </p:nvSpPr>
        <p:spPr>
          <a:xfrm>
            <a:off x="3207459" y="4752607"/>
            <a:ext cx="323850" cy="307777"/>
          </a:xfrm>
          <a:prstGeom prst="rect">
            <a:avLst/>
          </a:prstGeom>
          <a:noFill/>
        </p:spPr>
        <p:txBody>
          <a:bodyPr wrap="square" rtlCol="0">
            <a:spAutoFit/>
          </a:bodyPr>
          <a:lstStyle/>
          <a:p>
            <a:pPr algn="l"/>
            <a:r>
              <a:rPr lang="es-ES" sz="1400">
                <a:latin typeface="Calibri" panose="020F0502020204030204" pitchFamily="34" charset="0"/>
                <a:cs typeface="Calibri" panose="020F0502020204030204" pitchFamily="34" charset="0"/>
              </a:rPr>
              <a:t>A</a:t>
            </a:r>
            <a:endParaRPr lang="es-MX" sz="1400" err="1">
              <a:latin typeface="Calibri" panose="020F0502020204030204" pitchFamily="34" charset="0"/>
              <a:cs typeface="Calibri" panose="020F0502020204030204" pitchFamily="34" charset="0"/>
            </a:endParaRPr>
          </a:p>
        </p:txBody>
      </p:sp>
      <p:sp>
        <p:nvSpPr>
          <p:cNvPr id="73" name="Rectángulo 72">
            <a:extLst>
              <a:ext uri="{FF2B5EF4-FFF2-40B4-BE49-F238E27FC236}">
                <a16:creationId xmlns:a16="http://schemas.microsoft.com/office/drawing/2014/main" id="{BE28F30B-A771-32DF-29C1-3158D124F8B5}"/>
              </a:ext>
            </a:extLst>
          </p:cNvPr>
          <p:cNvSpPr/>
          <p:nvPr/>
        </p:nvSpPr>
        <p:spPr>
          <a:xfrm>
            <a:off x="45580" y="5225056"/>
            <a:ext cx="2649545"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s-MX" sz="1000" b="1">
                <a:solidFill>
                  <a:srgbClr val="000000"/>
                </a:solidFill>
                <a:latin typeface="Calibri" panose="020F0502020204030204" pitchFamily="34" charset="0"/>
                <a:ea typeface="Calibri" panose="020F0502020204030204" pitchFamily="34" charset="0"/>
                <a:cs typeface="Calibri" panose="020F0502020204030204" pitchFamily="34" charset="0"/>
              </a:rPr>
              <a:t>5</a:t>
            </a:r>
            <a:r>
              <a:rPr kumimoji="0" lang="es-MX" sz="10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es-MX" sz="10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4" name="Rectángulo 73">
            <a:extLst>
              <a:ext uri="{FF2B5EF4-FFF2-40B4-BE49-F238E27FC236}">
                <a16:creationId xmlns:a16="http://schemas.microsoft.com/office/drawing/2014/main" id="{0E4F1F5C-4815-C42D-4A51-1460F838CEC5}"/>
              </a:ext>
            </a:extLst>
          </p:cNvPr>
          <p:cNvSpPr/>
          <p:nvPr/>
        </p:nvSpPr>
        <p:spPr>
          <a:xfrm>
            <a:off x="2695127" y="5224704"/>
            <a:ext cx="9417294"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75" name="CuadroTexto 74">
            <a:extLst>
              <a:ext uri="{FF2B5EF4-FFF2-40B4-BE49-F238E27FC236}">
                <a16:creationId xmlns:a16="http://schemas.microsoft.com/office/drawing/2014/main" id="{44E95411-248D-7909-92EC-4A8FCAAE692D}"/>
              </a:ext>
            </a:extLst>
          </p:cNvPr>
          <p:cNvSpPr txBox="1"/>
          <p:nvPr/>
        </p:nvSpPr>
        <p:spPr>
          <a:xfrm>
            <a:off x="3207459" y="5319840"/>
            <a:ext cx="323850" cy="307777"/>
          </a:xfrm>
          <a:prstGeom prst="rect">
            <a:avLst/>
          </a:prstGeom>
          <a:noFill/>
        </p:spPr>
        <p:txBody>
          <a:bodyPr wrap="square" rtlCol="0">
            <a:spAutoFit/>
          </a:bodyPr>
          <a:lstStyle/>
          <a:p>
            <a:pPr algn="l"/>
            <a:r>
              <a:rPr lang="es-ES" sz="1400">
                <a:latin typeface="Calibri" panose="020F0502020204030204" pitchFamily="34" charset="0"/>
                <a:cs typeface="Calibri" panose="020F0502020204030204" pitchFamily="34" charset="0"/>
              </a:rPr>
              <a:t>A</a:t>
            </a:r>
            <a:endParaRPr lang="es-MX" sz="1400" err="1">
              <a:latin typeface="Calibri" panose="020F0502020204030204" pitchFamily="34" charset="0"/>
              <a:cs typeface="Calibri" panose="020F0502020204030204" pitchFamily="34" charset="0"/>
            </a:endParaRPr>
          </a:p>
        </p:txBody>
      </p:sp>
      <p:cxnSp>
        <p:nvCxnSpPr>
          <p:cNvPr id="77" name="Conector recto 76">
            <a:extLst>
              <a:ext uri="{FF2B5EF4-FFF2-40B4-BE49-F238E27FC236}">
                <a16:creationId xmlns:a16="http://schemas.microsoft.com/office/drawing/2014/main" id="{4402E3D7-DDAA-EC27-11C0-19F04A1739F3}"/>
              </a:ext>
            </a:extLst>
          </p:cNvPr>
          <p:cNvCxnSpPr>
            <a:cxnSpLocks/>
          </p:cNvCxnSpPr>
          <p:nvPr/>
        </p:nvCxnSpPr>
        <p:spPr>
          <a:xfrm>
            <a:off x="7842933" y="3042219"/>
            <a:ext cx="0" cy="2633023"/>
          </a:xfrm>
          <a:prstGeom prst="line">
            <a:avLst/>
          </a:prstGeom>
        </p:spPr>
        <p:style>
          <a:lnRef idx="1">
            <a:schemeClr val="dk1"/>
          </a:lnRef>
          <a:fillRef idx="0">
            <a:schemeClr val="dk1"/>
          </a:fillRef>
          <a:effectRef idx="0">
            <a:schemeClr val="dk1"/>
          </a:effectRef>
          <a:fontRef idx="minor">
            <a:schemeClr val="tx1"/>
          </a:fontRef>
        </p:style>
      </p:cxnSp>
      <p:sp>
        <p:nvSpPr>
          <p:cNvPr id="2" name="Rectángulo 1">
            <a:extLst>
              <a:ext uri="{FF2B5EF4-FFF2-40B4-BE49-F238E27FC236}">
                <a16:creationId xmlns:a16="http://schemas.microsoft.com/office/drawing/2014/main" id="{26556BDD-D6EE-CB29-8EBE-F10B90AD91DC}"/>
              </a:ext>
            </a:extLst>
          </p:cNvPr>
          <p:cNvSpPr/>
          <p:nvPr/>
        </p:nvSpPr>
        <p:spPr>
          <a:xfrm>
            <a:off x="6572810" y="2195215"/>
            <a:ext cx="129600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50" b="1" dirty="0">
                <a:solidFill>
                  <a:sysClr val="windowText" lastClr="000000"/>
                </a:solidFill>
                <a:latin typeface="Arial" panose="020B0604020202020204" pitchFamily="34" charset="0"/>
                <a:ea typeface="Calibri" panose="020F0502020204030204" pitchFamily="34" charset="0"/>
                <a:cs typeface="Arial" panose="020B0604020202020204" pitchFamily="34" charset="0"/>
              </a:rPr>
              <a:t>Responsable Auditorías Fiscales</a:t>
            </a:r>
          </a:p>
          <a:p>
            <a:pPr lvl="0" algn="ctr">
              <a:defRPr/>
            </a:pPr>
            <a:r>
              <a:rPr lang="es-MX" sz="750" i="1" dirty="0">
                <a:solidFill>
                  <a:sysClr val="windowText" lastClr="000000"/>
                </a:solidFill>
                <a:latin typeface="Arial" panose="020B0604020202020204" pitchFamily="34" charset="0"/>
                <a:ea typeface="Calibri" panose="020F0502020204030204" pitchFamily="34" charset="0"/>
                <a:cs typeface="Arial" panose="020B0604020202020204" pitchFamily="34" charset="0"/>
              </a:rPr>
              <a:t>Oscar Eduardo Gloria</a:t>
            </a:r>
          </a:p>
        </p:txBody>
      </p:sp>
      <p:sp>
        <p:nvSpPr>
          <p:cNvPr id="4" name="Rectángulo 3">
            <a:extLst>
              <a:ext uri="{FF2B5EF4-FFF2-40B4-BE49-F238E27FC236}">
                <a16:creationId xmlns:a16="http://schemas.microsoft.com/office/drawing/2014/main" id="{EC81B558-E5CB-5883-53C6-64D6AE0ECAB1}"/>
              </a:ext>
            </a:extLst>
          </p:cNvPr>
          <p:cNvSpPr/>
          <p:nvPr/>
        </p:nvSpPr>
        <p:spPr>
          <a:xfrm>
            <a:off x="7858649" y="2195215"/>
            <a:ext cx="129600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50" b="1" dirty="0">
                <a:solidFill>
                  <a:sysClr val="windowText" lastClr="000000"/>
                </a:solidFill>
                <a:latin typeface="Arial" panose="020B0604020202020204" pitchFamily="34" charset="0"/>
                <a:ea typeface="Calibri" panose="020F0502020204030204" pitchFamily="34" charset="0"/>
                <a:cs typeface="Arial" panose="020B0604020202020204" pitchFamily="34" charset="0"/>
              </a:rPr>
              <a:t>Gerente Control Fiscal</a:t>
            </a:r>
          </a:p>
          <a:p>
            <a:pPr lvl="0" algn="ctr">
              <a:defRPr/>
            </a:pPr>
            <a:r>
              <a:rPr lang="es-MX" sz="750" i="1" dirty="0">
                <a:solidFill>
                  <a:sysClr val="windowText" lastClr="000000"/>
                </a:solidFill>
                <a:latin typeface="Arial" panose="020B0604020202020204" pitchFamily="34" charset="0"/>
                <a:ea typeface="Calibri" panose="020F0502020204030204" pitchFamily="34" charset="0"/>
                <a:cs typeface="Arial" panose="020B0604020202020204" pitchFamily="34" charset="0"/>
              </a:rPr>
              <a:t>Matilde Chulim</a:t>
            </a:r>
          </a:p>
        </p:txBody>
      </p:sp>
      <p:sp>
        <p:nvSpPr>
          <p:cNvPr id="5" name="Rectángulo 4">
            <a:extLst>
              <a:ext uri="{FF2B5EF4-FFF2-40B4-BE49-F238E27FC236}">
                <a16:creationId xmlns:a16="http://schemas.microsoft.com/office/drawing/2014/main" id="{5DF529FD-B6C4-4983-2BBD-7082564AB2A8}"/>
              </a:ext>
            </a:extLst>
          </p:cNvPr>
          <p:cNvSpPr/>
          <p:nvPr/>
        </p:nvSpPr>
        <p:spPr>
          <a:xfrm>
            <a:off x="5275596" y="2195215"/>
            <a:ext cx="1296000" cy="453600"/>
          </a:xfrm>
          <a:prstGeom prst="rect">
            <a:avLst/>
          </a:prstGeom>
          <a:no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50" b="1" dirty="0">
                <a:solidFill>
                  <a:schemeClr val="tx1"/>
                </a:solidFill>
                <a:latin typeface="Arial" panose="020B0604020202020204" pitchFamily="34" charset="0"/>
                <a:ea typeface="Calibri" panose="020F0502020204030204" pitchFamily="34" charset="0"/>
                <a:cs typeface="Arial" panose="020B0604020202020204" pitchFamily="34" charset="0"/>
              </a:rPr>
              <a:t>Gerente Sr Contraloría </a:t>
            </a:r>
          </a:p>
          <a:p>
            <a:pPr lvl="0" algn="ctr">
              <a:defRPr/>
            </a:pPr>
            <a:r>
              <a:rPr lang="es-MX" sz="750" i="1" dirty="0">
                <a:solidFill>
                  <a:schemeClr val="tx1"/>
                </a:solidFill>
                <a:latin typeface="Arial" panose="020B0604020202020204" pitchFamily="34" charset="0"/>
                <a:ea typeface="Calibri" panose="020F0502020204030204" pitchFamily="34" charset="0"/>
                <a:cs typeface="Arial" panose="020B0604020202020204" pitchFamily="34" charset="0"/>
              </a:rPr>
              <a:t>Rodrigo Álvarez</a:t>
            </a:r>
          </a:p>
        </p:txBody>
      </p:sp>
      <p:sp>
        <p:nvSpPr>
          <p:cNvPr id="6" name="Rectángulo 5">
            <a:extLst>
              <a:ext uri="{FF2B5EF4-FFF2-40B4-BE49-F238E27FC236}">
                <a16:creationId xmlns:a16="http://schemas.microsoft.com/office/drawing/2014/main" id="{449EA707-9460-C8EC-3ECD-C3DC35E7B74E}"/>
              </a:ext>
            </a:extLst>
          </p:cNvPr>
          <p:cNvSpPr/>
          <p:nvPr/>
        </p:nvSpPr>
        <p:spPr>
          <a:xfrm>
            <a:off x="9061531" y="2195215"/>
            <a:ext cx="129600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50" b="1" dirty="0">
                <a:solidFill>
                  <a:schemeClr val="tx1"/>
                </a:solidFill>
                <a:latin typeface="Arial" panose="020B0604020202020204" pitchFamily="34" charset="0"/>
                <a:ea typeface="Calibri" panose="020F0502020204030204" pitchFamily="34" charset="0"/>
                <a:cs typeface="Arial" panose="020B0604020202020204" pitchFamily="34" charset="0"/>
              </a:rPr>
              <a:t>Gerente Gestión Riesgos SI</a:t>
            </a:r>
          </a:p>
        </p:txBody>
      </p:sp>
      <p:sp>
        <p:nvSpPr>
          <p:cNvPr id="7" name="Rectángulo 6">
            <a:extLst>
              <a:ext uri="{FF2B5EF4-FFF2-40B4-BE49-F238E27FC236}">
                <a16:creationId xmlns:a16="http://schemas.microsoft.com/office/drawing/2014/main" id="{A89D09B8-BE7A-4A45-EB27-1DE318E563FB}"/>
              </a:ext>
            </a:extLst>
          </p:cNvPr>
          <p:cNvSpPr/>
          <p:nvPr/>
        </p:nvSpPr>
        <p:spPr>
          <a:xfrm>
            <a:off x="3978384" y="2195215"/>
            <a:ext cx="129600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50" b="1" dirty="0">
                <a:solidFill>
                  <a:schemeClr val="tx1"/>
                </a:solidFill>
                <a:latin typeface="Arial" panose="020B0604020202020204" pitchFamily="34" charset="0"/>
                <a:ea typeface="Calibri" panose="020F0502020204030204" pitchFamily="34" charset="0"/>
                <a:cs typeface="Arial" panose="020B0604020202020204" pitchFamily="34" charset="0"/>
              </a:rPr>
              <a:t>Gerente Área Normatividad y Control</a:t>
            </a:r>
          </a:p>
          <a:p>
            <a:pPr lvl="0" algn="ctr">
              <a:defRPr/>
            </a:pPr>
            <a:r>
              <a:rPr lang="es-MX" sz="750" i="1" dirty="0">
                <a:solidFill>
                  <a:schemeClr val="tx1"/>
                </a:solidFill>
                <a:latin typeface="Arial" panose="020B0604020202020204" pitchFamily="34" charset="0"/>
                <a:ea typeface="Calibri" panose="020F0502020204030204" pitchFamily="34" charset="0"/>
                <a:cs typeface="Arial" panose="020B0604020202020204" pitchFamily="34" charset="0"/>
              </a:rPr>
              <a:t>Carlos Barrientos</a:t>
            </a:r>
            <a:endParaRPr lang="es-MX" sz="750" i="1" dirty="0">
              <a:solidFill>
                <a:srgbClr val="000000"/>
              </a:solidFill>
              <a:latin typeface="Calibri" panose="020F0502020204030204" pitchFamily="34" charset="0"/>
              <a:ea typeface="Calibri" panose="020F0502020204030204" pitchFamily="34" charset="0"/>
              <a:cs typeface="Calibri" panose="020F0502020204030204" pitchFamily="34" charset="0"/>
            </a:endParaRPr>
          </a:p>
        </p:txBody>
      </p:sp>
      <p:sp>
        <p:nvSpPr>
          <p:cNvPr id="10" name="Rectángulo 9">
            <a:extLst>
              <a:ext uri="{FF2B5EF4-FFF2-40B4-BE49-F238E27FC236}">
                <a16:creationId xmlns:a16="http://schemas.microsoft.com/office/drawing/2014/main" id="{D0EDDB1D-E6AF-D645-DD81-290902B1A103}"/>
              </a:ext>
            </a:extLst>
          </p:cNvPr>
          <p:cNvSpPr/>
          <p:nvPr/>
        </p:nvSpPr>
        <p:spPr>
          <a:xfrm>
            <a:off x="2696342" y="2195215"/>
            <a:ext cx="129600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lvl="0" algn="ctr">
              <a:defRPr/>
            </a:pPr>
            <a:r>
              <a:rPr lang="es-MX" sz="750" b="1" dirty="0">
                <a:solidFill>
                  <a:srgbClr val="000000"/>
                </a:solidFill>
                <a:latin typeface="Arial" panose="020B0604020202020204" pitchFamily="34" charset="0"/>
                <a:ea typeface="Calibri" panose="020F0502020204030204" pitchFamily="34" charset="0"/>
                <a:cs typeface="Arial" panose="020B0604020202020204" pitchFamily="34" charset="0"/>
              </a:rPr>
              <a:t>Director Fiscal y Contraloría</a:t>
            </a:r>
          </a:p>
          <a:p>
            <a:pPr lvl="0" algn="ctr">
              <a:defRPr/>
            </a:pPr>
            <a:r>
              <a:rPr lang="es-MX" sz="750" i="1" dirty="0">
                <a:solidFill>
                  <a:srgbClr val="000000"/>
                </a:solidFill>
                <a:latin typeface="Arial" panose="020B0604020202020204" pitchFamily="34" charset="0"/>
                <a:ea typeface="Calibri" panose="020F0502020204030204" pitchFamily="34" charset="0"/>
                <a:cs typeface="Arial" panose="020B0604020202020204" pitchFamily="34" charset="0"/>
              </a:rPr>
              <a:t>Leonardo Gómez</a:t>
            </a:r>
          </a:p>
        </p:txBody>
      </p:sp>
      <p:cxnSp>
        <p:nvCxnSpPr>
          <p:cNvPr id="11" name="Conector recto 10">
            <a:extLst>
              <a:ext uri="{FF2B5EF4-FFF2-40B4-BE49-F238E27FC236}">
                <a16:creationId xmlns:a16="http://schemas.microsoft.com/office/drawing/2014/main" id="{60651784-56FD-8241-617B-6E76C22FB8D1}"/>
              </a:ext>
            </a:extLst>
          </p:cNvPr>
          <p:cNvCxnSpPr>
            <a:cxnSpLocks/>
          </p:cNvCxnSpPr>
          <p:nvPr/>
        </p:nvCxnSpPr>
        <p:spPr>
          <a:xfrm>
            <a:off x="9084403" y="3042219"/>
            <a:ext cx="0" cy="2633023"/>
          </a:xfrm>
          <a:prstGeom prst="line">
            <a:avLst/>
          </a:prstGeom>
        </p:spPr>
        <p:style>
          <a:lnRef idx="1">
            <a:schemeClr val="dk1"/>
          </a:lnRef>
          <a:fillRef idx="0">
            <a:schemeClr val="dk1"/>
          </a:fillRef>
          <a:effectRef idx="0">
            <a:schemeClr val="dk1"/>
          </a:effectRef>
          <a:fontRef idx="minor">
            <a:schemeClr val="tx1"/>
          </a:fontRef>
        </p:style>
      </p:cxnSp>
      <p:cxnSp>
        <p:nvCxnSpPr>
          <p:cNvPr id="12" name="Conector recto 11">
            <a:extLst>
              <a:ext uri="{FF2B5EF4-FFF2-40B4-BE49-F238E27FC236}">
                <a16:creationId xmlns:a16="http://schemas.microsoft.com/office/drawing/2014/main" id="{567104B3-C821-D667-4CBD-8B21FA9AF152}"/>
              </a:ext>
            </a:extLst>
          </p:cNvPr>
          <p:cNvCxnSpPr>
            <a:cxnSpLocks/>
          </p:cNvCxnSpPr>
          <p:nvPr/>
        </p:nvCxnSpPr>
        <p:spPr>
          <a:xfrm>
            <a:off x="10374098" y="3042219"/>
            <a:ext cx="0" cy="2633023"/>
          </a:xfrm>
          <a:prstGeom prst="line">
            <a:avLst/>
          </a:prstGeom>
        </p:spPr>
        <p:style>
          <a:lnRef idx="1">
            <a:schemeClr val="dk1"/>
          </a:lnRef>
          <a:fillRef idx="0">
            <a:schemeClr val="dk1"/>
          </a:fillRef>
          <a:effectRef idx="0">
            <a:schemeClr val="dk1"/>
          </a:effectRef>
          <a:fontRef idx="minor">
            <a:schemeClr val="tx1"/>
          </a:fontRef>
        </p:style>
      </p:cxnSp>
      <p:cxnSp>
        <p:nvCxnSpPr>
          <p:cNvPr id="13" name="Conector recto 12">
            <a:extLst>
              <a:ext uri="{FF2B5EF4-FFF2-40B4-BE49-F238E27FC236}">
                <a16:creationId xmlns:a16="http://schemas.microsoft.com/office/drawing/2014/main" id="{524925C4-602D-AB3B-B22D-780F9C87937E}"/>
              </a:ext>
            </a:extLst>
          </p:cNvPr>
          <p:cNvCxnSpPr>
            <a:cxnSpLocks/>
          </p:cNvCxnSpPr>
          <p:nvPr/>
        </p:nvCxnSpPr>
        <p:spPr>
          <a:xfrm>
            <a:off x="6573410" y="3051744"/>
            <a:ext cx="0" cy="2633023"/>
          </a:xfrm>
          <a:prstGeom prst="line">
            <a:avLst/>
          </a:prstGeom>
        </p:spPr>
        <p:style>
          <a:lnRef idx="1">
            <a:schemeClr val="dk1"/>
          </a:lnRef>
          <a:fillRef idx="0">
            <a:schemeClr val="dk1"/>
          </a:fillRef>
          <a:effectRef idx="0">
            <a:schemeClr val="dk1"/>
          </a:effectRef>
          <a:fontRef idx="minor">
            <a:schemeClr val="tx1"/>
          </a:fontRef>
        </p:style>
      </p:cxnSp>
      <p:cxnSp>
        <p:nvCxnSpPr>
          <p:cNvPr id="14" name="Conector recto 13">
            <a:extLst>
              <a:ext uri="{FF2B5EF4-FFF2-40B4-BE49-F238E27FC236}">
                <a16:creationId xmlns:a16="http://schemas.microsoft.com/office/drawing/2014/main" id="{8654B92E-C880-E9EC-A05B-E8FCF772E3E0}"/>
              </a:ext>
            </a:extLst>
          </p:cNvPr>
          <p:cNvCxnSpPr>
            <a:cxnSpLocks/>
          </p:cNvCxnSpPr>
          <p:nvPr/>
        </p:nvCxnSpPr>
        <p:spPr>
          <a:xfrm>
            <a:off x="5295246" y="3042219"/>
            <a:ext cx="0" cy="2633023"/>
          </a:xfrm>
          <a:prstGeom prst="line">
            <a:avLst/>
          </a:prstGeom>
        </p:spPr>
        <p:style>
          <a:lnRef idx="1">
            <a:schemeClr val="dk1"/>
          </a:lnRef>
          <a:fillRef idx="0">
            <a:schemeClr val="dk1"/>
          </a:fillRef>
          <a:effectRef idx="0">
            <a:schemeClr val="dk1"/>
          </a:effectRef>
          <a:fontRef idx="minor">
            <a:schemeClr val="tx1"/>
          </a:fontRef>
        </p:style>
      </p:cxnSp>
      <p:cxnSp>
        <p:nvCxnSpPr>
          <p:cNvPr id="15" name="Conector recto 14">
            <a:extLst>
              <a:ext uri="{FF2B5EF4-FFF2-40B4-BE49-F238E27FC236}">
                <a16:creationId xmlns:a16="http://schemas.microsoft.com/office/drawing/2014/main" id="{AC041544-EA10-DD8E-B078-2C08451FBC39}"/>
              </a:ext>
            </a:extLst>
          </p:cNvPr>
          <p:cNvCxnSpPr>
            <a:cxnSpLocks/>
          </p:cNvCxnSpPr>
          <p:nvPr/>
        </p:nvCxnSpPr>
        <p:spPr>
          <a:xfrm>
            <a:off x="3978984" y="3042219"/>
            <a:ext cx="0" cy="2633023"/>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944001035"/>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FA7823-5928-7F89-B21B-AE20319DF6F9}"/>
              </a:ext>
            </a:extLst>
          </p:cNvPr>
          <p:cNvSpPr>
            <a:spLocks noGrp="1"/>
          </p:cNvSpPr>
          <p:nvPr>
            <p:ph type="title"/>
          </p:nvPr>
        </p:nvSpPr>
        <p:spPr/>
        <p:txBody>
          <a:bodyPr/>
          <a:lstStyle/>
          <a:p>
            <a:r>
              <a:rPr lang="es-MX"/>
              <a:t>Preguntas de reflexión</a:t>
            </a:r>
          </a:p>
        </p:txBody>
      </p:sp>
      <p:sp>
        <p:nvSpPr>
          <p:cNvPr id="3" name="Marcador de contenido 2">
            <a:extLst>
              <a:ext uri="{FF2B5EF4-FFF2-40B4-BE49-F238E27FC236}">
                <a16:creationId xmlns:a16="http://schemas.microsoft.com/office/drawing/2014/main" id="{01DB22CF-2172-110F-3136-96E309847836}"/>
              </a:ext>
            </a:extLst>
          </p:cNvPr>
          <p:cNvSpPr>
            <a:spLocks noGrp="1"/>
          </p:cNvSpPr>
          <p:nvPr>
            <p:ph idx="1"/>
          </p:nvPr>
        </p:nvSpPr>
        <p:spPr/>
        <p:txBody>
          <a:bodyPr>
            <a:normAutofit/>
          </a:bodyPr>
          <a:lstStyle/>
          <a:p>
            <a:pPr marL="457200" indent="-457200" fontAlgn="t">
              <a:buFont typeface="+mj-lt"/>
              <a:buAutoNum type="arabicPeriod"/>
            </a:pPr>
            <a:r>
              <a:rPr lang="es-MX" sz="1800" i="1" dirty="0"/>
              <a:t>¿Tu Descripción de Puesto y el funciograma de tu área reflejan con precisión las actividades y responsabilidades que realmente realizas en el día a día (TO BE)?</a:t>
            </a:r>
          </a:p>
          <a:p>
            <a:pPr marL="457200" indent="-457200" fontAlgn="t">
              <a:buFont typeface="+mj-lt"/>
              <a:buAutoNum type="arabicPeriod"/>
            </a:pPr>
            <a:endParaRPr lang="es-MX" sz="1800" i="1" dirty="0"/>
          </a:p>
          <a:p>
            <a:pPr marL="457200" indent="-457200" fontAlgn="t">
              <a:buFont typeface="+mj-lt"/>
              <a:buAutoNum type="arabicPeriod"/>
            </a:pPr>
            <a:r>
              <a:rPr lang="es-MX" sz="1800" i="1" dirty="0"/>
              <a:t>¿Tienes alguna duda específica sobre el funcionamiento de tu área o sobre la estructura de la organización?</a:t>
            </a:r>
          </a:p>
          <a:p>
            <a:pPr marL="457200" indent="-457200" fontAlgn="t">
              <a:buFont typeface="+mj-lt"/>
              <a:buAutoNum type="arabicPeriod"/>
            </a:pPr>
            <a:endParaRPr lang="es-MX" sz="1800" i="1" dirty="0"/>
          </a:p>
          <a:p>
            <a:pPr marL="457200" indent="-457200" fontAlgn="t">
              <a:buFont typeface="+mj-lt"/>
              <a:buAutoNum type="arabicPeriod"/>
            </a:pPr>
            <a:r>
              <a:rPr lang="es-MX" sz="1800" i="1" dirty="0"/>
              <a:t>¿Existe algún proceso que consideres necesario rediseñar para mejorar las interacciones, la eficiencia o el funcionamiento general de tu área?</a:t>
            </a:r>
          </a:p>
          <a:p>
            <a:pPr marL="0" indent="0" fontAlgn="t">
              <a:buNone/>
            </a:pPr>
            <a:endParaRPr lang="es-MX" sz="1800" i="1" dirty="0"/>
          </a:p>
          <a:p>
            <a:pPr marL="457200" indent="-457200" fontAlgn="t">
              <a:buFont typeface="+mj-lt"/>
              <a:buAutoNum type="arabicPeriod" startAt="4"/>
            </a:pPr>
            <a:r>
              <a:rPr lang="es-MX" sz="1800" i="1" dirty="0"/>
              <a:t>Si recientemente asumiste nuevas responsabilidades, ¿ya se realizó de manera efectiva la transferencia de actividades dentro de tu equipo?</a:t>
            </a:r>
          </a:p>
          <a:p>
            <a:pPr marL="457200" indent="-457200" fontAlgn="t">
              <a:buFont typeface="+mj-lt"/>
              <a:buAutoNum type="arabicPeriod" startAt="4"/>
            </a:pPr>
            <a:endParaRPr lang="es-MX" sz="1800" i="1" dirty="0"/>
          </a:p>
          <a:p>
            <a:pPr marL="457200" indent="-457200" fontAlgn="t">
              <a:buFont typeface="+mj-lt"/>
              <a:buAutoNum type="arabicPeriod" startAt="4"/>
            </a:pPr>
            <a:r>
              <a:rPr lang="es-MX" sz="1800" i="1" dirty="0"/>
              <a:t>¿Qué rituales, prácticas o espacios de trabajo consideras esenciales para asegurar un funcionamiento adecuado y sostenido en tu área?</a:t>
            </a:r>
          </a:p>
          <a:p>
            <a:pPr marL="457200" indent="-457200" fontAlgn="t">
              <a:buFont typeface="+mj-lt"/>
              <a:buAutoNum type="arabicPeriod" startAt="4"/>
            </a:pPr>
            <a:endParaRPr lang="es-MX" sz="1800" i="1" dirty="0"/>
          </a:p>
        </p:txBody>
      </p:sp>
      <p:sp>
        <p:nvSpPr>
          <p:cNvPr id="4" name="Marcador de número de diapositiva 3">
            <a:extLst>
              <a:ext uri="{FF2B5EF4-FFF2-40B4-BE49-F238E27FC236}">
                <a16:creationId xmlns:a16="http://schemas.microsoft.com/office/drawing/2014/main" id="{6D93FCBE-2554-B3CE-F23D-2B24D0D03EA2}"/>
              </a:ext>
            </a:extLst>
          </p:cNvPr>
          <p:cNvSpPr>
            <a:spLocks noGrp="1"/>
          </p:cNvSpPr>
          <p:nvPr>
            <p:ph type="sldNum" sz="quarter" idx="10"/>
          </p:nvPr>
        </p:nvSpPr>
        <p:spPr/>
        <p:txBody>
          <a:bodyPr/>
          <a:lstStyle/>
          <a:p>
            <a:pPr>
              <a:defRPr/>
            </a:pPr>
            <a:fld id="{27059DBC-E59A-064C-BA88-35FC96E8C5B3}" type="slidenum">
              <a:rPr lang="es-MX" smtClean="0"/>
              <a:pPr>
                <a:defRPr/>
              </a:pPr>
              <a:t>11</a:t>
            </a:fld>
            <a:endParaRPr lang="es-MX"/>
          </a:p>
        </p:txBody>
      </p:sp>
    </p:spTree>
    <p:extLst>
      <p:ext uri="{BB962C8B-B14F-4D97-AF65-F5344CB8AC3E}">
        <p14:creationId xmlns:p14="http://schemas.microsoft.com/office/powerpoint/2010/main" val="965998277"/>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FC5A0-8C93-71AE-D9CA-34CB5E5D2751}"/>
            </a:ext>
          </a:extLst>
        </p:cNvPr>
        <p:cNvGrpSpPr/>
        <p:nvPr/>
      </p:nvGrpSpPr>
      <p:grpSpPr>
        <a:xfrm>
          <a:off x="0" y="0"/>
          <a:ext cx="0" cy="0"/>
          <a:chOff x="0" y="0"/>
          <a:chExt cx="0" cy="0"/>
        </a:xfrm>
      </p:grpSpPr>
      <p:sp>
        <p:nvSpPr>
          <p:cNvPr id="21" name="Título 20">
            <a:extLst>
              <a:ext uri="{FF2B5EF4-FFF2-40B4-BE49-F238E27FC236}">
                <a16:creationId xmlns:a16="http://schemas.microsoft.com/office/drawing/2014/main" id="{288AD74F-DDB8-B9D1-C24D-B54B44D5A93D}"/>
              </a:ext>
            </a:extLst>
          </p:cNvPr>
          <p:cNvSpPr>
            <a:spLocks noGrp="1"/>
          </p:cNvSpPr>
          <p:nvPr>
            <p:ph type="title"/>
          </p:nvPr>
        </p:nvSpPr>
        <p:spPr/>
        <p:txBody>
          <a:bodyPr/>
          <a:lstStyle/>
          <a:p>
            <a:r>
              <a:rPr lang="es-ES"/>
              <a:t>Siguientes pasos</a:t>
            </a:r>
            <a:endParaRPr lang="es-MX"/>
          </a:p>
        </p:txBody>
      </p:sp>
      <p:graphicFrame>
        <p:nvGraphicFramePr>
          <p:cNvPr id="29" name="btfpTable784278">
            <a:extLst>
              <a:ext uri="{FF2B5EF4-FFF2-40B4-BE49-F238E27FC236}">
                <a16:creationId xmlns:a16="http://schemas.microsoft.com/office/drawing/2014/main" id="{88095F32-24CC-5EC5-389D-AC8DF1CFFE06}"/>
              </a:ext>
            </a:extLst>
          </p:cNvPr>
          <p:cNvGraphicFramePr>
            <a:graphicFrameLocks noGrp="1"/>
          </p:cNvGraphicFramePr>
          <p:nvPr>
            <p:custDataLst>
              <p:tags r:id="rId1"/>
            </p:custDataLst>
          </p:nvPr>
        </p:nvGraphicFramePr>
        <p:xfrm>
          <a:off x="2767155" y="1103442"/>
          <a:ext cx="8847992" cy="5198958"/>
        </p:xfrm>
        <a:graphic>
          <a:graphicData uri="http://schemas.openxmlformats.org/drawingml/2006/table">
            <a:tbl>
              <a:tblPr firstRow="1" firstCol="1">
                <a:tableStyleId>{9D7B26C5-4107-4FEC-AEDC-1716B250A1EF}</a:tableStyleId>
              </a:tblPr>
              <a:tblGrid>
                <a:gridCol w="395373">
                  <a:extLst>
                    <a:ext uri="{9D8B030D-6E8A-4147-A177-3AD203B41FA5}">
                      <a16:colId xmlns:a16="http://schemas.microsoft.com/office/drawing/2014/main" val="3314553648"/>
                    </a:ext>
                  </a:extLst>
                </a:gridCol>
                <a:gridCol w="388860">
                  <a:extLst>
                    <a:ext uri="{9D8B030D-6E8A-4147-A177-3AD203B41FA5}">
                      <a16:colId xmlns:a16="http://schemas.microsoft.com/office/drawing/2014/main" val="71576085"/>
                    </a:ext>
                  </a:extLst>
                </a:gridCol>
                <a:gridCol w="388860">
                  <a:extLst>
                    <a:ext uri="{9D8B030D-6E8A-4147-A177-3AD203B41FA5}">
                      <a16:colId xmlns:a16="http://schemas.microsoft.com/office/drawing/2014/main" val="2575597997"/>
                    </a:ext>
                  </a:extLst>
                </a:gridCol>
                <a:gridCol w="456018">
                  <a:extLst>
                    <a:ext uri="{9D8B030D-6E8A-4147-A177-3AD203B41FA5}">
                      <a16:colId xmlns:a16="http://schemas.microsoft.com/office/drawing/2014/main" val="3663393661"/>
                    </a:ext>
                  </a:extLst>
                </a:gridCol>
                <a:gridCol w="415208">
                  <a:extLst>
                    <a:ext uri="{9D8B030D-6E8A-4147-A177-3AD203B41FA5}">
                      <a16:colId xmlns:a16="http://schemas.microsoft.com/office/drawing/2014/main" val="3432567884"/>
                    </a:ext>
                  </a:extLst>
                </a:gridCol>
                <a:gridCol w="462825">
                  <a:extLst>
                    <a:ext uri="{9D8B030D-6E8A-4147-A177-3AD203B41FA5}">
                      <a16:colId xmlns:a16="http://schemas.microsoft.com/office/drawing/2014/main" val="3237918825"/>
                    </a:ext>
                  </a:extLst>
                </a:gridCol>
                <a:gridCol w="396303">
                  <a:extLst>
                    <a:ext uri="{9D8B030D-6E8A-4147-A177-3AD203B41FA5}">
                      <a16:colId xmlns:a16="http://schemas.microsoft.com/office/drawing/2014/main" val="3878108686"/>
                    </a:ext>
                  </a:extLst>
                </a:gridCol>
                <a:gridCol w="396303">
                  <a:extLst>
                    <a:ext uri="{9D8B030D-6E8A-4147-A177-3AD203B41FA5}">
                      <a16:colId xmlns:a16="http://schemas.microsoft.com/office/drawing/2014/main" val="1855642880"/>
                    </a:ext>
                  </a:extLst>
                </a:gridCol>
                <a:gridCol w="396303">
                  <a:extLst>
                    <a:ext uri="{9D8B030D-6E8A-4147-A177-3AD203B41FA5}">
                      <a16:colId xmlns:a16="http://schemas.microsoft.com/office/drawing/2014/main" val="2404988957"/>
                    </a:ext>
                  </a:extLst>
                </a:gridCol>
                <a:gridCol w="396303">
                  <a:extLst>
                    <a:ext uri="{9D8B030D-6E8A-4147-A177-3AD203B41FA5}">
                      <a16:colId xmlns:a16="http://schemas.microsoft.com/office/drawing/2014/main" val="1872372367"/>
                    </a:ext>
                  </a:extLst>
                </a:gridCol>
                <a:gridCol w="396303">
                  <a:extLst>
                    <a:ext uri="{9D8B030D-6E8A-4147-A177-3AD203B41FA5}">
                      <a16:colId xmlns:a16="http://schemas.microsoft.com/office/drawing/2014/main" val="2182915151"/>
                    </a:ext>
                  </a:extLst>
                </a:gridCol>
                <a:gridCol w="396303">
                  <a:extLst>
                    <a:ext uri="{9D8B030D-6E8A-4147-A177-3AD203B41FA5}">
                      <a16:colId xmlns:a16="http://schemas.microsoft.com/office/drawing/2014/main" val="3583846727"/>
                    </a:ext>
                  </a:extLst>
                </a:gridCol>
                <a:gridCol w="396303">
                  <a:extLst>
                    <a:ext uri="{9D8B030D-6E8A-4147-A177-3AD203B41FA5}">
                      <a16:colId xmlns:a16="http://schemas.microsoft.com/office/drawing/2014/main" val="3948502103"/>
                    </a:ext>
                  </a:extLst>
                </a:gridCol>
                <a:gridCol w="396303">
                  <a:extLst>
                    <a:ext uri="{9D8B030D-6E8A-4147-A177-3AD203B41FA5}">
                      <a16:colId xmlns:a16="http://schemas.microsoft.com/office/drawing/2014/main" val="3889430077"/>
                    </a:ext>
                  </a:extLst>
                </a:gridCol>
                <a:gridCol w="396303">
                  <a:extLst>
                    <a:ext uri="{9D8B030D-6E8A-4147-A177-3AD203B41FA5}">
                      <a16:colId xmlns:a16="http://schemas.microsoft.com/office/drawing/2014/main" val="1119314941"/>
                    </a:ext>
                  </a:extLst>
                </a:gridCol>
                <a:gridCol w="396303">
                  <a:extLst>
                    <a:ext uri="{9D8B030D-6E8A-4147-A177-3AD203B41FA5}">
                      <a16:colId xmlns:a16="http://schemas.microsoft.com/office/drawing/2014/main" val="200118665"/>
                    </a:ext>
                  </a:extLst>
                </a:gridCol>
                <a:gridCol w="396303">
                  <a:extLst>
                    <a:ext uri="{9D8B030D-6E8A-4147-A177-3AD203B41FA5}">
                      <a16:colId xmlns:a16="http://schemas.microsoft.com/office/drawing/2014/main" val="425602745"/>
                    </a:ext>
                  </a:extLst>
                </a:gridCol>
                <a:gridCol w="396303">
                  <a:extLst>
                    <a:ext uri="{9D8B030D-6E8A-4147-A177-3AD203B41FA5}">
                      <a16:colId xmlns:a16="http://schemas.microsoft.com/office/drawing/2014/main" val="1192564800"/>
                    </a:ext>
                  </a:extLst>
                </a:gridCol>
                <a:gridCol w="396303">
                  <a:extLst>
                    <a:ext uri="{9D8B030D-6E8A-4147-A177-3AD203B41FA5}">
                      <a16:colId xmlns:a16="http://schemas.microsoft.com/office/drawing/2014/main" val="750770151"/>
                    </a:ext>
                  </a:extLst>
                </a:gridCol>
                <a:gridCol w="396303">
                  <a:extLst>
                    <a:ext uri="{9D8B030D-6E8A-4147-A177-3AD203B41FA5}">
                      <a16:colId xmlns:a16="http://schemas.microsoft.com/office/drawing/2014/main" val="1737538312"/>
                    </a:ext>
                  </a:extLst>
                </a:gridCol>
                <a:gridCol w="396303">
                  <a:extLst>
                    <a:ext uri="{9D8B030D-6E8A-4147-A177-3AD203B41FA5}">
                      <a16:colId xmlns:a16="http://schemas.microsoft.com/office/drawing/2014/main" val="528252452"/>
                    </a:ext>
                  </a:extLst>
                </a:gridCol>
                <a:gridCol w="396303">
                  <a:extLst>
                    <a:ext uri="{9D8B030D-6E8A-4147-A177-3AD203B41FA5}">
                      <a16:colId xmlns:a16="http://schemas.microsoft.com/office/drawing/2014/main" val="2726501097"/>
                    </a:ext>
                  </a:extLst>
                </a:gridCol>
              </a:tblGrid>
              <a:tr h="200342">
                <a:tc gridSpan="3">
                  <a:txBody>
                    <a:bodyPr/>
                    <a:lstStyle/>
                    <a:p>
                      <a:pPr marL="0" indent="0" algn="ctr" defTabSz="711200" rtl="0" eaLnBrk="1" latinLnBrk="0" hangingPunct="1">
                        <a:spcBef>
                          <a:spcPts val="1200"/>
                        </a:spcBef>
                        <a:buFontTx/>
                        <a:buNone/>
                      </a:pPr>
                      <a:r>
                        <a:rPr lang="en-US" sz="800" b="1" kern="1200" err="1">
                          <a:solidFill>
                            <a:srgbClr val="333333"/>
                          </a:solidFill>
                          <a:latin typeface="Arial" panose="020B0604020202020204" pitchFamily="34" charset="0"/>
                          <a:ea typeface="+mn-ea"/>
                          <a:cs typeface="Arial" panose="020B0604020202020204" pitchFamily="34" charset="0"/>
                        </a:rPr>
                        <a:t>Noviembre</a:t>
                      </a:r>
                      <a:endParaRPr lang="en-US" sz="800" b="1" kern="1200">
                        <a:solidFill>
                          <a:srgbClr val="333333"/>
                        </a:solidFill>
                        <a:latin typeface="Arial" panose="020B0604020202020204" pitchFamily="34" charset="0"/>
                        <a:ea typeface="+mn-ea"/>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defTabSz="711200" rtl="0" eaLnBrk="1" latinLnBrk="0" hangingPunct="1">
                        <a:spcBef>
                          <a:spcPts val="1200"/>
                        </a:spcBef>
                        <a:buFontTx/>
                        <a:buNone/>
                      </a:pPr>
                      <a:r>
                        <a:rPr lang="en-US" sz="800" b="1" kern="1200">
                          <a:solidFill>
                            <a:srgbClr val="333333"/>
                          </a:solidFill>
                          <a:latin typeface="+mn-lt"/>
                          <a:ea typeface="+mn-ea"/>
                          <a:cs typeface="+mn-cs"/>
                        </a:rPr>
                        <a:t>Noviembre</a:t>
                      </a: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pPr marL="0" indent="0" algn="ctr">
                        <a:buFontTx/>
                        <a:buNone/>
                      </a:pPr>
                      <a:endParaRPr lang="en-US" sz="800" b="1">
                        <a:solidFill>
                          <a:srgbClr val="333333"/>
                        </a:solidFill>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gridSpan="3">
                  <a:txBody>
                    <a:bodyPr/>
                    <a:lstStyle/>
                    <a:p>
                      <a:pPr marL="0" indent="0" algn="ctr" defTabSz="711200" rtl="0" eaLnBrk="1" latinLnBrk="0" hangingPunct="1">
                        <a:spcBef>
                          <a:spcPts val="1200"/>
                        </a:spcBef>
                        <a:buFontTx/>
                        <a:buNone/>
                      </a:pPr>
                      <a:r>
                        <a:rPr lang="en-US" sz="800" b="1" kern="1200" err="1">
                          <a:solidFill>
                            <a:srgbClr val="333333"/>
                          </a:solidFill>
                          <a:latin typeface="Arial" panose="020B0604020202020204" pitchFamily="34" charset="0"/>
                          <a:ea typeface="+mn-ea"/>
                          <a:cs typeface="Arial" panose="020B0604020202020204" pitchFamily="34" charset="0"/>
                        </a:rPr>
                        <a:t>Diciembre</a:t>
                      </a:r>
                      <a:endParaRPr sz="800" b="1" kern="1200">
                        <a:solidFill>
                          <a:srgbClr val="333333"/>
                        </a:solidFill>
                        <a:latin typeface="Arial" panose="020B0604020202020204" pitchFamily="34" charset="0"/>
                        <a:ea typeface="+mn-ea"/>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n-US" sz="1000" b="1">
                        <a:solidFill>
                          <a:srgbClr val="FFFFFF"/>
                        </a:solidFill>
                      </a:endParaRPr>
                    </a:p>
                  </a:txBody>
                  <a:tcPr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7F32"/>
                    </a:solidFill>
                  </a:tcPr>
                </a:tc>
                <a:tc hMerge="1">
                  <a:txBody>
                    <a:bodyPr/>
                    <a:lstStyle/>
                    <a:p>
                      <a:pPr marL="0" indent="0" algn="ctr">
                        <a:buFontTx/>
                        <a:buNone/>
                      </a:pPr>
                      <a:endParaRPr lang="en-US" sz="800" b="1">
                        <a:solidFill>
                          <a:srgbClr val="FFFFFF"/>
                        </a:solidFill>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FF7F32"/>
                    </a:solidFill>
                  </a:tcPr>
                </a:tc>
                <a:tc gridSpan="4">
                  <a:txBody>
                    <a:bodyPr/>
                    <a:lstStyle/>
                    <a:p>
                      <a:pPr marL="0" indent="0" algn="ctr">
                        <a:buFontTx/>
                        <a:buNone/>
                      </a:pPr>
                      <a:r>
                        <a:rPr lang="en-US" sz="800" b="1" kern="1200" err="1">
                          <a:solidFill>
                            <a:srgbClr val="333333"/>
                          </a:solidFill>
                          <a:latin typeface="Arial" panose="020B0604020202020204" pitchFamily="34" charset="0"/>
                          <a:ea typeface="+mn-ea"/>
                          <a:cs typeface="Arial" panose="020B0604020202020204" pitchFamily="34" charset="0"/>
                        </a:rPr>
                        <a:t>Enero</a:t>
                      </a:r>
                      <a:endParaRPr lang="en-US" sz="800" b="1" kern="1200">
                        <a:solidFill>
                          <a:srgbClr val="333333"/>
                        </a:solidFill>
                        <a:latin typeface="Arial" panose="020B0604020202020204" pitchFamily="34" charset="0"/>
                        <a:ea typeface="+mn-ea"/>
                        <a:cs typeface="Arial" panose="020B0604020202020204" pitchFamily="34" charset="0"/>
                      </a:endParaRPr>
                    </a:p>
                  </a:txBody>
                  <a:tcPr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n-US" sz="800" b="1">
                        <a:solidFill>
                          <a:srgbClr val="333333"/>
                        </a:solidFill>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pPr marL="0" indent="0" algn="ctr">
                        <a:buFontTx/>
                        <a:buNone/>
                      </a:pPr>
                      <a:endParaRPr lang="en-US" sz="800" b="1">
                        <a:solidFill>
                          <a:srgbClr val="333333"/>
                        </a:solidFill>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pPr marL="0" indent="0" algn="ctr">
                        <a:buFontTx/>
                        <a:buNone/>
                      </a:pPr>
                      <a:endParaRPr lang="en-US" sz="800" b="1">
                        <a:solidFill>
                          <a:srgbClr val="333333"/>
                        </a:solidFill>
                        <a:latin typeface="Arial" panose="020B0604020202020204" pitchFamily="34" charset="0"/>
                        <a:cs typeface="Arial" panose="020B0604020202020204" pitchFamily="34" charset="0"/>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gridSpan="4">
                  <a:txBody>
                    <a:bodyPr/>
                    <a:lstStyle/>
                    <a:p>
                      <a:pPr marL="0" indent="0" algn="ctr">
                        <a:buFontTx/>
                        <a:buNone/>
                      </a:pPr>
                      <a:r>
                        <a:rPr lang="es-MX" sz="800" b="1" noProof="0">
                          <a:solidFill>
                            <a:srgbClr val="333333"/>
                          </a:solidFill>
                          <a:latin typeface="Arial" panose="020B0604020202020204" pitchFamily="34" charset="0"/>
                          <a:cs typeface="Arial" panose="020B0604020202020204" pitchFamily="34" charset="0"/>
                        </a:rPr>
                        <a:t>Febrero</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n-US" sz="800" b="1">
                        <a:solidFill>
                          <a:srgbClr val="333333"/>
                        </a:solidFill>
                        <a:latin typeface="Arial" panose="020B0604020202020204" pitchFamily="34" charset="0"/>
                        <a:cs typeface="Arial" panose="020B0604020202020204" pitchFamily="34" charset="0"/>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pPr marL="0" indent="0" algn="ctr">
                        <a:buFontTx/>
                        <a:buNone/>
                      </a:pPr>
                      <a:endParaRPr lang="en-US" sz="800" b="1">
                        <a:solidFill>
                          <a:srgbClr val="333333"/>
                        </a:solidFill>
                        <a:latin typeface="Arial" panose="020B0604020202020204" pitchFamily="34" charset="0"/>
                        <a:cs typeface="Arial" panose="020B0604020202020204" pitchFamily="34" charset="0"/>
                      </a:endParaRPr>
                    </a:p>
                  </a:txBody>
                  <a:tcPr marL="72000" marR="0" marT="0" marB="0" anchor="ctr">
                    <a:lnL w="38100" cap="flat" cmpd="sng" algn="ctr">
                      <a:solidFill>
                        <a:schemeClr val="bg1"/>
                      </a:solidFill>
                      <a:prstDash val="solid"/>
                      <a:round/>
                      <a:headEnd type="none" w="med" len="med"/>
                      <a:tailEnd type="none" w="med" len="med"/>
                    </a:lnL>
                    <a:lnR w="381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rgbClr val="D6D6D6"/>
                    </a:solidFill>
                  </a:tcPr>
                </a:tc>
                <a:tc hMerge="1">
                  <a:txBody>
                    <a:bodyPr/>
                    <a:lstStyle/>
                    <a:p>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gridSpan="4">
                  <a:txBody>
                    <a:bodyPr/>
                    <a:lstStyle/>
                    <a:p>
                      <a:pPr marL="0" indent="0" algn="ctr">
                        <a:buFontTx/>
                        <a:buNone/>
                      </a:pPr>
                      <a:r>
                        <a:rPr lang="es-ES" sz="800" b="1" noProof="0">
                          <a:solidFill>
                            <a:srgbClr val="333333"/>
                          </a:solidFill>
                          <a:latin typeface="Arial" panose="020B0604020202020204" pitchFamily="34" charset="0"/>
                          <a:cs typeface="Arial" panose="020B0604020202020204" pitchFamily="34" charset="0"/>
                        </a:rPr>
                        <a:t>Marzo</a:t>
                      </a: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gridSpan="4">
                  <a:txBody>
                    <a:bodyPr/>
                    <a:lstStyle/>
                    <a:p>
                      <a:pPr marL="0" indent="0" algn="ctr">
                        <a:buFontTx/>
                        <a:buNone/>
                      </a:pPr>
                      <a:r>
                        <a:rPr lang="es-ES" sz="800" b="1" noProof="0">
                          <a:solidFill>
                            <a:srgbClr val="333333"/>
                          </a:solidFill>
                          <a:latin typeface="Arial" panose="020B0604020202020204" pitchFamily="34" charset="0"/>
                          <a:cs typeface="Arial" panose="020B0604020202020204" pitchFamily="34" charset="0"/>
                        </a:rPr>
                        <a:t>Abril</a:t>
                      </a: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hMerge="1">
                  <a:txBody>
                    <a:bodyPr/>
                    <a:lstStyle/>
                    <a:p>
                      <a:pPr marL="0" indent="0" algn="ctr">
                        <a:buFontTx/>
                        <a:buNone/>
                      </a:pPr>
                      <a:endParaRPr lang="es-MX" sz="800" b="1" noProof="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3246470477"/>
                  </a:ext>
                </a:extLst>
              </a:tr>
              <a:tr h="209047">
                <a:tc>
                  <a:txBody>
                    <a:bodyPr/>
                    <a:lstStyle/>
                    <a:p>
                      <a:pPr marL="0" indent="0" algn="l" defTabSz="711200" rtl="0" eaLnBrk="1" latinLnBrk="0" hangingPunct="1">
                        <a:spcBef>
                          <a:spcPts val="1200"/>
                        </a:spcBef>
                        <a:buFontTx/>
                        <a:buNone/>
                      </a:pPr>
                      <a:r>
                        <a:rPr lang="en-US" sz="800" b="1" kern="1200">
                          <a:solidFill>
                            <a:srgbClr val="333333"/>
                          </a:solidFill>
                          <a:latin typeface="Arial" panose="020B0604020202020204" pitchFamily="34" charset="0"/>
                          <a:ea typeface="+mn-ea"/>
                          <a:cs typeface="Arial" panose="020B0604020202020204" pitchFamily="34" charset="0"/>
                        </a:rPr>
                        <a:t>10-14</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defTabSz="711200" rtl="0" eaLnBrk="1" latinLnBrk="0" hangingPunct="1">
                        <a:spcBef>
                          <a:spcPts val="1200"/>
                        </a:spcBef>
                        <a:buFontTx/>
                        <a:buNone/>
                      </a:pPr>
                      <a:r>
                        <a:rPr lang="en-US" sz="800" b="1" kern="1200">
                          <a:solidFill>
                            <a:srgbClr val="333333"/>
                          </a:solidFill>
                          <a:latin typeface="Arial" panose="020B0604020202020204" pitchFamily="34" charset="0"/>
                          <a:ea typeface="+mn-ea"/>
                          <a:cs typeface="Arial" panose="020B0604020202020204" pitchFamily="34" charset="0"/>
                        </a:rPr>
                        <a:t>17-21</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24-28</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01-05</a:t>
                      </a:r>
                      <a:endParaRPr lang="en-US" sz="800" b="1" baseline="30000">
                        <a:solidFill>
                          <a:srgbClr val="333333"/>
                        </a:solidFill>
                        <a:latin typeface="Arial" panose="020B0604020202020204" pitchFamily="34" charset="0"/>
                        <a:cs typeface="Arial" panose="020B0604020202020204" pitchFamily="34" charset="0"/>
                      </a:endParaRP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08-12</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ctr">
                        <a:buFontTx/>
                        <a:buNone/>
                      </a:pPr>
                      <a:r>
                        <a:rPr lang="en-US" sz="800" b="1">
                          <a:solidFill>
                            <a:srgbClr val="333333"/>
                          </a:solidFill>
                          <a:latin typeface="Arial" panose="020B0604020202020204" pitchFamily="34" charset="0"/>
                          <a:cs typeface="Arial" panose="020B0604020202020204" pitchFamily="34" charset="0"/>
                        </a:rPr>
                        <a:t>3 week freeze</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05-09</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12-16</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19-23</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26-30</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02-06</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09-13</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16-20</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23-27</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02-06</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09-13</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16-20</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23-27</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30-03</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06-10</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13-17</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tc>
                  <a:txBody>
                    <a:bodyPr/>
                    <a:lstStyle/>
                    <a:p>
                      <a:pPr marL="0" indent="0" algn="l">
                        <a:buFontTx/>
                        <a:buNone/>
                      </a:pPr>
                      <a:r>
                        <a:rPr lang="en-US" sz="800" b="1">
                          <a:solidFill>
                            <a:srgbClr val="333333"/>
                          </a:solidFill>
                          <a:latin typeface="Arial" panose="020B0604020202020204" pitchFamily="34" charset="0"/>
                          <a:cs typeface="Arial" panose="020B0604020202020204" pitchFamily="34" charset="0"/>
                        </a:rPr>
                        <a:t>20-24</a:t>
                      </a:r>
                    </a:p>
                  </a:txBody>
                  <a:tcPr marL="72000" marR="0" marT="0"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tx2"/>
                    </a:solidFill>
                  </a:tcPr>
                </a:tc>
                <a:extLst>
                  <a:ext uri="{0D108BD9-81ED-4DB2-BD59-A6C34878D82A}">
                    <a16:rowId xmlns:a16="http://schemas.microsoft.com/office/drawing/2014/main" val="783730660"/>
                  </a:ext>
                </a:extLst>
              </a:tr>
              <a:tr h="937025">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38100" cap="flat" cmpd="sng" algn="ctr">
                      <a:solidFill>
                        <a:schemeClr val="bg1"/>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rgbClr val="D6D6D6">
                          <a:alpha val="25000"/>
                        </a:srgbClr>
                      </a:solidFill>
                      <a:prstDash val="solid"/>
                      <a:round/>
                      <a:headEnd type="none" w="med" len="med"/>
                      <a:tailEnd type="none" w="med" len="med"/>
                    </a:lnR>
                    <a:lnT w="6350" cap="flat" cmpd="sng" algn="ctr">
                      <a:solidFill>
                        <a:schemeClr val="bg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812956"/>
                  </a:ext>
                </a:extLst>
              </a:tr>
              <a:tr h="2340000">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38100" cap="flat" cmpd="sng" algn="ctr">
                      <a:solidFill>
                        <a:schemeClr val="bg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rgbClr val="D6D6D6">
                          <a:alpha val="2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01250760"/>
                  </a:ext>
                </a:extLst>
              </a:tr>
              <a:tr h="946150">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38100" cap="flat" cmpd="sng" algn="ctr">
                      <a:solidFill>
                        <a:schemeClr val="bg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rgbClr val="D6D6D6">
                          <a:alpha val="2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2491739"/>
                  </a:ext>
                </a:extLst>
              </a:tr>
              <a:tr h="518583">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38100" cap="flat" cmpd="sng" algn="ctr">
                      <a:solidFill>
                        <a:schemeClr val="bg1"/>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chemeClr val="bg2"/>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buFontTx/>
                        <a:buNone/>
                      </a:pPr>
                      <a:endParaRPr lang="en-US" sz="800" b="0">
                        <a:latin typeface="Arial" panose="020B0604020202020204" pitchFamily="34" charset="0"/>
                        <a:cs typeface="Arial" panose="020B0604020202020204" pitchFamily="34" charset="0"/>
                      </a:endParaRPr>
                    </a:p>
                  </a:txBody>
                  <a:tcPr marL="72000" marR="0" marT="0" marB="0">
                    <a:lnL w="12700" cap="flat" cmpd="sng" algn="ctr">
                      <a:solidFill>
                        <a:schemeClr val="bg2"/>
                      </a:solidFill>
                      <a:prstDash val="solid"/>
                      <a:round/>
                      <a:headEnd type="none" w="med" len="med"/>
                      <a:tailEnd type="none" w="med" len="med"/>
                    </a:lnL>
                    <a:lnR w="12700" cap="flat" cmpd="sng" algn="ctr">
                      <a:solidFill>
                        <a:srgbClr val="D6D6D6">
                          <a:alpha val="25000"/>
                        </a:srgbClr>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7338163"/>
                  </a:ext>
                </a:extLst>
              </a:tr>
            </a:tbl>
          </a:graphicData>
        </a:graphic>
      </p:graphicFrame>
      <p:sp>
        <p:nvSpPr>
          <p:cNvPr id="30" name="Rectangle 16">
            <a:extLst>
              <a:ext uri="{FF2B5EF4-FFF2-40B4-BE49-F238E27FC236}">
                <a16:creationId xmlns:a16="http://schemas.microsoft.com/office/drawing/2014/main" id="{C3796059-AE52-6FD0-6DB7-B6D15200CF56}"/>
              </a:ext>
            </a:extLst>
          </p:cNvPr>
          <p:cNvSpPr/>
          <p:nvPr/>
        </p:nvSpPr>
        <p:spPr bwMode="auto">
          <a:xfrm rot="16200000">
            <a:off x="-158365" y="1846635"/>
            <a:ext cx="904387" cy="384457"/>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7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Higiénicos</a:t>
            </a:r>
          </a:p>
        </p:txBody>
      </p:sp>
      <p:graphicFrame>
        <p:nvGraphicFramePr>
          <p:cNvPr id="31" name="Tabla 30">
            <a:extLst>
              <a:ext uri="{FF2B5EF4-FFF2-40B4-BE49-F238E27FC236}">
                <a16:creationId xmlns:a16="http://schemas.microsoft.com/office/drawing/2014/main" id="{90F263E7-2160-1CDA-E6D5-0BD0E44AB4A1}"/>
              </a:ext>
            </a:extLst>
          </p:cNvPr>
          <p:cNvGraphicFramePr>
            <a:graphicFrameLocks noGrp="1"/>
          </p:cNvGraphicFramePr>
          <p:nvPr/>
        </p:nvGraphicFramePr>
        <p:xfrm>
          <a:off x="486057" y="1586671"/>
          <a:ext cx="2289564" cy="904388"/>
        </p:xfrm>
        <a:graphic>
          <a:graphicData uri="http://schemas.openxmlformats.org/drawingml/2006/table">
            <a:tbl>
              <a:tblPr firstRow="1" bandRow="1">
                <a:solidFill>
                  <a:schemeClr val="bg1">
                    <a:lumMod val="95000"/>
                  </a:schemeClr>
                </a:solidFill>
              </a:tblPr>
              <a:tblGrid>
                <a:gridCol w="2289564">
                  <a:extLst>
                    <a:ext uri="{9D8B030D-6E8A-4147-A177-3AD203B41FA5}">
                      <a16:colId xmlns:a16="http://schemas.microsoft.com/office/drawing/2014/main" val="3098638791"/>
                    </a:ext>
                  </a:extLst>
                </a:gridCol>
              </a:tblGrid>
              <a:tr h="226097">
                <a:tc>
                  <a:txBody>
                    <a:bodyPr/>
                    <a:lstStyle/>
                    <a:p>
                      <a:pPr marL="0" indent="0" algn="l">
                        <a:buNone/>
                      </a:pPr>
                      <a:r>
                        <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Documentación áreas, propósitos y responsabilidades</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390418584"/>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Descripciones de Puesto L1 y L2</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581178669"/>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Descripciones de Puesto resto de organización</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1802347413"/>
                  </a:ext>
                </a:extLst>
              </a:tr>
              <a:tr h="226097">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Matriz RASCI (Metodología y ejercicio central)</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402385119"/>
                  </a:ext>
                </a:extLst>
              </a:tr>
            </a:tbl>
          </a:graphicData>
        </a:graphic>
      </p:graphicFrame>
      <p:sp>
        <p:nvSpPr>
          <p:cNvPr id="32" name="btfpNumberBubble424218">
            <a:extLst>
              <a:ext uri="{FF2B5EF4-FFF2-40B4-BE49-F238E27FC236}">
                <a16:creationId xmlns:a16="http://schemas.microsoft.com/office/drawing/2014/main" id="{E9B8D3A3-5BC1-58B6-8B1A-D9AB1E58836A}"/>
              </a:ext>
            </a:extLst>
          </p:cNvPr>
          <p:cNvSpPr/>
          <p:nvPr/>
        </p:nvSpPr>
        <p:spPr bwMode="auto">
          <a:xfrm>
            <a:off x="-1" y="1461321"/>
            <a:ext cx="250694" cy="250694"/>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MX" sz="1400" b="1" i="0" u="none" strike="noStrike" kern="1200" cap="none" spc="0" normalizeH="0" baseline="0" noProof="0">
                <a:ln>
                  <a:noFill/>
                </a:ln>
                <a:solidFill>
                  <a:srgbClr val="FFFFFF"/>
                </a:solidFill>
                <a:effectLst/>
                <a:uLnTx/>
                <a:uFillTx/>
                <a:latin typeface="Open Sans"/>
                <a:ea typeface="+mn-ea"/>
                <a:cs typeface="+mn-cs"/>
              </a:rPr>
              <a:t>1</a:t>
            </a:r>
          </a:p>
        </p:txBody>
      </p:sp>
      <p:sp>
        <p:nvSpPr>
          <p:cNvPr id="33" name="Rectángulo 32">
            <a:extLst>
              <a:ext uri="{FF2B5EF4-FFF2-40B4-BE49-F238E27FC236}">
                <a16:creationId xmlns:a16="http://schemas.microsoft.com/office/drawing/2014/main" id="{1E7B6694-4C95-FC46-FB27-AFE9B9F68295}"/>
              </a:ext>
            </a:extLst>
          </p:cNvPr>
          <p:cNvSpPr/>
          <p:nvPr/>
        </p:nvSpPr>
        <p:spPr bwMode="auto">
          <a:xfrm>
            <a:off x="2767155" y="1624965"/>
            <a:ext cx="36000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4" name="Rectángulo 33">
            <a:extLst>
              <a:ext uri="{FF2B5EF4-FFF2-40B4-BE49-F238E27FC236}">
                <a16:creationId xmlns:a16="http://schemas.microsoft.com/office/drawing/2014/main" id="{305979C7-35F2-5A41-8FE7-9DD9119D766E}"/>
              </a:ext>
            </a:extLst>
          </p:cNvPr>
          <p:cNvSpPr/>
          <p:nvPr/>
        </p:nvSpPr>
        <p:spPr bwMode="auto">
          <a:xfrm>
            <a:off x="3188434" y="1799064"/>
            <a:ext cx="36000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6" name="Rectángulo 35">
            <a:extLst>
              <a:ext uri="{FF2B5EF4-FFF2-40B4-BE49-F238E27FC236}">
                <a16:creationId xmlns:a16="http://schemas.microsoft.com/office/drawing/2014/main" id="{8D0B9FA0-6340-5673-1521-40F4E6F01E03}"/>
              </a:ext>
            </a:extLst>
          </p:cNvPr>
          <p:cNvSpPr/>
          <p:nvPr/>
        </p:nvSpPr>
        <p:spPr bwMode="auto">
          <a:xfrm>
            <a:off x="3548434" y="1998315"/>
            <a:ext cx="806400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7" name="Rectángulo 36">
            <a:extLst>
              <a:ext uri="{FF2B5EF4-FFF2-40B4-BE49-F238E27FC236}">
                <a16:creationId xmlns:a16="http://schemas.microsoft.com/office/drawing/2014/main" id="{AB0709B9-BEEB-33D4-FD48-27EF0E5D8B67}"/>
              </a:ext>
            </a:extLst>
          </p:cNvPr>
          <p:cNvSpPr/>
          <p:nvPr/>
        </p:nvSpPr>
        <p:spPr bwMode="auto">
          <a:xfrm>
            <a:off x="3548434" y="2261026"/>
            <a:ext cx="806400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38" name="Rectangle 16">
            <a:extLst>
              <a:ext uri="{FF2B5EF4-FFF2-40B4-BE49-F238E27FC236}">
                <a16:creationId xmlns:a16="http://schemas.microsoft.com/office/drawing/2014/main" id="{FB8AF006-828F-0FB1-05B7-40E54C010BE1}"/>
              </a:ext>
            </a:extLst>
          </p:cNvPr>
          <p:cNvSpPr/>
          <p:nvPr/>
        </p:nvSpPr>
        <p:spPr bwMode="auto">
          <a:xfrm rot="16200000">
            <a:off x="-847834" y="3498448"/>
            <a:ext cx="2260971" cy="384457"/>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7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Procesos clave por Función</a:t>
            </a:r>
          </a:p>
        </p:txBody>
      </p:sp>
      <p:graphicFrame>
        <p:nvGraphicFramePr>
          <p:cNvPr id="39" name="Tabla 38">
            <a:extLst>
              <a:ext uri="{FF2B5EF4-FFF2-40B4-BE49-F238E27FC236}">
                <a16:creationId xmlns:a16="http://schemas.microsoft.com/office/drawing/2014/main" id="{82735247-C62D-F486-7690-C46D88808010}"/>
              </a:ext>
            </a:extLst>
          </p:cNvPr>
          <p:cNvGraphicFramePr>
            <a:graphicFrameLocks noGrp="1"/>
          </p:cNvGraphicFramePr>
          <p:nvPr>
            <p:extLst>
              <p:ext uri="{D42A27DB-BD31-4B8C-83A1-F6EECF244321}">
                <p14:modId xmlns:p14="http://schemas.microsoft.com/office/powerpoint/2010/main" val="2510699302"/>
              </p:ext>
            </p:extLst>
          </p:nvPr>
        </p:nvGraphicFramePr>
        <p:xfrm>
          <a:off x="474878" y="2560194"/>
          <a:ext cx="2289564" cy="2234484"/>
        </p:xfrm>
        <a:graphic>
          <a:graphicData uri="http://schemas.openxmlformats.org/drawingml/2006/table">
            <a:tbl>
              <a:tblPr firstRow="1" bandRow="1">
                <a:solidFill>
                  <a:schemeClr val="bg1">
                    <a:lumMod val="95000"/>
                  </a:schemeClr>
                </a:solidFill>
              </a:tblPr>
              <a:tblGrid>
                <a:gridCol w="2289564">
                  <a:extLst>
                    <a:ext uri="{9D8B030D-6E8A-4147-A177-3AD203B41FA5}">
                      <a16:colId xmlns:a16="http://schemas.microsoft.com/office/drawing/2014/main" val="3098638791"/>
                    </a:ext>
                  </a:extLst>
                </a:gridCol>
              </a:tblGrid>
              <a:tr h="24827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s-MX" sz="800" b="0"/>
                        <a:t>Diagnóstico HRBP – Post FFP</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375384792"/>
                  </a:ext>
                </a:extLst>
              </a:tr>
              <a:tr h="24827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Diagnóstico Change Management - L1 </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1849522796"/>
                  </a:ext>
                </a:extLst>
              </a:tr>
              <a:tr h="24827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Diagnóstico Change Management – L2</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650681120"/>
                  </a:ext>
                </a:extLst>
              </a:tr>
              <a:tr h="24827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Estrategia CM por plataforma y transversal</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394962334"/>
                  </a:ext>
                </a:extLst>
              </a:tr>
              <a:tr h="248276">
                <a:tc>
                  <a:txBody>
                    <a:bodyPr/>
                    <a:lstStyle/>
                    <a:p>
                      <a:pPr marL="0" indent="0" algn="l">
                        <a:buNone/>
                      </a:pPr>
                      <a:r>
                        <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Diálogos 1:1 L2 – Racional y alcance FFP 2026</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390418584"/>
                  </a:ext>
                </a:extLst>
              </a:tr>
              <a:tr h="248276">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Validación de DP L2</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1802347413"/>
                  </a:ext>
                </a:extLst>
              </a:tr>
              <a:tr h="24827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Revisión de principales contribuciones por c/área</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402385119"/>
                  </a:ext>
                </a:extLst>
              </a:tr>
              <a:tr h="24827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Mapeo de procesos clave e interacciones críticas</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31198480"/>
                  </a:ext>
                </a:extLst>
              </a:tr>
              <a:tr h="248276">
                <a:tc>
                  <a: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Workshop +2 áreas para detallar interacciones</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664728803"/>
                  </a:ext>
                </a:extLst>
              </a:tr>
            </a:tbl>
          </a:graphicData>
        </a:graphic>
      </p:graphicFrame>
      <p:sp>
        <p:nvSpPr>
          <p:cNvPr id="40" name="btfpNumberBubble424218">
            <a:extLst>
              <a:ext uri="{FF2B5EF4-FFF2-40B4-BE49-F238E27FC236}">
                <a16:creationId xmlns:a16="http://schemas.microsoft.com/office/drawing/2014/main" id="{CD9FD411-C630-382C-45A2-E588359B989B}"/>
              </a:ext>
            </a:extLst>
          </p:cNvPr>
          <p:cNvSpPr/>
          <p:nvPr/>
        </p:nvSpPr>
        <p:spPr bwMode="auto">
          <a:xfrm>
            <a:off x="-11180" y="2434844"/>
            <a:ext cx="250694" cy="250694"/>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1400" b="1" i="0" u="none" strike="noStrike" kern="1200" cap="none" spc="0" normalizeH="0" baseline="0" noProof="0">
                <a:ln>
                  <a:noFill/>
                </a:ln>
                <a:solidFill>
                  <a:srgbClr val="FFFFFF"/>
                </a:solidFill>
                <a:effectLst/>
                <a:uLnTx/>
                <a:uFillTx/>
                <a:latin typeface="Open Sans"/>
                <a:ea typeface="+mn-ea"/>
                <a:cs typeface="+mn-cs"/>
              </a:rPr>
              <a:t>2</a:t>
            </a:r>
            <a:endParaRPr kumimoji="0" lang="es-MX" sz="1400" b="1" i="0" u="none" strike="noStrike" kern="1200" cap="none" spc="0" normalizeH="0" baseline="0" noProof="0">
              <a:ln>
                <a:noFill/>
              </a:ln>
              <a:solidFill>
                <a:srgbClr val="FFFFFF"/>
              </a:solidFill>
              <a:effectLst/>
              <a:uLnTx/>
              <a:uFillTx/>
              <a:latin typeface="Open Sans"/>
              <a:ea typeface="+mn-ea"/>
              <a:cs typeface="+mn-cs"/>
            </a:endParaRPr>
          </a:p>
        </p:txBody>
      </p:sp>
      <p:sp>
        <p:nvSpPr>
          <p:cNvPr id="41" name="Rectángulo 40">
            <a:extLst>
              <a:ext uri="{FF2B5EF4-FFF2-40B4-BE49-F238E27FC236}">
                <a16:creationId xmlns:a16="http://schemas.microsoft.com/office/drawing/2014/main" id="{DD8600BD-21B7-FE5D-C98E-68CF34FED7B0}"/>
              </a:ext>
            </a:extLst>
          </p:cNvPr>
          <p:cNvSpPr/>
          <p:nvPr/>
        </p:nvSpPr>
        <p:spPr bwMode="auto">
          <a:xfrm>
            <a:off x="4876719" y="1573967"/>
            <a:ext cx="360000" cy="4245361"/>
          </a:xfrm>
          <a:prstGeom prst="rect">
            <a:avLst/>
          </a:prstGeom>
          <a:solidFill>
            <a:schemeClr val="tx2">
              <a:alpha val="7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1800" b="0" i="0" u="none" strike="noStrike" kern="1200" cap="none" spc="0" normalizeH="0" baseline="0" noProof="0">
              <a:ln>
                <a:noFill/>
              </a:ln>
              <a:solidFill>
                <a:srgbClr val="000000"/>
              </a:solidFill>
              <a:effectLst/>
              <a:uLnTx/>
              <a:uFillTx/>
              <a:latin typeface="Open Sans"/>
              <a:ea typeface="+mn-ea"/>
              <a:cs typeface="+mn-cs"/>
            </a:endParaRPr>
          </a:p>
        </p:txBody>
      </p:sp>
      <p:sp>
        <p:nvSpPr>
          <p:cNvPr id="42" name="Rectángulo 41">
            <a:extLst>
              <a:ext uri="{FF2B5EF4-FFF2-40B4-BE49-F238E27FC236}">
                <a16:creationId xmlns:a16="http://schemas.microsoft.com/office/drawing/2014/main" id="{27676E50-BB60-063D-06DD-03234AE6987F}"/>
              </a:ext>
            </a:extLst>
          </p:cNvPr>
          <p:cNvSpPr/>
          <p:nvPr/>
        </p:nvSpPr>
        <p:spPr bwMode="auto">
          <a:xfrm>
            <a:off x="8098153" y="3409351"/>
            <a:ext cx="1836000" cy="310903"/>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Plataformas </a:t>
            </a:r>
            <a:r>
              <a:rPr kumimoji="0" lang="es-ES" sz="700" b="0" i="0" u="none" strike="noStrike" kern="1200" cap="none" spc="0" normalizeH="0" baseline="0" noProof="0" err="1">
                <a:ln>
                  <a:noFill/>
                </a:ln>
                <a:solidFill>
                  <a:srgbClr val="FFFFFF"/>
                </a:solidFill>
                <a:effectLst/>
                <a:uLnTx/>
                <a:uFillTx/>
                <a:latin typeface="Arial" panose="020B0604020202020204" pitchFamily="34" charset="0"/>
                <a:ea typeface="+mn-ea"/>
                <a:cs typeface="Arial" panose="020B0604020202020204" pitchFamily="34" charset="0"/>
              </a:rPr>
              <a:t>core</a:t>
            </a:r>
            <a:r>
              <a:rPr kumimoji="0" lang="es-ES"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(Comercial, </a:t>
            </a:r>
            <a:r>
              <a:rPr kumimoji="0" lang="es-ES" sz="700" b="0" i="0" u="none" strike="noStrike" kern="1200" cap="none" spc="0" normalizeH="0" baseline="0" noProof="0" err="1">
                <a:ln>
                  <a:noFill/>
                </a:ln>
                <a:solidFill>
                  <a:srgbClr val="FFFFFF"/>
                </a:solidFill>
                <a:effectLst/>
                <a:uLnTx/>
                <a:uFillTx/>
                <a:latin typeface="Arial" panose="020B0604020202020204" pitchFamily="34" charset="0"/>
                <a:ea typeface="+mn-ea"/>
                <a:cs typeface="Arial" panose="020B0604020202020204" pitchFamily="34" charset="0"/>
              </a:rPr>
              <a:t>CdS</a:t>
            </a:r>
            <a:r>
              <a:rPr kumimoji="0" lang="es-ES"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Operaciones)</a:t>
            </a:r>
            <a:endParaRPr kumimoji="0" lang="es-MX"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3" name="Rectángulo 42">
            <a:extLst>
              <a:ext uri="{FF2B5EF4-FFF2-40B4-BE49-F238E27FC236}">
                <a16:creationId xmlns:a16="http://schemas.microsoft.com/office/drawing/2014/main" id="{03D6E73D-0A97-4231-D296-46087F92A212}"/>
              </a:ext>
            </a:extLst>
          </p:cNvPr>
          <p:cNvSpPr/>
          <p:nvPr/>
        </p:nvSpPr>
        <p:spPr bwMode="auto">
          <a:xfrm>
            <a:off x="8319814" y="3758531"/>
            <a:ext cx="1620000" cy="30960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Plataformas con alta evolución (</a:t>
            </a:r>
            <a:r>
              <a:rPr kumimoji="0" lang="es-ES" sz="700" b="0" i="0" u="none" strike="noStrike" kern="1200" cap="none" spc="0" normalizeH="0" baseline="0" noProof="0" err="1">
                <a:ln>
                  <a:noFill/>
                </a:ln>
                <a:solidFill>
                  <a:srgbClr val="FFFFFF"/>
                </a:solidFill>
                <a:effectLst/>
                <a:uLnTx/>
                <a:uFillTx/>
                <a:latin typeface="Arial" panose="020B0604020202020204" pitchFamily="34" charset="0"/>
                <a:ea typeface="+mn-ea"/>
                <a:cs typeface="Arial" panose="020B0604020202020204" pitchFamily="34" charset="0"/>
              </a:rPr>
              <a:t>Commercial</a:t>
            </a:r>
            <a:r>
              <a:rPr kumimoji="0" lang="es-ES"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a:t>
            </a:r>
            <a:r>
              <a:rPr kumimoji="0" lang="es-ES" sz="700" b="0" i="0" u="none" strike="noStrike" kern="1200" cap="none" spc="0" normalizeH="0" baseline="0" noProof="0" err="1">
                <a:ln>
                  <a:noFill/>
                </a:ln>
                <a:solidFill>
                  <a:srgbClr val="FFFFFF"/>
                </a:solidFill>
                <a:effectLst/>
                <a:uLnTx/>
                <a:uFillTx/>
                <a:latin typeface="Arial" panose="020B0604020202020204" pitchFamily="34" charset="0"/>
                <a:ea typeface="+mn-ea"/>
                <a:cs typeface="Arial" panose="020B0604020202020204" pitchFamily="34" charset="0"/>
              </a:rPr>
              <a:t>Finance</a:t>
            </a:r>
            <a:r>
              <a:rPr kumimoji="0" lang="es-ES"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VMO, C&amp;M)</a:t>
            </a:r>
            <a:endParaRPr kumimoji="0" lang="es-MX"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4" name="Rectángulo 43">
            <a:extLst>
              <a:ext uri="{FF2B5EF4-FFF2-40B4-BE49-F238E27FC236}">
                <a16:creationId xmlns:a16="http://schemas.microsoft.com/office/drawing/2014/main" id="{EF39E6D3-DAFF-E13F-76F5-334DB244C13A}"/>
              </a:ext>
            </a:extLst>
          </p:cNvPr>
          <p:cNvSpPr/>
          <p:nvPr/>
        </p:nvSpPr>
        <p:spPr bwMode="auto">
          <a:xfrm>
            <a:off x="8613125" y="4102060"/>
            <a:ext cx="1332000" cy="30960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Plataformas de soporte (TI, RH, </a:t>
            </a:r>
            <a:r>
              <a:rPr kumimoji="0" lang="es-ES" sz="700" b="0" i="0" u="none" strike="noStrike" kern="1200" cap="none" spc="0" normalizeH="0" baseline="0" noProof="0" err="1">
                <a:ln>
                  <a:noFill/>
                </a:ln>
                <a:solidFill>
                  <a:srgbClr val="FFFFFF"/>
                </a:solidFill>
                <a:effectLst/>
                <a:uLnTx/>
                <a:uFillTx/>
                <a:latin typeface="Arial" panose="020B0604020202020204" pitchFamily="34" charset="0"/>
                <a:ea typeface="+mn-ea"/>
                <a:cs typeface="Arial" panose="020B0604020202020204" pitchFamily="34" charset="0"/>
              </a:rPr>
              <a:t>Exc</a:t>
            </a:r>
            <a:r>
              <a:rPr kumimoji="0" lang="es-ES"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 Operativa)</a:t>
            </a:r>
            <a:endParaRPr kumimoji="0" lang="es-MX"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5" name="Rectángulo 44">
            <a:extLst>
              <a:ext uri="{FF2B5EF4-FFF2-40B4-BE49-F238E27FC236}">
                <a16:creationId xmlns:a16="http://schemas.microsoft.com/office/drawing/2014/main" id="{5844969C-E86E-004A-29B0-09FB87A723F0}"/>
              </a:ext>
            </a:extLst>
          </p:cNvPr>
          <p:cNvSpPr/>
          <p:nvPr/>
        </p:nvSpPr>
        <p:spPr bwMode="auto">
          <a:xfrm>
            <a:off x="7191152" y="2562061"/>
            <a:ext cx="562030"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46" name="Rectángulo 45">
            <a:extLst>
              <a:ext uri="{FF2B5EF4-FFF2-40B4-BE49-F238E27FC236}">
                <a16:creationId xmlns:a16="http://schemas.microsoft.com/office/drawing/2014/main" id="{96B2AB77-129C-B972-22F4-CD4D8D8E4004}"/>
              </a:ext>
            </a:extLst>
          </p:cNvPr>
          <p:cNvSpPr/>
          <p:nvPr/>
        </p:nvSpPr>
        <p:spPr bwMode="auto">
          <a:xfrm>
            <a:off x="10128035" y="3409351"/>
            <a:ext cx="1441897" cy="100230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Presentación y comunicación en TOPS Marzo / Abril</a:t>
            </a:r>
          </a:p>
        </p:txBody>
      </p:sp>
      <p:sp>
        <p:nvSpPr>
          <p:cNvPr id="47" name="Rectangle 16">
            <a:extLst>
              <a:ext uri="{FF2B5EF4-FFF2-40B4-BE49-F238E27FC236}">
                <a16:creationId xmlns:a16="http://schemas.microsoft.com/office/drawing/2014/main" id="{906C9B22-2BEF-AF61-D107-5D3D0BBD88DD}"/>
              </a:ext>
            </a:extLst>
          </p:cNvPr>
          <p:cNvSpPr/>
          <p:nvPr/>
        </p:nvSpPr>
        <p:spPr bwMode="auto">
          <a:xfrm rot="16200000">
            <a:off x="-169543" y="5216642"/>
            <a:ext cx="904388" cy="384457"/>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7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Modelo de gestión</a:t>
            </a:r>
          </a:p>
        </p:txBody>
      </p:sp>
      <p:graphicFrame>
        <p:nvGraphicFramePr>
          <p:cNvPr id="48" name="Tabla 47">
            <a:extLst>
              <a:ext uri="{FF2B5EF4-FFF2-40B4-BE49-F238E27FC236}">
                <a16:creationId xmlns:a16="http://schemas.microsoft.com/office/drawing/2014/main" id="{1DB4AC3E-0A5A-C01B-5FE7-E4547A64D29D}"/>
              </a:ext>
            </a:extLst>
          </p:cNvPr>
          <p:cNvGraphicFramePr>
            <a:graphicFrameLocks noGrp="1"/>
          </p:cNvGraphicFramePr>
          <p:nvPr>
            <p:extLst>
              <p:ext uri="{D42A27DB-BD31-4B8C-83A1-F6EECF244321}">
                <p14:modId xmlns:p14="http://schemas.microsoft.com/office/powerpoint/2010/main" val="2183245944"/>
              </p:ext>
            </p:extLst>
          </p:nvPr>
        </p:nvGraphicFramePr>
        <p:xfrm>
          <a:off x="474878" y="4956679"/>
          <a:ext cx="2289564" cy="813672"/>
        </p:xfrm>
        <a:graphic>
          <a:graphicData uri="http://schemas.openxmlformats.org/drawingml/2006/table">
            <a:tbl>
              <a:tblPr firstRow="1" bandRow="1">
                <a:solidFill>
                  <a:schemeClr val="bg1">
                    <a:lumMod val="95000"/>
                  </a:schemeClr>
                </a:solidFill>
              </a:tblPr>
              <a:tblGrid>
                <a:gridCol w="2289564">
                  <a:extLst>
                    <a:ext uri="{9D8B030D-6E8A-4147-A177-3AD203B41FA5}">
                      <a16:colId xmlns:a16="http://schemas.microsoft.com/office/drawing/2014/main" val="3098638791"/>
                    </a:ext>
                  </a:extLst>
                </a:gridCol>
              </a:tblGrid>
              <a:tr h="271224">
                <a:tc>
                  <a:txBody>
                    <a:bodyPr/>
                    <a:lstStyle/>
                    <a:p>
                      <a:pPr marL="0" indent="0" algn="l">
                        <a:buNone/>
                      </a:pPr>
                      <a:r>
                        <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Integración de inputs interacciones a Sistema Gestión</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390418584"/>
                  </a:ext>
                </a:extLst>
              </a:tr>
              <a:tr h="271224">
                <a:tc>
                  <a:txBody>
                    <a:bodyPr/>
                    <a:lstStyle/>
                    <a:p>
                      <a:pPr marL="0" indent="0" algn="l">
                        <a:buNone/>
                      </a:pPr>
                      <a:endPar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endParaRP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918504087"/>
                  </a:ext>
                </a:extLst>
              </a:tr>
              <a:tr h="271224">
                <a:tc>
                  <a:txBody>
                    <a:bodyPr/>
                    <a:lstStyle/>
                    <a:p>
                      <a:pPr marL="0" indent="0" algn="l">
                        <a:buNone/>
                      </a:pPr>
                      <a:r>
                        <a:rPr kumimoji="0" lang="es-ES" sz="700" b="0" i="0" u="none" strike="noStrike" kern="1200" cap="none" spc="0" normalizeH="0" baseline="0">
                          <a:ln>
                            <a:noFill/>
                          </a:ln>
                          <a:solidFill>
                            <a:schemeClr val="tx1"/>
                          </a:solidFill>
                          <a:effectLst/>
                          <a:uLnTx/>
                          <a:uFillTx/>
                          <a:latin typeface="Arial" panose="020B0604020202020204" pitchFamily="34" charset="0"/>
                          <a:ea typeface="+mn-ea"/>
                          <a:cs typeface="Arial" panose="020B0604020202020204" pitchFamily="34" charset="0"/>
                        </a:rPr>
                        <a:t>Medición de adopción</a:t>
                      </a:r>
                      <a:endParaRPr kumimoji="0" lang="es-MX" sz="700" b="0" i="0" u="none" strike="noStrike" kern="1200" cap="none" spc="0" normalizeH="0" baseline="0">
                        <a:ln>
                          <a:noFill/>
                        </a:ln>
                        <a:solidFill>
                          <a:schemeClr val="tx1"/>
                        </a:solidFill>
                        <a:effectLst/>
                        <a:uLnTx/>
                        <a:uFillTx/>
                        <a:latin typeface="Arial" panose="020B0604020202020204" pitchFamily="34" charset="0"/>
                        <a:ea typeface="+mn-ea"/>
                        <a:cs typeface="Arial" panose="020B0604020202020204" pitchFamily="34" charset="0"/>
                      </a:endParaRP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151630058"/>
                  </a:ext>
                </a:extLst>
              </a:tr>
            </a:tbl>
          </a:graphicData>
        </a:graphic>
      </p:graphicFrame>
      <p:sp>
        <p:nvSpPr>
          <p:cNvPr id="49" name="btfpNumberBubble424218">
            <a:extLst>
              <a:ext uri="{FF2B5EF4-FFF2-40B4-BE49-F238E27FC236}">
                <a16:creationId xmlns:a16="http://schemas.microsoft.com/office/drawing/2014/main" id="{28B85193-26DC-5AAF-D9C6-B11572DA83D9}"/>
              </a:ext>
            </a:extLst>
          </p:cNvPr>
          <p:cNvSpPr/>
          <p:nvPr/>
        </p:nvSpPr>
        <p:spPr bwMode="auto">
          <a:xfrm>
            <a:off x="-11180" y="4831329"/>
            <a:ext cx="250694" cy="250694"/>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1400" b="1" i="0" u="none" strike="noStrike" kern="1200" cap="none" spc="0" normalizeH="0" baseline="0" noProof="0">
                <a:ln>
                  <a:noFill/>
                </a:ln>
                <a:solidFill>
                  <a:srgbClr val="FFFFFF"/>
                </a:solidFill>
                <a:effectLst/>
                <a:uLnTx/>
                <a:uFillTx/>
                <a:latin typeface="Open Sans"/>
                <a:ea typeface="+mn-ea"/>
                <a:cs typeface="+mn-cs"/>
              </a:rPr>
              <a:t>3</a:t>
            </a:r>
            <a:endParaRPr kumimoji="0" lang="es-MX" sz="1400" b="1" i="0" u="none" strike="noStrike" kern="1200" cap="none" spc="0" normalizeH="0" baseline="0" noProof="0">
              <a:ln>
                <a:noFill/>
              </a:ln>
              <a:solidFill>
                <a:srgbClr val="FFFFFF"/>
              </a:solidFill>
              <a:effectLst/>
              <a:uLnTx/>
              <a:uFillTx/>
              <a:latin typeface="Open Sans"/>
              <a:ea typeface="+mn-ea"/>
              <a:cs typeface="+mn-cs"/>
            </a:endParaRPr>
          </a:p>
        </p:txBody>
      </p:sp>
      <p:sp>
        <p:nvSpPr>
          <p:cNvPr id="50" name="Rectángulo 49">
            <a:extLst>
              <a:ext uri="{FF2B5EF4-FFF2-40B4-BE49-F238E27FC236}">
                <a16:creationId xmlns:a16="http://schemas.microsoft.com/office/drawing/2014/main" id="{705A2893-CF9F-039E-BDB3-A553DEA4BF9A}"/>
              </a:ext>
            </a:extLst>
          </p:cNvPr>
          <p:cNvSpPr/>
          <p:nvPr/>
        </p:nvSpPr>
        <p:spPr bwMode="auto">
          <a:xfrm>
            <a:off x="10125261" y="4961611"/>
            <a:ext cx="1444671" cy="172800"/>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53" name="Rectangle 16">
            <a:extLst>
              <a:ext uri="{FF2B5EF4-FFF2-40B4-BE49-F238E27FC236}">
                <a16:creationId xmlns:a16="http://schemas.microsoft.com/office/drawing/2014/main" id="{49EB8E5F-90E9-71F5-C1E3-6728A133F539}"/>
              </a:ext>
            </a:extLst>
          </p:cNvPr>
          <p:cNvSpPr/>
          <p:nvPr/>
        </p:nvSpPr>
        <p:spPr bwMode="auto">
          <a:xfrm rot="16200000">
            <a:off x="56555" y="5931584"/>
            <a:ext cx="452193" cy="384457"/>
          </a:xfrm>
          <a:prstGeom prst="rect">
            <a:avLst/>
          </a:prstGeom>
          <a:solidFill>
            <a:srgbClr val="000000"/>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1200"/>
              </a:spcBef>
              <a:spcAft>
                <a:spcPts val="0"/>
              </a:spcAft>
              <a:buClrTx/>
              <a:buSzPct val="100000"/>
              <a:buFontTx/>
              <a:buNone/>
              <a:tabLst/>
              <a:defRPr/>
            </a:pPr>
            <a:r>
              <a:rPr kumimoji="0" lang="es-MX" sz="700" b="1" i="0" u="none" strike="noStrike" kern="1200" cap="none" spc="300" normalizeH="0" baseline="0" noProof="0">
                <a:ln>
                  <a:noFill/>
                </a:ln>
                <a:solidFill>
                  <a:srgbClr val="FFFFFF"/>
                </a:solidFill>
                <a:effectLst/>
                <a:uLnTx/>
                <a:uFillTx/>
                <a:latin typeface="Arial" panose="020B0604020202020204" pitchFamily="34" charset="0"/>
                <a:ea typeface="+mn-ea"/>
                <a:cs typeface="Arial" panose="020B0604020202020204" pitchFamily="34" charset="0"/>
              </a:rPr>
              <a:t>Estabilización</a:t>
            </a:r>
          </a:p>
        </p:txBody>
      </p:sp>
      <p:graphicFrame>
        <p:nvGraphicFramePr>
          <p:cNvPr id="54" name="Tabla 53">
            <a:extLst>
              <a:ext uri="{FF2B5EF4-FFF2-40B4-BE49-F238E27FC236}">
                <a16:creationId xmlns:a16="http://schemas.microsoft.com/office/drawing/2014/main" id="{218488FE-7666-32A5-83EE-153D7921D620}"/>
              </a:ext>
            </a:extLst>
          </p:cNvPr>
          <p:cNvGraphicFramePr>
            <a:graphicFrameLocks noGrp="1"/>
          </p:cNvGraphicFramePr>
          <p:nvPr/>
        </p:nvGraphicFramePr>
        <p:xfrm>
          <a:off x="474878" y="5897718"/>
          <a:ext cx="2289564" cy="452194"/>
        </p:xfrm>
        <a:graphic>
          <a:graphicData uri="http://schemas.openxmlformats.org/drawingml/2006/table">
            <a:tbl>
              <a:tblPr firstRow="1" bandRow="1">
                <a:solidFill>
                  <a:schemeClr val="bg1">
                    <a:lumMod val="95000"/>
                  </a:schemeClr>
                </a:solidFill>
              </a:tblPr>
              <a:tblGrid>
                <a:gridCol w="2289564">
                  <a:extLst>
                    <a:ext uri="{9D8B030D-6E8A-4147-A177-3AD203B41FA5}">
                      <a16:colId xmlns:a16="http://schemas.microsoft.com/office/drawing/2014/main" val="3098638791"/>
                    </a:ext>
                  </a:extLst>
                </a:gridCol>
              </a:tblGrid>
              <a:tr h="226097">
                <a:tc>
                  <a:txBody>
                    <a:bodyPr/>
                    <a:lstStyle/>
                    <a:p>
                      <a:pPr marL="0" indent="0" algn="l">
                        <a:buNone/>
                      </a:pPr>
                      <a:r>
                        <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Diseño de metodología diagnóstico del modelo operativo</a:t>
                      </a: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2390418584"/>
                  </a:ext>
                </a:extLst>
              </a:tr>
              <a:tr h="226097">
                <a:tc>
                  <a:txBody>
                    <a:bodyPr/>
                    <a:lstStyle/>
                    <a:p>
                      <a:pPr marL="0" indent="0" algn="l">
                        <a:buNone/>
                      </a:pP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Diagnóstico </a:t>
                      </a:r>
                      <a:r>
                        <a:rPr kumimoji="0" lang="es-ES" sz="700" b="0" i="0" u="none" strike="noStrike" kern="1200" cap="none" spc="0" normalizeH="0" baseline="0" err="1">
                          <a:ln>
                            <a:noFill/>
                          </a:ln>
                          <a:solidFill>
                            <a:srgbClr val="000000"/>
                          </a:solidFill>
                          <a:effectLst/>
                          <a:uLnTx/>
                          <a:uFillTx/>
                          <a:latin typeface="Arial" panose="020B0604020202020204" pitchFamily="34" charset="0"/>
                          <a:ea typeface="+mn-ea"/>
                          <a:cs typeface="Arial" panose="020B0604020202020204" pitchFamily="34" charset="0"/>
                        </a:rPr>
                        <a:t>org</a:t>
                      </a:r>
                      <a:r>
                        <a:rPr kumimoji="0" lang="es-ES"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rPr>
                        <a:t>. desempeño modelo operativo</a:t>
                      </a:r>
                      <a:endParaRPr kumimoji="0" lang="es-MX" sz="700" b="0" i="0" u="none" strike="noStrike" kern="1200" cap="none" spc="0" normalizeH="0" baseline="0">
                        <a:ln>
                          <a:noFill/>
                        </a:ln>
                        <a:solidFill>
                          <a:srgbClr val="000000"/>
                        </a:solidFill>
                        <a:effectLst/>
                        <a:uLnTx/>
                        <a:uFillTx/>
                        <a:latin typeface="Arial" panose="020B0604020202020204" pitchFamily="34" charset="0"/>
                        <a:ea typeface="+mn-ea"/>
                        <a:cs typeface="Arial" panose="020B0604020202020204" pitchFamily="34" charset="0"/>
                      </a:endParaRPr>
                    </a:p>
                  </a:txBody>
                  <a:tcPr marL="22624" marR="22624" marT="69887" marB="11312"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rgbClr val="EAEAEA"/>
                    </a:solidFill>
                  </a:tcPr>
                </a:tc>
                <a:extLst>
                  <a:ext uri="{0D108BD9-81ED-4DB2-BD59-A6C34878D82A}">
                    <a16:rowId xmlns:a16="http://schemas.microsoft.com/office/drawing/2014/main" val="182404608"/>
                  </a:ext>
                </a:extLst>
              </a:tr>
            </a:tbl>
          </a:graphicData>
        </a:graphic>
      </p:graphicFrame>
      <p:sp>
        <p:nvSpPr>
          <p:cNvPr id="55" name="btfpNumberBubble424218">
            <a:extLst>
              <a:ext uri="{FF2B5EF4-FFF2-40B4-BE49-F238E27FC236}">
                <a16:creationId xmlns:a16="http://schemas.microsoft.com/office/drawing/2014/main" id="{049C1190-6A18-A369-8826-05C5FE7420BF}"/>
              </a:ext>
            </a:extLst>
          </p:cNvPr>
          <p:cNvSpPr/>
          <p:nvPr/>
        </p:nvSpPr>
        <p:spPr bwMode="auto">
          <a:xfrm>
            <a:off x="-11180" y="5772368"/>
            <a:ext cx="250694" cy="250694"/>
          </a:xfrm>
          <a:prstGeom prst="ellipse">
            <a:avLst/>
          </a:prstGeom>
          <a:solidFill>
            <a:srgbClr val="DE0230"/>
          </a:solidFill>
          <a:ln w="19050" cap="flat" cmpd="sng" algn="ctr">
            <a:solidFill>
              <a:srgbClr val="FFFFFF"/>
            </a:solidFill>
            <a:prstDash val="solid"/>
            <a:round/>
            <a:headEnd type="none" w="med" len="med"/>
            <a:tailEnd type="none" w="med" len="med"/>
          </a:ln>
          <a:effectLst/>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1400" b="1" i="0" u="none" strike="noStrike" kern="1200" cap="none" spc="0" normalizeH="0" baseline="0" noProof="0">
                <a:ln>
                  <a:noFill/>
                </a:ln>
                <a:solidFill>
                  <a:srgbClr val="FFFFFF"/>
                </a:solidFill>
                <a:effectLst/>
                <a:uLnTx/>
                <a:uFillTx/>
                <a:latin typeface="Open Sans"/>
                <a:ea typeface="+mn-ea"/>
                <a:cs typeface="+mn-cs"/>
              </a:rPr>
              <a:t>4</a:t>
            </a:r>
            <a:endParaRPr kumimoji="0" lang="es-MX" sz="1400" b="1" i="0" u="none" strike="noStrike" kern="1200" cap="none" spc="0" normalizeH="0" baseline="0" noProof="0">
              <a:ln>
                <a:noFill/>
              </a:ln>
              <a:solidFill>
                <a:srgbClr val="FFFFFF"/>
              </a:solidFill>
              <a:effectLst/>
              <a:uLnTx/>
              <a:uFillTx/>
              <a:latin typeface="Open Sans"/>
              <a:ea typeface="+mn-ea"/>
              <a:cs typeface="+mn-cs"/>
            </a:endParaRPr>
          </a:p>
        </p:txBody>
      </p:sp>
      <p:sp>
        <p:nvSpPr>
          <p:cNvPr id="56" name="Rectángulo 55">
            <a:extLst>
              <a:ext uri="{FF2B5EF4-FFF2-40B4-BE49-F238E27FC236}">
                <a16:creationId xmlns:a16="http://schemas.microsoft.com/office/drawing/2014/main" id="{FF0539EF-CA6F-717D-2FAA-20594ADF352F}"/>
              </a:ext>
            </a:extLst>
          </p:cNvPr>
          <p:cNvSpPr/>
          <p:nvPr/>
        </p:nvSpPr>
        <p:spPr bwMode="auto">
          <a:xfrm>
            <a:off x="10167763" y="5408870"/>
            <a:ext cx="1444671" cy="172800"/>
          </a:xfrm>
          <a:prstGeom prst="rect">
            <a:avLst/>
          </a:prstGeom>
          <a:solidFill>
            <a:schemeClr val="bg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TBC</a:t>
            </a:r>
            <a:endParaRPr kumimoji="0" lang="es-MX" sz="7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7" name="Rectángulo 56">
            <a:extLst>
              <a:ext uri="{FF2B5EF4-FFF2-40B4-BE49-F238E27FC236}">
                <a16:creationId xmlns:a16="http://schemas.microsoft.com/office/drawing/2014/main" id="{FFF720E9-1505-A85A-44DE-F75840CC2334}"/>
              </a:ext>
            </a:extLst>
          </p:cNvPr>
          <p:cNvSpPr/>
          <p:nvPr/>
        </p:nvSpPr>
        <p:spPr bwMode="auto">
          <a:xfrm>
            <a:off x="10167763" y="5597552"/>
            <a:ext cx="1444671" cy="172800"/>
          </a:xfrm>
          <a:prstGeom prst="rect">
            <a:avLst/>
          </a:prstGeom>
          <a:solidFill>
            <a:schemeClr val="bg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TBC</a:t>
            </a:r>
            <a:endParaRPr kumimoji="0" lang="es-MX" sz="7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8" name="Rectángulo 57">
            <a:extLst>
              <a:ext uri="{FF2B5EF4-FFF2-40B4-BE49-F238E27FC236}">
                <a16:creationId xmlns:a16="http://schemas.microsoft.com/office/drawing/2014/main" id="{5EF22818-AFC4-66C6-C096-73EAD1E3FC8A}"/>
              </a:ext>
            </a:extLst>
          </p:cNvPr>
          <p:cNvSpPr/>
          <p:nvPr/>
        </p:nvSpPr>
        <p:spPr bwMode="auto">
          <a:xfrm>
            <a:off x="10167763" y="5910628"/>
            <a:ext cx="1444671" cy="172800"/>
          </a:xfrm>
          <a:prstGeom prst="rect">
            <a:avLst/>
          </a:prstGeom>
          <a:solidFill>
            <a:schemeClr val="bg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TBC</a:t>
            </a:r>
            <a:endParaRPr kumimoji="0" lang="es-MX" sz="7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59" name="Rectángulo 58">
            <a:extLst>
              <a:ext uri="{FF2B5EF4-FFF2-40B4-BE49-F238E27FC236}">
                <a16:creationId xmlns:a16="http://schemas.microsoft.com/office/drawing/2014/main" id="{B2387692-46A2-DBD8-B456-47AA9023B40F}"/>
              </a:ext>
            </a:extLst>
          </p:cNvPr>
          <p:cNvSpPr/>
          <p:nvPr/>
        </p:nvSpPr>
        <p:spPr bwMode="auto">
          <a:xfrm>
            <a:off x="10167763" y="6099310"/>
            <a:ext cx="1444671" cy="172800"/>
          </a:xfrm>
          <a:prstGeom prst="rect">
            <a:avLst/>
          </a:prstGeom>
          <a:solidFill>
            <a:schemeClr val="bg1"/>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r>
              <a:rPr kumimoji="0" lang="es-ES" sz="7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TBC</a:t>
            </a:r>
            <a:endParaRPr kumimoji="0" lang="es-MX" sz="7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2" name="Rectángulo 1">
            <a:extLst>
              <a:ext uri="{FF2B5EF4-FFF2-40B4-BE49-F238E27FC236}">
                <a16:creationId xmlns:a16="http://schemas.microsoft.com/office/drawing/2014/main" id="{70DC0D94-C9F8-BF5B-2308-00A725D87477}"/>
              </a:ext>
            </a:extLst>
          </p:cNvPr>
          <p:cNvSpPr/>
          <p:nvPr/>
        </p:nvSpPr>
        <p:spPr bwMode="auto">
          <a:xfrm>
            <a:off x="7191150" y="2777358"/>
            <a:ext cx="907003" cy="174099"/>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3" name="Rectángulo 2">
            <a:extLst>
              <a:ext uri="{FF2B5EF4-FFF2-40B4-BE49-F238E27FC236}">
                <a16:creationId xmlns:a16="http://schemas.microsoft.com/office/drawing/2014/main" id="{984DEC46-34B5-74FF-4857-D54E4CCCCAE4}"/>
              </a:ext>
            </a:extLst>
          </p:cNvPr>
          <p:cNvSpPr/>
          <p:nvPr/>
        </p:nvSpPr>
        <p:spPr bwMode="auto">
          <a:xfrm>
            <a:off x="7191150" y="2988426"/>
            <a:ext cx="2122184" cy="198498"/>
          </a:xfrm>
          <a:prstGeom prst="rect">
            <a:avLst/>
          </a:prstGeom>
          <a:solidFill>
            <a:schemeClr val="accent6">
              <a:lumMod val="60000"/>
              <a:lumOff val="40000"/>
            </a:schemeClr>
          </a:solidFill>
          <a:ln w="9525" cap="flat" cmpd="sng" algn="ctr">
            <a:noFill/>
            <a:prstDash val="solid"/>
            <a:round/>
            <a:headEnd type="none" w="med" len="med"/>
            <a:tailEnd type="none" w="med" len="med"/>
          </a:ln>
          <a:effectLst/>
        </p:spPr>
        <p:txBody>
          <a:bodyPr rot="0" spcFirstLastPara="0" vertOverflow="overflow" horzOverflow="overflow" vert="horz" wrap="square" lIns="36000" tIns="36000" rIns="36000" bIns="36000" numCol="1" spcCol="0" rtlCol="0" fromWordArt="0" anchor="ctr" anchorCtr="0" forceAA="0" compatLnSpc="1">
            <a:prstTxWarp prst="textNoShape">
              <a:avLst/>
            </a:prstTxWarp>
            <a:noAutofit/>
          </a:bodyPr>
          <a:lstStyle/>
          <a:p>
            <a:pPr marL="0" marR="0" lvl="0" indent="0" algn="ctr" defTabSz="914400" rtl="0" eaLnBrk="1" fontAlgn="base" latinLnBrk="0" hangingPunct="0">
              <a:lnSpc>
                <a:spcPct val="100000"/>
              </a:lnSpc>
              <a:spcBef>
                <a:spcPts val="0"/>
              </a:spcBef>
              <a:spcAft>
                <a:spcPts val="0"/>
              </a:spcAft>
              <a:buClrTx/>
              <a:buSzPct val="100000"/>
              <a:buFontTx/>
              <a:buNone/>
              <a:tabLst/>
              <a:defRPr/>
            </a:pPr>
            <a:endParaRPr kumimoji="0" lang="es-MX" sz="700" b="0" i="0" u="none" strike="noStrike" kern="1200" cap="none" spc="0" normalizeH="0" baseline="0" noProof="0">
              <a:ln>
                <a:noFill/>
              </a:ln>
              <a:solidFill>
                <a:srgbClr val="FFFFFF"/>
              </a:solidFill>
              <a:effectLst/>
              <a:uLnTx/>
              <a:uFillTx/>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5125083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4F8192-D968-32AE-A537-40ABE95188A5}"/>
            </a:ext>
          </a:extLst>
        </p:cNvPr>
        <p:cNvGrpSpPr/>
        <p:nvPr/>
      </p:nvGrpSpPr>
      <p:grpSpPr>
        <a:xfrm>
          <a:off x="0" y="0"/>
          <a:ext cx="0" cy="0"/>
          <a:chOff x="0" y="0"/>
          <a:chExt cx="0" cy="0"/>
        </a:xfrm>
      </p:grpSpPr>
      <p:sp>
        <p:nvSpPr>
          <p:cNvPr id="4" name="Título 3">
            <a:extLst>
              <a:ext uri="{FF2B5EF4-FFF2-40B4-BE49-F238E27FC236}">
                <a16:creationId xmlns:a16="http://schemas.microsoft.com/office/drawing/2014/main" id="{35CE3262-B546-3A76-FE89-9211233C343C}"/>
              </a:ext>
            </a:extLst>
          </p:cNvPr>
          <p:cNvSpPr>
            <a:spLocks noGrp="1"/>
          </p:cNvSpPr>
          <p:nvPr>
            <p:ph type="title"/>
          </p:nvPr>
        </p:nvSpPr>
        <p:spPr/>
        <p:txBody>
          <a:bodyPr/>
          <a:lstStyle/>
          <a:p>
            <a:r>
              <a:rPr lang="es-ES_tradnl" sz="2400" b="0" i="1"/>
              <a:t>Gracias</a:t>
            </a:r>
          </a:p>
        </p:txBody>
      </p:sp>
      <p:sp>
        <p:nvSpPr>
          <p:cNvPr id="2" name="CuadroTexto 1">
            <a:extLst>
              <a:ext uri="{FF2B5EF4-FFF2-40B4-BE49-F238E27FC236}">
                <a16:creationId xmlns:a16="http://schemas.microsoft.com/office/drawing/2014/main" id="{1D08F26C-A573-6591-62BD-A45EB58DF6FC}"/>
              </a:ext>
            </a:extLst>
          </p:cNvPr>
          <p:cNvSpPr txBox="1"/>
          <p:nvPr/>
        </p:nvSpPr>
        <p:spPr>
          <a:xfrm>
            <a:off x="10553700" y="6324600"/>
            <a:ext cx="1800225" cy="369332"/>
          </a:xfrm>
          <a:prstGeom prst="rect">
            <a:avLst/>
          </a:prstGeom>
          <a:noFill/>
        </p:spPr>
        <p:txBody>
          <a:bodyPr wrap="square" rtlCol="0">
            <a:spAutoFit/>
          </a:bodyPr>
          <a:lstStyle/>
          <a:p>
            <a:pPr algn="l"/>
            <a:r>
              <a:rPr lang="es-MX" dirty="0">
                <a:solidFill>
                  <a:schemeClr val="bg1"/>
                </a:solidFill>
                <a:latin typeface="Calibri" panose="020F0502020204030204" pitchFamily="34" charset="0"/>
                <a:cs typeface="Calibri" panose="020F0502020204030204" pitchFamily="34" charset="0"/>
              </a:rPr>
              <a:t>Marzo 2026</a:t>
            </a:r>
          </a:p>
        </p:txBody>
      </p:sp>
    </p:spTree>
    <p:extLst>
      <p:ext uri="{BB962C8B-B14F-4D97-AF65-F5344CB8AC3E}">
        <p14:creationId xmlns:p14="http://schemas.microsoft.com/office/powerpoint/2010/main" val="34297565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C3242F-D6B6-8883-7120-F7EB9B266701}"/>
              </a:ext>
            </a:extLst>
          </p:cNvPr>
          <p:cNvSpPr>
            <a:spLocks noGrp="1"/>
          </p:cNvSpPr>
          <p:nvPr>
            <p:ph type="title"/>
          </p:nvPr>
        </p:nvSpPr>
        <p:spPr/>
        <p:txBody>
          <a:bodyPr/>
          <a:lstStyle/>
          <a:p>
            <a:r>
              <a:rPr lang="es-MX"/>
              <a:t>Agenda</a:t>
            </a:r>
          </a:p>
        </p:txBody>
      </p:sp>
      <p:sp>
        <p:nvSpPr>
          <p:cNvPr id="3" name="Marcador de contenido 2">
            <a:extLst>
              <a:ext uri="{FF2B5EF4-FFF2-40B4-BE49-F238E27FC236}">
                <a16:creationId xmlns:a16="http://schemas.microsoft.com/office/drawing/2014/main" id="{6537DE6F-1964-E3F7-C046-CE9D29BB7EDE}"/>
              </a:ext>
            </a:extLst>
          </p:cNvPr>
          <p:cNvSpPr>
            <a:spLocks noGrp="1"/>
          </p:cNvSpPr>
          <p:nvPr>
            <p:ph idx="1"/>
          </p:nvPr>
        </p:nvSpPr>
        <p:spPr/>
        <p:txBody>
          <a:bodyPr/>
          <a:lstStyle/>
          <a:p>
            <a:r>
              <a:rPr lang="es-MX"/>
              <a:t>Racional </a:t>
            </a:r>
            <a:r>
              <a:rPr lang="es-MX" err="1"/>
              <a:t>Fit</a:t>
            </a:r>
            <a:r>
              <a:rPr lang="es-MX"/>
              <a:t> </a:t>
            </a:r>
            <a:r>
              <a:rPr lang="es-MX" err="1"/>
              <a:t>for</a:t>
            </a:r>
            <a:r>
              <a:rPr lang="es-MX"/>
              <a:t> </a:t>
            </a:r>
            <a:r>
              <a:rPr lang="es-MX" err="1"/>
              <a:t>Purpose</a:t>
            </a:r>
            <a:r>
              <a:rPr lang="es-MX"/>
              <a:t> </a:t>
            </a:r>
          </a:p>
          <a:p>
            <a:r>
              <a:rPr lang="es-MX"/>
              <a:t>Alcance 2026</a:t>
            </a:r>
          </a:p>
          <a:p>
            <a:r>
              <a:rPr lang="es-MX"/>
              <a:t>Percepción inicial</a:t>
            </a:r>
          </a:p>
          <a:p>
            <a:r>
              <a:rPr lang="es-MX"/>
              <a:t>Descripción de puesto L2</a:t>
            </a:r>
          </a:p>
          <a:p>
            <a:r>
              <a:rPr lang="es-MX"/>
              <a:t>Principales contribuciones del área</a:t>
            </a:r>
          </a:p>
          <a:p>
            <a:r>
              <a:rPr lang="es-MX"/>
              <a:t>Interacciones entre áreas y procesos clave</a:t>
            </a:r>
          </a:p>
          <a:p>
            <a:r>
              <a:rPr lang="es-MX"/>
              <a:t>Siguientes pasos</a:t>
            </a:r>
          </a:p>
          <a:p>
            <a:endParaRPr lang="es-MX"/>
          </a:p>
          <a:p>
            <a:endParaRPr lang="es-MX"/>
          </a:p>
          <a:p>
            <a:endParaRPr lang="es-MX"/>
          </a:p>
        </p:txBody>
      </p:sp>
    </p:spTree>
    <p:extLst>
      <p:ext uri="{BB962C8B-B14F-4D97-AF65-F5344CB8AC3E}">
        <p14:creationId xmlns:p14="http://schemas.microsoft.com/office/powerpoint/2010/main" val="40590622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5C7FE4F8-1D50-3B4B-8AAC-2417CBBCFEA9}"/>
              </a:ext>
            </a:extLst>
          </p:cNvPr>
          <p:cNvSpPr/>
          <p:nvPr/>
        </p:nvSpPr>
        <p:spPr>
          <a:xfrm>
            <a:off x="1113306" y="2848249"/>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Tengo claridad de la misión del área</a:t>
            </a:r>
            <a:endParaRPr lang="es-MX" sz="1200">
              <a:solidFill>
                <a:sysClr val="windowText" lastClr="000000"/>
              </a:solidFill>
            </a:endParaRPr>
          </a:p>
        </p:txBody>
      </p:sp>
      <p:sp>
        <p:nvSpPr>
          <p:cNvPr id="7" name="Rectángulo 6">
            <a:extLst>
              <a:ext uri="{FF2B5EF4-FFF2-40B4-BE49-F238E27FC236}">
                <a16:creationId xmlns:a16="http://schemas.microsoft.com/office/drawing/2014/main" id="{9D12D446-A1FE-2D55-8ED8-9BF6AB433C6D}"/>
              </a:ext>
            </a:extLst>
          </p:cNvPr>
          <p:cNvSpPr/>
          <p:nvPr/>
        </p:nvSpPr>
        <p:spPr>
          <a:xfrm>
            <a:off x="1113302" y="3937432"/>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Me resultan claras las actividades de las posiciones de la plataforma</a:t>
            </a:r>
            <a:endParaRPr lang="es-MX" sz="1200">
              <a:solidFill>
                <a:sysClr val="windowText" lastClr="000000"/>
              </a:solidFill>
            </a:endParaRPr>
          </a:p>
        </p:txBody>
      </p:sp>
      <p:sp>
        <p:nvSpPr>
          <p:cNvPr id="9" name="Rectángulo 8">
            <a:extLst>
              <a:ext uri="{FF2B5EF4-FFF2-40B4-BE49-F238E27FC236}">
                <a16:creationId xmlns:a16="http://schemas.microsoft.com/office/drawing/2014/main" id="{01FD7DEA-CCB0-3F0F-FCE1-E42492D493A9}"/>
              </a:ext>
            </a:extLst>
          </p:cNvPr>
          <p:cNvSpPr/>
          <p:nvPr/>
        </p:nvSpPr>
        <p:spPr>
          <a:xfrm>
            <a:off x="1113301" y="4499420"/>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Percibo claridad de cada ocupante sobre la función de su puesto e impacto en los objetivos del área</a:t>
            </a:r>
            <a:endParaRPr lang="es-MX" sz="1200">
              <a:solidFill>
                <a:sysClr val="windowText" lastClr="000000"/>
              </a:solidFill>
            </a:endParaRPr>
          </a:p>
        </p:txBody>
      </p:sp>
      <p:sp>
        <p:nvSpPr>
          <p:cNvPr id="11" name="Rectángulo 10">
            <a:extLst>
              <a:ext uri="{FF2B5EF4-FFF2-40B4-BE49-F238E27FC236}">
                <a16:creationId xmlns:a16="http://schemas.microsoft.com/office/drawing/2014/main" id="{68E8AB1C-0912-901D-0DF3-E8CB08F3F881}"/>
              </a:ext>
            </a:extLst>
          </p:cNvPr>
          <p:cNvSpPr/>
          <p:nvPr/>
        </p:nvSpPr>
        <p:spPr>
          <a:xfrm>
            <a:off x="7009282"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12" name="Rectángulo 11">
            <a:extLst>
              <a:ext uri="{FF2B5EF4-FFF2-40B4-BE49-F238E27FC236}">
                <a16:creationId xmlns:a16="http://schemas.microsoft.com/office/drawing/2014/main" id="{00BAA50C-D38E-8DF6-685A-DAFAE69206BE}"/>
              </a:ext>
            </a:extLst>
          </p:cNvPr>
          <p:cNvSpPr/>
          <p:nvPr/>
        </p:nvSpPr>
        <p:spPr>
          <a:xfrm>
            <a:off x="7676032"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13" name="Rectángulo 12">
            <a:extLst>
              <a:ext uri="{FF2B5EF4-FFF2-40B4-BE49-F238E27FC236}">
                <a16:creationId xmlns:a16="http://schemas.microsoft.com/office/drawing/2014/main" id="{42D0F290-D177-ABE8-7B9A-391D7C05E93A}"/>
              </a:ext>
            </a:extLst>
          </p:cNvPr>
          <p:cNvSpPr/>
          <p:nvPr/>
        </p:nvSpPr>
        <p:spPr>
          <a:xfrm>
            <a:off x="8342782"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14" name="Rectángulo 13">
            <a:extLst>
              <a:ext uri="{FF2B5EF4-FFF2-40B4-BE49-F238E27FC236}">
                <a16:creationId xmlns:a16="http://schemas.microsoft.com/office/drawing/2014/main" id="{BC6835E8-F0BE-E0DA-D1F3-BF15948CC999}"/>
              </a:ext>
            </a:extLst>
          </p:cNvPr>
          <p:cNvSpPr/>
          <p:nvPr/>
        </p:nvSpPr>
        <p:spPr>
          <a:xfrm>
            <a:off x="9009532"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15" name="Rectángulo 14">
            <a:extLst>
              <a:ext uri="{FF2B5EF4-FFF2-40B4-BE49-F238E27FC236}">
                <a16:creationId xmlns:a16="http://schemas.microsoft.com/office/drawing/2014/main" id="{31B8A6E4-AF49-5BBB-2D6D-34655455BB58}"/>
              </a:ext>
            </a:extLst>
          </p:cNvPr>
          <p:cNvSpPr/>
          <p:nvPr/>
        </p:nvSpPr>
        <p:spPr>
          <a:xfrm>
            <a:off x="9676283" y="284824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17" name="CuadroTexto 16">
            <a:extLst>
              <a:ext uri="{FF2B5EF4-FFF2-40B4-BE49-F238E27FC236}">
                <a16:creationId xmlns:a16="http://schemas.microsoft.com/office/drawing/2014/main" id="{F1D06FE5-7F07-2D04-69DE-261CC6B68038}"/>
              </a:ext>
            </a:extLst>
          </p:cNvPr>
          <p:cNvSpPr txBox="1"/>
          <p:nvPr/>
        </p:nvSpPr>
        <p:spPr>
          <a:xfrm>
            <a:off x="1141883" y="1591212"/>
            <a:ext cx="9131670" cy="738664"/>
          </a:xfrm>
          <a:prstGeom prst="rect">
            <a:avLst/>
          </a:prstGeom>
          <a:noFill/>
        </p:spPr>
        <p:txBody>
          <a:bodyPr wrap="square">
            <a:spAutoFit/>
          </a:bodyPr>
          <a:lstStyle/>
          <a:p>
            <a:r>
              <a:rPr lang="es-ES" sz="1400"/>
              <a:t>Objetivo:</a:t>
            </a:r>
          </a:p>
          <a:p>
            <a:r>
              <a:rPr lang="es-ES" sz="1400" i="1"/>
              <a:t>Tener percepción y estatus actual de claridad de las funciones del área y entender necesidades a nivel plataforma de apoyos requeridos por organización</a:t>
            </a:r>
            <a:endParaRPr lang="es-MX" sz="1400" i="1"/>
          </a:p>
        </p:txBody>
      </p:sp>
      <p:sp>
        <p:nvSpPr>
          <p:cNvPr id="18" name="CuadroTexto 17">
            <a:extLst>
              <a:ext uri="{FF2B5EF4-FFF2-40B4-BE49-F238E27FC236}">
                <a16:creationId xmlns:a16="http://schemas.microsoft.com/office/drawing/2014/main" id="{EE4B3D03-78D4-E434-A214-B4F4ED3147E3}"/>
              </a:ext>
            </a:extLst>
          </p:cNvPr>
          <p:cNvSpPr txBox="1"/>
          <p:nvPr/>
        </p:nvSpPr>
        <p:spPr>
          <a:xfrm>
            <a:off x="6619346" y="2617745"/>
            <a:ext cx="1333500" cy="246221"/>
          </a:xfrm>
          <a:prstGeom prst="rect">
            <a:avLst/>
          </a:prstGeom>
          <a:noFill/>
        </p:spPr>
        <p:txBody>
          <a:bodyPr wrap="square" rtlCol="0">
            <a:spAutoFit/>
          </a:bodyPr>
          <a:lstStyle/>
          <a:p>
            <a:pPr algn="ctr"/>
            <a:r>
              <a:rPr lang="es-ES" sz="1000">
                <a:latin typeface="Calibri" panose="020F0502020204030204" pitchFamily="34" charset="0"/>
                <a:cs typeface="Calibri" panose="020F0502020204030204" pitchFamily="34" charset="0"/>
              </a:rPr>
              <a:t>T. Desacuerdo </a:t>
            </a:r>
            <a:endParaRPr lang="es-MX" sz="1000" err="1">
              <a:latin typeface="Calibri" panose="020F0502020204030204" pitchFamily="34" charset="0"/>
              <a:cs typeface="Calibri" panose="020F0502020204030204" pitchFamily="34" charset="0"/>
            </a:endParaRPr>
          </a:p>
        </p:txBody>
      </p:sp>
      <p:sp>
        <p:nvSpPr>
          <p:cNvPr id="19" name="CuadroTexto 18">
            <a:extLst>
              <a:ext uri="{FF2B5EF4-FFF2-40B4-BE49-F238E27FC236}">
                <a16:creationId xmlns:a16="http://schemas.microsoft.com/office/drawing/2014/main" id="{9F4BED0D-E57D-53BA-5559-732695A6AE78}"/>
              </a:ext>
            </a:extLst>
          </p:cNvPr>
          <p:cNvSpPr txBox="1"/>
          <p:nvPr/>
        </p:nvSpPr>
        <p:spPr>
          <a:xfrm>
            <a:off x="9219082" y="2617745"/>
            <a:ext cx="1333500" cy="246221"/>
          </a:xfrm>
          <a:prstGeom prst="rect">
            <a:avLst/>
          </a:prstGeom>
          <a:noFill/>
        </p:spPr>
        <p:txBody>
          <a:bodyPr wrap="square" rtlCol="0">
            <a:spAutoFit/>
          </a:bodyPr>
          <a:lstStyle/>
          <a:p>
            <a:pPr algn="ctr"/>
            <a:r>
              <a:rPr lang="es-ES" sz="1000">
                <a:latin typeface="Calibri" panose="020F0502020204030204" pitchFamily="34" charset="0"/>
                <a:cs typeface="Calibri" panose="020F0502020204030204" pitchFamily="34" charset="0"/>
              </a:rPr>
              <a:t>T. De acuerdo</a:t>
            </a:r>
            <a:endParaRPr lang="es-MX" sz="1000" err="1">
              <a:latin typeface="Calibri" panose="020F0502020204030204" pitchFamily="34" charset="0"/>
              <a:cs typeface="Calibri" panose="020F0502020204030204" pitchFamily="34" charset="0"/>
            </a:endParaRPr>
          </a:p>
        </p:txBody>
      </p:sp>
      <p:sp>
        <p:nvSpPr>
          <p:cNvPr id="20" name="Rectángulo 19">
            <a:extLst>
              <a:ext uri="{FF2B5EF4-FFF2-40B4-BE49-F238E27FC236}">
                <a16:creationId xmlns:a16="http://schemas.microsoft.com/office/drawing/2014/main" id="{A1ABDE23-FC17-AD90-BC9E-AF97FB35EE52}"/>
              </a:ext>
            </a:extLst>
          </p:cNvPr>
          <p:cNvSpPr/>
          <p:nvPr/>
        </p:nvSpPr>
        <p:spPr>
          <a:xfrm>
            <a:off x="1118071" y="3400699"/>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Entiendo el racional de los cambios</a:t>
            </a:r>
            <a:endParaRPr lang="es-MX" sz="1200">
              <a:solidFill>
                <a:sysClr val="windowText" lastClr="000000"/>
              </a:solidFill>
            </a:endParaRPr>
          </a:p>
        </p:txBody>
      </p:sp>
      <p:sp>
        <p:nvSpPr>
          <p:cNvPr id="21" name="Rectángulo 20">
            <a:extLst>
              <a:ext uri="{FF2B5EF4-FFF2-40B4-BE49-F238E27FC236}">
                <a16:creationId xmlns:a16="http://schemas.microsoft.com/office/drawing/2014/main" id="{7401378D-D1E9-5ABF-82D0-A09EADCF9921}"/>
              </a:ext>
            </a:extLst>
          </p:cNvPr>
          <p:cNvSpPr/>
          <p:nvPr/>
        </p:nvSpPr>
        <p:spPr>
          <a:xfrm>
            <a:off x="1113301" y="5085684"/>
            <a:ext cx="5629275" cy="447675"/>
          </a:xfrm>
          <a:prstGeom prst="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200">
                <a:solidFill>
                  <a:sysClr val="windowText" lastClr="000000"/>
                </a:solidFill>
              </a:rPr>
              <a:t>Hay suficiente información para realizar adecuadamente las funciones y establecer objetivos clave del año</a:t>
            </a:r>
            <a:endParaRPr lang="es-MX" sz="1200">
              <a:solidFill>
                <a:sysClr val="windowText" lastClr="000000"/>
              </a:solidFill>
            </a:endParaRPr>
          </a:p>
        </p:txBody>
      </p:sp>
      <p:sp>
        <p:nvSpPr>
          <p:cNvPr id="22" name="Rectángulo 21">
            <a:extLst>
              <a:ext uri="{FF2B5EF4-FFF2-40B4-BE49-F238E27FC236}">
                <a16:creationId xmlns:a16="http://schemas.microsoft.com/office/drawing/2014/main" id="{8D4C2E17-7EE8-7AEE-3BC4-7954423416B6}"/>
              </a:ext>
            </a:extLst>
          </p:cNvPr>
          <p:cNvSpPr/>
          <p:nvPr/>
        </p:nvSpPr>
        <p:spPr>
          <a:xfrm>
            <a:off x="7009282"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23" name="Rectángulo 22">
            <a:extLst>
              <a:ext uri="{FF2B5EF4-FFF2-40B4-BE49-F238E27FC236}">
                <a16:creationId xmlns:a16="http://schemas.microsoft.com/office/drawing/2014/main" id="{E195C6FE-0878-BD6F-4278-3D68E6995819}"/>
              </a:ext>
            </a:extLst>
          </p:cNvPr>
          <p:cNvSpPr/>
          <p:nvPr/>
        </p:nvSpPr>
        <p:spPr>
          <a:xfrm>
            <a:off x="7676032"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24" name="Rectángulo 23">
            <a:extLst>
              <a:ext uri="{FF2B5EF4-FFF2-40B4-BE49-F238E27FC236}">
                <a16:creationId xmlns:a16="http://schemas.microsoft.com/office/drawing/2014/main" id="{DA76184A-3627-12F3-AEE9-0E4AEB0FDEFE}"/>
              </a:ext>
            </a:extLst>
          </p:cNvPr>
          <p:cNvSpPr/>
          <p:nvPr/>
        </p:nvSpPr>
        <p:spPr>
          <a:xfrm>
            <a:off x="8342782"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25" name="Rectángulo 24">
            <a:extLst>
              <a:ext uri="{FF2B5EF4-FFF2-40B4-BE49-F238E27FC236}">
                <a16:creationId xmlns:a16="http://schemas.microsoft.com/office/drawing/2014/main" id="{FB1E6A43-E234-0F28-0C55-54B7DD1CC80F}"/>
              </a:ext>
            </a:extLst>
          </p:cNvPr>
          <p:cNvSpPr/>
          <p:nvPr/>
        </p:nvSpPr>
        <p:spPr>
          <a:xfrm>
            <a:off x="9009532"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26" name="Rectángulo 25">
            <a:extLst>
              <a:ext uri="{FF2B5EF4-FFF2-40B4-BE49-F238E27FC236}">
                <a16:creationId xmlns:a16="http://schemas.microsoft.com/office/drawing/2014/main" id="{47C3E97C-D33B-9B32-142A-8681DE8DDAEF}"/>
              </a:ext>
            </a:extLst>
          </p:cNvPr>
          <p:cNvSpPr/>
          <p:nvPr/>
        </p:nvSpPr>
        <p:spPr>
          <a:xfrm>
            <a:off x="9676283" y="3400699"/>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27" name="Rectángulo 26">
            <a:extLst>
              <a:ext uri="{FF2B5EF4-FFF2-40B4-BE49-F238E27FC236}">
                <a16:creationId xmlns:a16="http://schemas.microsoft.com/office/drawing/2014/main" id="{CB426A0A-057F-CD5D-5ECB-DE46EE96DBDE}"/>
              </a:ext>
            </a:extLst>
          </p:cNvPr>
          <p:cNvSpPr/>
          <p:nvPr/>
        </p:nvSpPr>
        <p:spPr>
          <a:xfrm>
            <a:off x="7009282"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28" name="Rectángulo 27">
            <a:extLst>
              <a:ext uri="{FF2B5EF4-FFF2-40B4-BE49-F238E27FC236}">
                <a16:creationId xmlns:a16="http://schemas.microsoft.com/office/drawing/2014/main" id="{F56E75B3-107F-CB1B-7F16-52AB46B217A0}"/>
              </a:ext>
            </a:extLst>
          </p:cNvPr>
          <p:cNvSpPr/>
          <p:nvPr/>
        </p:nvSpPr>
        <p:spPr>
          <a:xfrm>
            <a:off x="7676032"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29" name="Rectángulo 28">
            <a:extLst>
              <a:ext uri="{FF2B5EF4-FFF2-40B4-BE49-F238E27FC236}">
                <a16:creationId xmlns:a16="http://schemas.microsoft.com/office/drawing/2014/main" id="{00A9E07E-BC25-19F0-7E29-6EA050AE4FD2}"/>
              </a:ext>
            </a:extLst>
          </p:cNvPr>
          <p:cNvSpPr/>
          <p:nvPr/>
        </p:nvSpPr>
        <p:spPr>
          <a:xfrm>
            <a:off x="8342782"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30" name="Rectángulo 29">
            <a:extLst>
              <a:ext uri="{FF2B5EF4-FFF2-40B4-BE49-F238E27FC236}">
                <a16:creationId xmlns:a16="http://schemas.microsoft.com/office/drawing/2014/main" id="{0F3CD23E-008B-96BB-6553-057E3D828213}"/>
              </a:ext>
            </a:extLst>
          </p:cNvPr>
          <p:cNvSpPr/>
          <p:nvPr/>
        </p:nvSpPr>
        <p:spPr>
          <a:xfrm>
            <a:off x="9009532"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31" name="Rectángulo 30">
            <a:extLst>
              <a:ext uri="{FF2B5EF4-FFF2-40B4-BE49-F238E27FC236}">
                <a16:creationId xmlns:a16="http://schemas.microsoft.com/office/drawing/2014/main" id="{D4C25EC9-011F-3816-1A58-2C6E58DB342E}"/>
              </a:ext>
            </a:extLst>
          </p:cNvPr>
          <p:cNvSpPr/>
          <p:nvPr/>
        </p:nvSpPr>
        <p:spPr>
          <a:xfrm>
            <a:off x="9676283" y="3937432"/>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32" name="Rectángulo 31">
            <a:extLst>
              <a:ext uri="{FF2B5EF4-FFF2-40B4-BE49-F238E27FC236}">
                <a16:creationId xmlns:a16="http://schemas.microsoft.com/office/drawing/2014/main" id="{C58A2AF4-113F-A799-EFE4-1A902C2B0763}"/>
              </a:ext>
            </a:extLst>
          </p:cNvPr>
          <p:cNvSpPr/>
          <p:nvPr/>
        </p:nvSpPr>
        <p:spPr>
          <a:xfrm>
            <a:off x="7009278"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33" name="Rectángulo 32">
            <a:extLst>
              <a:ext uri="{FF2B5EF4-FFF2-40B4-BE49-F238E27FC236}">
                <a16:creationId xmlns:a16="http://schemas.microsoft.com/office/drawing/2014/main" id="{F2DA68DD-9EF6-F60A-7687-BB917FC39F87}"/>
              </a:ext>
            </a:extLst>
          </p:cNvPr>
          <p:cNvSpPr/>
          <p:nvPr/>
        </p:nvSpPr>
        <p:spPr>
          <a:xfrm>
            <a:off x="7676028"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34" name="Rectángulo 33">
            <a:extLst>
              <a:ext uri="{FF2B5EF4-FFF2-40B4-BE49-F238E27FC236}">
                <a16:creationId xmlns:a16="http://schemas.microsoft.com/office/drawing/2014/main" id="{53142616-0094-6DC4-48F1-FA37A2A17640}"/>
              </a:ext>
            </a:extLst>
          </p:cNvPr>
          <p:cNvSpPr/>
          <p:nvPr/>
        </p:nvSpPr>
        <p:spPr>
          <a:xfrm>
            <a:off x="8342778"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35" name="Rectángulo 34">
            <a:extLst>
              <a:ext uri="{FF2B5EF4-FFF2-40B4-BE49-F238E27FC236}">
                <a16:creationId xmlns:a16="http://schemas.microsoft.com/office/drawing/2014/main" id="{46D49AC2-BD04-6DBE-818D-697878E1DF70}"/>
              </a:ext>
            </a:extLst>
          </p:cNvPr>
          <p:cNvSpPr/>
          <p:nvPr/>
        </p:nvSpPr>
        <p:spPr>
          <a:xfrm>
            <a:off x="9009528"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36" name="Rectángulo 35">
            <a:extLst>
              <a:ext uri="{FF2B5EF4-FFF2-40B4-BE49-F238E27FC236}">
                <a16:creationId xmlns:a16="http://schemas.microsoft.com/office/drawing/2014/main" id="{10011520-7618-A3C8-798B-5836617AD8CC}"/>
              </a:ext>
            </a:extLst>
          </p:cNvPr>
          <p:cNvSpPr/>
          <p:nvPr/>
        </p:nvSpPr>
        <p:spPr>
          <a:xfrm>
            <a:off x="9676279" y="4499420"/>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37" name="Rectángulo 36">
            <a:extLst>
              <a:ext uri="{FF2B5EF4-FFF2-40B4-BE49-F238E27FC236}">
                <a16:creationId xmlns:a16="http://schemas.microsoft.com/office/drawing/2014/main" id="{F94D6656-5C4D-D893-4041-37DA27F2EA55}"/>
              </a:ext>
            </a:extLst>
          </p:cNvPr>
          <p:cNvSpPr/>
          <p:nvPr/>
        </p:nvSpPr>
        <p:spPr>
          <a:xfrm>
            <a:off x="7009282"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1</a:t>
            </a:r>
            <a:endParaRPr lang="es-MX" sz="1400"/>
          </a:p>
        </p:txBody>
      </p:sp>
      <p:sp>
        <p:nvSpPr>
          <p:cNvPr id="38" name="Rectángulo 37">
            <a:extLst>
              <a:ext uri="{FF2B5EF4-FFF2-40B4-BE49-F238E27FC236}">
                <a16:creationId xmlns:a16="http://schemas.microsoft.com/office/drawing/2014/main" id="{A9162D19-B604-E685-83B3-82B7DEDE0227}"/>
              </a:ext>
            </a:extLst>
          </p:cNvPr>
          <p:cNvSpPr/>
          <p:nvPr/>
        </p:nvSpPr>
        <p:spPr>
          <a:xfrm>
            <a:off x="7676032"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2</a:t>
            </a:r>
            <a:endParaRPr lang="es-MX" sz="1400"/>
          </a:p>
        </p:txBody>
      </p:sp>
      <p:sp>
        <p:nvSpPr>
          <p:cNvPr id="39" name="Rectángulo 38">
            <a:extLst>
              <a:ext uri="{FF2B5EF4-FFF2-40B4-BE49-F238E27FC236}">
                <a16:creationId xmlns:a16="http://schemas.microsoft.com/office/drawing/2014/main" id="{2184184E-6F5C-5679-F5E2-F9BE720EDCF6}"/>
              </a:ext>
            </a:extLst>
          </p:cNvPr>
          <p:cNvSpPr/>
          <p:nvPr/>
        </p:nvSpPr>
        <p:spPr>
          <a:xfrm>
            <a:off x="8342782"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3</a:t>
            </a:r>
            <a:endParaRPr lang="es-MX" sz="1400"/>
          </a:p>
        </p:txBody>
      </p:sp>
      <p:sp>
        <p:nvSpPr>
          <p:cNvPr id="40" name="Rectángulo 39">
            <a:extLst>
              <a:ext uri="{FF2B5EF4-FFF2-40B4-BE49-F238E27FC236}">
                <a16:creationId xmlns:a16="http://schemas.microsoft.com/office/drawing/2014/main" id="{2C91F9A0-9AF9-626F-9293-CE0E105B592B}"/>
              </a:ext>
            </a:extLst>
          </p:cNvPr>
          <p:cNvSpPr/>
          <p:nvPr/>
        </p:nvSpPr>
        <p:spPr>
          <a:xfrm>
            <a:off x="9009532"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4</a:t>
            </a:r>
            <a:endParaRPr lang="es-MX" sz="1400"/>
          </a:p>
        </p:txBody>
      </p:sp>
      <p:sp>
        <p:nvSpPr>
          <p:cNvPr id="41" name="Rectángulo 40">
            <a:extLst>
              <a:ext uri="{FF2B5EF4-FFF2-40B4-BE49-F238E27FC236}">
                <a16:creationId xmlns:a16="http://schemas.microsoft.com/office/drawing/2014/main" id="{F2DFFA15-F145-F25C-0AEC-D3991E68F61F}"/>
              </a:ext>
            </a:extLst>
          </p:cNvPr>
          <p:cNvSpPr/>
          <p:nvPr/>
        </p:nvSpPr>
        <p:spPr>
          <a:xfrm>
            <a:off x="9676283" y="5090447"/>
            <a:ext cx="514350" cy="447675"/>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ES" sz="1400"/>
              <a:t>5</a:t>
            </a:r>
            <a:endParaRPr lang="es-MX" sz="1400"/>
          </a:p>
        </p:txBody>
      </p:sp>
      <p:sp>
        <p:nvSpPr>
          <p:cNvPr id="4" name="Título 3">
            <a:extLst>
              <a:ext uri="{FF2B5EF4-FFF2-40B4-BE49-F238E27FC236}">
                <a16:creationId xmlns:a16="http://schemas.microsoft.com/office/drawing/2014/main" id="{AED201DD-66CC-23E3-BDD9-16094502AFFB}"/>
              </a:ext>
            </a:extLst>
          </p:cNvPr>
          <p:cNvSpPr>
            <a:spLocks noGrp="1"/>
          </p:cNvSpPr>
          <p:nvPr>
            <p:ph type="title"/>
          </p:nvPr>
        </p:nvSpPr>
        <p:spPr/>
        <p:txBody>
          <a:bodyPr/>
          <a:lstStyle/>
          <a:p>
            <a:r>
              <a:rPr lang="es-ES"/>
              <a:t>Percepción inicial</a:t>
            </a:r>
            <a:endParaRPr lang="es-MX"/>
          </a:p>
        </p:txBody>
      </p:sp>
    </p:spTree>
    <p:extLst>
      <p:ext uri="{BB962C8B-B14F-4D97-AF65-F5344CB8AC3E}">
        <p14:creationId xmlns:p14="http://schemas.microsoft.com/office/powerpoint/2010/main" val="946345740"/>
      </p:ext>
    </p:extLst>
  </p:cSld>
  <p:clrMapOvr>
    <a:overrideClrMapping bg1="lt1" tx1="dk1" bg2="lt2" tx2="dk2" accent1="accent1" accent2="accent2" accent3="accent3" accent4="accent4" accent5="accent5" accent6="accent6" hlink="hlink" folHlink="folHlink"/>
  </p:clrMapOvr>
</p:sld>
</file>

<file path=ppt/slides/slide7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7" name="Rectángulo 46">
            <a:extLst>
              <a:ext uri="{FF2B5EF4-FFF2-40B4-BE49-F238E27FC236}">
                <a16:creationId xmlns:a16="http://schemas.microsoft.com/office/drawing/2014/main" id="{AA692062-D8DD-BC82-359B-CCC7818A691B}"/>
              </a:ext>
            </a:extLst>
          </p:cNvPr>
          <p:cNvSpPr/>
          <p:nvPr/>
        </p:nvSpPr>
        <p:spPr>
          <a:xfrm>
            <a:off x="5555311" y="6647290"/>
            <a:ext cx="1081378" cy="1726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419">
              <a:solidFill>
                <a:prstClr val="white"/>
              </a:solidFill>
              <a:latin typeface="Calibri" panose="020F0502020204030204"/>
            </a:endParaRPr>
          </a:p>
        </p:txBody>
      </p:sp>
      <p:sp>
        <p:nvSpPr>
          <p:cNvPr id="4" name="Arrow: Pentagon 3">
            <a:extLst>
              <a:ext uri="{FF2B5EF4-FFF2-40B4-BE49-F238E27FC236}">
                <a16:creationId xmlns:a16="http://schemas.microsoft.com/office/drawing/2014/main" id="{B0941E57-8524-442D-AA1E-71E27E8D8793}"/>
              </a:ext>
            </a:extLst>
          </p:cNvPr>
          <p:cNvSpPr/>
          <p:nvPr/>
        </p:nvSpPr>
        <p:spPr>
          <a:xfrm>
            <a:off x="1524001" y="1"/>
            <a:ext cx="7223196" cy="850015"/>
          </a:xfrm>
          <a:prstGeom prst="homePlate">
            <a:avLst/>
          </a:prstGeom>
          <a:solidFill>
            <a:srgbClr val="990021"/>
          </a:solidFill>
          <a:ln>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panose="020F0502020204030204"/>
            </a:endParaRPr>
          </a:p>
        </p:txBody>
      </p:sp>
      <p:sp>
        <p:nvSpPr>
          <p:cNvPr id="5" name="Title 2">
            <a:extLst>
              <a:ext uri="{FF2B5EF4-FFF2-40B4-BE49-F238E27FC236}">
                <a16:creationId xmlns:a16="http://schemas.microsoft.com/office/drawing/2014/main" id="{E3245FAE-0440-417C-89AD-5D987BA90110}"/>
              </a:ext>
            </a:extLst>
          </p:cNvPr>
          <p:cNvSpPr txBox="1">
            <a:spLocks/>
          </p:cNvSpPr>
          <p:nvPr/>
        </p:nvSpPr>
        <p:spPr>
          <a:xfrm>
            <a:off x="1498646" y="1"/>
            <a:ext cx="7128791" cy="1079818"/>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r>
              <a:rPr lang="es-MX" sz="1400" b="1">
                <a:solidFill>
                  <a:prstClr val="white"/>
                </a:solidFill>
                <a:latin typeface="Calibri Light" panose="020F0302020204030204"/>
              </a:rPr>
              <a:t>DESCRIPCIÓN DE PUESTO</a:t>
            </a:r>
          </a:p>
          <a:p>
            <a:pPr>
              <a:defRPr/>
            </a:pPr>
            <a:r>
              <a:rPr lang="es-MX" sz="1300" b="1">
                <a:solidFill>
                  <a:prstClr val="white"/>
                </a:solidFill>
                <a:latin typeface="Calibri Light" panose="020F0302020204030204"/>
              </a:rPr>
              <a:t>Nombre Puesto: Director Abasto</a:t>
            </a:r>
            <a:br>
              <a:rPr lang="es-MX" sz="1300" b="1">
                <a:solidFill>
                  <a:prstClr val="white"/>
                </a:solidFill>
                <a:latin typeface="Calibri Light" panose="020F0302020204030204"/>
              </a:rPr>
            </a:br>
            <a:r>
              <a:rPr lang="es-MX" sz="1300" b="1">
                <a:solidFill>
                  <a:prstClr val="white"/>
                </a:solidFill>
                <a:latin typeface="Calibri Light" panose="020F0302020204030204"/>
              </a:rPr>
              <a:t>Nombre Puesto Jefe Directo: Director Cadena de Suministro</a:t>
            </a:r>
            <a:br>
              <a:rPr lang="es-MX" sz="1300" b="1">
                <a:solidFill>
                  <a:prstClr val="white"/>
                </a:solidFill>
                <a:latin typeface="Calibri Light" panose="020F0302020204030204"/>
              </a:rPr>
            </a:br>
            <a:r>
              <a:rPr lang="es-MX" sz="1300" b="1">
                <a:solidFill>
                  <a:prstClr val="white"/>
                </a:solidFill>
                <a:latin typeface="Calibri Light" panose="020F0302020204030204"/>
              </a:rPr>
              <a:t>Área Funcional: Cadena de Suministro</a:t>
            </a:r>
          </a:p>
        </p:txBody>
      </p:sp>
      <p:sp>
        <p:nvSpPr>
          <p:cNvPr id="6" name="Content Placeholder 4">
            <a:extLst>
              <a:ext uri="{FF2B5EF4-FFF2-40B4-BE49-F238E27FC236}">
                <a16:creationId xmlns:a16="http://schemas.microsoft.com/office/drawing/2014/main" id="{94BBF896-9BEA-4AC9-8A7E-3FA108F11265}"/>
              </a:ext>
            </a:extLst>
          </p:cNvPr>
          <p:cNvSpPr txBox="1">
            <a:spLocks/>
          </p:cNvSpPr>
          <p:nvPr/>
        </p:nvSpPr>
        <p:spPr>
          <a:xfrm>
            <a:off x="1598104" y="969029"/>
            <a:ext cx="7186069" cy="804013"/>
          </a:xfrm>
          <a:prstGeom prst="rect">
            <a:avLst/>
          </a:prstGeom>
          <a:ln w="6350">
            <a:solidFill>
              <a:srgbClr val="990021"/>
            </a:solidFill>
          </a:ln>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spcBef>
                <a:spcPts val="0"/>
              </a:spcBef>
              <a:buNone/>
              <a:defRPr/>
            </a:pPr>
            <a:r>
              <a:rPr lang="es-MX" sz="1200" b="1">
                <a:solidFill>
                  <a:prstClr val="black"/>
                </a:solidFill>
                <a:latin typeface="Calibri Light" panose="020F0302020204030204"/>
              </a:rPr>
              <a:t>Propósito del Puesto</a:t>
            </a:r>
          </a:p>
          <a:p>
            <a:pPr marL="0" indent="0">
              <a:lnSpc>
                <a:spcPct val="100000"/>
              </a:lnSpc>
              <a:spcBef>
                <a:spcPts val="0"/>
              </a:spcBef>
              <a:buNone/>
              <a:defRPr/>
            </a:pPr>
            <a:r>
              <a:rPr lang="es-MX" sz="900">
                <a:solidFill>
                  <a:prstClr val="black"/>
                </a:solidFill>
                <a:latin typeface="Calibri" panose="020F0502020204030204"/>
              </a:rPr>
              <a:t>Diseñar y operar la estrategia de demanda, abasto y suministro de OXXO México, con el fin de potencializar la propuesta de valor centrada en el Cliente, robusteciendo mediante digitalización, procesos de gestión y el desarrollo de Talento, con el fin de garantizar la abasto sustentable y sostenible de acuerdo con la expansión del negocio con sus nuevos canales y  capas de valor agregadas.​ </a:t>
            </a:r>
          </a:p>
        </p:txBody>
      </p:sp>
      <p:sp>
        <p:nvSpPr>
          <p:cNvPr id="7" name="Content Placeholder 4">
            <a:extLst>
              <a:ext uri="{FF2B5EF4-FFF2-40B4-BE49-F238E27FC236}">
                <a16:creationId xmlns:a16="http://schemas.microsoft.com/office/drawing/2014/main" id="{0B449C0C-A873-4B2A-A592-C971D47DCF09}"/>
              </a:ext>
            </a:extLst>
          </p:cNvPr>
          <p:cNvSpPr txBox="1">
            <a:spLocks/>
          </p:cNvSpPr>
          <p:nvPr/>
        </p:nvSpPr>
        <p:spPr bwMode="auto">
          <a:xfrm>
            <a:off x="1598103" y="1823416"/>
            <a:ext cx="7191449" cy="3418854"/>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457200">
              <a:buNone/>
              <a:defRPr/>
            </a:pPr>
            <a:r>
              <a:rPr lang="es-MX" sz="1100" b="1">
                <a:solidFill>
                  <a:prstClr val="black"/>
                </a:solidFill>
                <a:latin typeface="Calibri Light" panose="020F0302020204030204"/>
              </a:rPr>
              <a:t>Responsabilidades </a:t>
            </a:r>
          </a:p>
          <a:p>
            <a:pPr marL="174625" indent="-174625" defTabSz="457200">
              <a:buFont typeface="Calibri Light" panose="020F0302020204030204"/>
              <a:buAutoNum type="arabicPeriod"/>
              <a:defRPr/>
            </a:pPr>
            <a:r>
              <a:rPr lang="es-MX" sz="900" b="1">
                <a:solidFill>
                  <a:prstClr val="black"/>
                </a:solidFill>
                <a:latin typeface="Calibri" panose="020F0502020204030204"/>
                <a:ea typeface="ＭＳ Ｐゴシック"/>
              </a:rPr>
              <a:t>Diseñar la estrategia de abasto atendiendo las categorías comerciales </a:t>
            </a:r>
            <a:r>
              <a:rPr lang="es-MX" sz="900">
                <a:solidFill>
                  <a:prstClr val="black"/>
                </a:solidFill>
                <a:latin typeface="Calibri"/>
                <a:ea typeface="ＭＳ Ｐゴシック"/>
              </a:rPr>
              <a:t>tales como hambre, impulso, </a:t>
            </a:r>
            <a:r>
              <a:rPr lang="es-MX" sz="900" err="1">
                <a:solidFill>
                  <a:prstClr val="black"/>
                </a:solidFill>
                <a:latin typeface="Calibri"/>
                <a:ea typeface="ＭＳ Ｐゴシック"/>
              </a:rPr>
              <a:t>daily</a:t>
            </a:r>
            <a:r>
              <a:rPr lang="es-MX" sz="900">
                <a:solidFill>
                  <a:prstClr val="black"/>
                </a:solidFill>
                <a:latin typeface="Calibri"/>
                <a:ea typeface="ＭＳ Ｐゴシック"/>
              </a:rPr>
              <a:t> </a:t>
            </a:r>
            <a:r>
              <a:rPr lang="es-MX" sz="900" err="1">
                <a:solidFill>
                  <a:prstClr val="black"/>
                </a:solidFill>
                <a:latin typeface="Calibri"/>
                <a:ea typeface="ＭＳ Ｐゴシック"/>
              </a:rPr>
              <a:t>replenishment</a:t>
            </a:r>
            <a:r>
              <a:rPr lang="es-MX" sz="900">
                <a:solidFill>
                  <a:prstClr val="black"/>
                </a:solidFill>
                <a:latin typeface="Calibri"/>
                <a:ea typeface="ＭＳ Ｐゴシック"/>
              </a:rPr>
              <a:t>, </a:t>
            </a:r>
            <a:r>
              <a:rPr lang="es-MX" sz="900" err="1">
                <a:solidFill>
                  <a:prstClr val="black"/>
                </a:solidFill>
                <a:latin typeface="Calibri"/>
                <a:ea typeface="ＭＳ Ｐゴシック"/>
              </a:rPr>
              <a:t>fresh</a:t>
            </a:r>
            <a:r>
              <a:rPr lang="es-MX" sz="900">
                <a:solidFill>
                  <a:prstClr val="black"/>
                </a:solidFill>
                <a:latin typeface="Calibri"/>
                <a:ea typeface="ＭＳ Ｐゴシック"/>
              </a:rPr>
              <a:t>, marcas propias u otras que permitan simplificar las relaciones estratégicas de suministro.</a:t>
            </a:r>
          </a:p>
          <a:p>
            <a:pPr marL="174625" indent="-174625" defTabSz="457200">
              <a:buFont typeface="+mj-lt"/>
              <a:buAutoNum type="arabicPeriod"/>
              <a:defRPr/>
            </a:pPr>
            <a:r>
              <a:rPr lang="es-MX" sz="900" b="1">
                <a:solidFill>
                  <a:prstClr val="black"/>
                </a:solidFill>
                <a:latin typeface="Calibri" panose="020F0502020204030204"/>
                <a:ea typeface="ＭＳ Ｐゴシック"/>
              </a:rPr>
              <a:t>Asegurar la correcta demanda de acuerdo con las necesidades de la tienda </a:t>
            </a:r>
            <a:r>
              <a:rPr lang="es-MX" sz="900" b="1">
                <a:solidFill>
                  <a:srgbClr val="0070C0"/>
                </a:solidFill>
                <a:latin typeface="Calibri" panose="020F0502020204030204"/>
                <a:ea typeface="ＭＳ Ｐゴシック"/>
              </a:rPr>
              <a:t>en coordinación con estrategia de S&amp;OP</a:t>
            </a:r>
            <a:r>
              <a:rPr lang="es-MX" sz="900">
                <a:solidFill>
                  <a:prstClr val="black"/>
                </a:solidFill>
                <a:latin typeface="Calibri" panose="020F0502020204030204"/>
                <a:ea typeface="ＭＳ Ｐゴシック"/>
              </a:rPr>
              <a:t>, generando modelos de pronóstico de demanda para mejorar la precisión y reducir inventarios obsoletos.​</a:t>
            </a:r>
          </a:p>
          <a:p>
            <a:pPr marL="174625" indent="-174625" defTabSz="457200">
              <a:buFont typeface="+mj-lt"/>
              <a:buAutoNum type="arabicPeriod"/>
              <a:defRPr/>
            </a:pPr>
            <a:r>
              <a:rPr lang="es-MX" sz="900" b="1">
                <a:solidFill>
                  <a:prstClr val="black"/>
                </a:solidFill>
                <a:latin typeface="Calibri" panose="020F0502020204030204"/>
                <a:ea typeface="ＭＳ Ｐゴシック"/>
              </a:rPr>
              <a:t>Diseñar estrategias de abastecimiento actuales y futuras</a:t>
            </a:r>
            <a:r>
              <a:rPr lang="es-MX" sz="900">
                <a:solidFill>
                  <a:prstClr val="black"/>
                </a:solidFill>
                <a:latin typeface="Calibri" panose="020F0502020204030204"/>
                <a:ea typeface="ＭＳ Ｐゴシック"/>
              </a:rPr>
              <a:t>, que optimicen costos y garanticen la disponibilidad de productos clave, así como, la agilidad requerida para responder a las necesidades </a:t>
            </a:r>
          </a:p>
          <a:p>
            <a:pPr marL="174625" indent="-174625" defTabSz="457200">
              <a:buFont typeface="+mj-lt"/>
              <a:buAutoNum type="arabicPeriod"/>
              <a:defRPr/>
            </a:pPr>
            <a:r>
              <a:rPr lang="es-MX" sz="900" b="1">
                <a:solidFill>
                  <a:prstClr val="black"/>
                </a:solidFill>
                <a:latin typeface="Calibri" panose="020F0502020204030204"/>
                <a:ea typeface="ＭＳ Ｐゴシック"/>
              </a:rPr>
              <a:t>Promover y empujar  un esquema operativo basado en procesos y rituales de gestión </a:t>
            </a:r>
            <a:r>
              <a:rPr lang="es-MX" sz="900">
                <a:solidFill>
                  <a:prstClr val="black"/>
                </a:solidFill>
                <a:latin typeface="Calibri" panose="020F0502020204030204"/>
                <a:ea typeface="ＭＳ Ｐゴシック"/>
              </a:rPr>
              <a:t>con los roles involucrados (comercial, operaciones, procesos CS y otras) que promuevan  la colaboración con el fin de capitalizar oportunidades.​</a:t>
            </a:r>
          </a:p>
          <a:p>
            <a:pPr marL="174625" indent="-174625" defTabSz="457200">
              <a:buFont typeface="+mj-lt"/>
              <a:buAutoNum type="arabicPeriod"/>
              <a:defRPr/>
            </a:pPr>
            <a:r>
              <a:rPr lang="es-MX" sz="900" b="1">
                <a:solidFill>
                  <a:prstClr val="black"/>
                </a:solidFill>
                <a:latin typeface="Calibri" panose="020F0502020204030204"/>
                <a:ea typeface="ＭＳ Ｐゴシック"/>
              </a:rPr>
              <a:t>Construir sinergias con otras unidades de FEMSA </a:t>
            </a:r>
            <a:r>
              <a:rPr lang="es-MX" sz="900">
                <a:solidFill>
                  <a:prstClr val="black"/>
                </a:solidFill>
                <a:latin typeface="Calibri" panose="020F0502020204030204"/>
                <a:ea typeface="ＭＳ Ｐゴシック"/>
              </a:rPr>
              <a:t>con el fin de establecer aprovechamiento de los recursos para lograr mayor eficiencia en los procesos y crecimiento colaborativo.</a:t>
            </a:r>
          </a:p>
          <a:p>
            <a:pPr marL="174625" indent="-174625" defTabSz="457200">
              <a:buFont typeface="+mj-lt"/>
              <a:buAutoNum type="arabicPeriod"/>
              <a:defRPr/>
            </a:pPr>
            <a:r>
              <a:rPr lang="es-MX" sz="900" b="1">
                <a:solidFill>
                  <a:prstClr val="black"/>
                </a:solidFill>
                <a:latin typeface="Calibri" panose="020F0502020204030204"/>
                <a:ea typeface="ＭＳ Ｐゴシック"/>
              </a:rPr>
              <a:t>Identificar oportunidades en los eslabones de la cadena, desde socios comerciales hasta la tienda </a:t>
            </a:r>
            <a:r>
              <a:rPr lang="es-MX" sz="900">
                <a:solidFill>
                  <a:prstClr val="black"/>
                </a:solidFill>
                <a:latin typeface="Calibri" panose="020F0502020204030204"/>
                <a:ea typeface="ＭＳ Ｐゴシック"/>
              </a:rPr>
              <a:t>que sumen valor a OXXO México y resto de las unidades de FEMSA que permitan establecer una mejora continua. </a:t>
            </a:r>
          </a:p>
          <a:p>
            <a:pPr marL="174625" indent="-174625" defTabSz="457200">
              <a:buFont typeface="+mj-lt"/>
              <a:buAutoNum type="arabicPeriod"/>
              <a:defRPr/>
            </a:pPr>
            <a:r>
              <a:rPr lang="es-MX" sz="900" b="1">
                <a:solidFill>
                  <a:prstClr val="black"/>
                </a:solidFill>
                <a:latin typeface="Calibri" panose="020F0502020204030204"/>
                <a:ea typeface="ＭＳ Ｐゴシック"/>
              </a:rPr>
              <a:t>Diseñar planes de contingencia ante cambios en el entorno </a:t>
            </a:r>
            <a:r>
              <a:rPr lang="es-MX" sz="900">
                <a:solidFill>
                  <a:prstClr val="black"/>
                </a:solidFill>
                <a:latin typeface="Calibri" panose="020F0502020204030204"/>
                <a:ea typeface="ＭＳ Ｐゴシック"/>
              </a:rPr>
              <a:t>como sociopolíticos, climáticos, de seguridad u otros que permitan anticipar de forma flexible, ágil y resiliente los retos presentes y futuros minimizando el impacto en los objetivos clave del negocio. </a:t>
            </a:r>
          </a:p>
          <a:p>
            <a:pPr marL="174625" indent="-174625" defTabSz="457200">
              <a:buFont typeface="+mj-lt"/>
              <a:buAutoNum type="arabicPeriod"/>
              <a:defRPr/>
            </a:pPr>
            <a:r>
              <a:rPr lang="es-MX" sz="900">
                <a:solidFill>
                  <a:prstClr val="black"/>
                </a:solidFill>
                <a:latin typeface="Calibri" panose="020F0502020204030204"/>
                <a:ea typeface="ＭＳ Ｐゴシック"/>
              </a:rPr>
              <a:t>​Cumplir y promover con la aplicación de los procesos y rituales cultura de la Compañía.​</a:t>
            </a:r>
          </a:p>
        </p:txBody>
      </p:sp>
      <p:sp>
        <p:nvSpPr>
          <p:cNvPr id="8" name="Content Placeholder 4">
            <a:extLst>
              <a:ext uri="{FF2B5EF4-FFF2-40B4-BE49-F238E27FC236}">
                <a16:creationId xmlns:a16="http://schemas.microsoft.com/office/drawing/2014/main" id="{415D17D2-44E5-437D-85A9-8663E6915F24}"/>
              </a:ext>
            </a:extLst>
          </p:cNvPr>
          <p:cNvSpPr txBox="1">
            <a:spLocks/>
          </p:cNvSpPr>
          <p:nvPr/>
        </p:nvSpPr>
        <p:spPr bwMode="auto">
          <a:xfrm>
            <a:off x="1598103" y="5272810"/>
            <a:ext cx="4440700" cy="1547090"/>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457200">
              <a:buNone/>
              <a:defRPr/>
            </a:pPr>
            <a:r>
              <a:rPr lang="es-MX" sz="1300" b="1">
                <a:solidFill>
                  <a:prstClr val="black"/>
                </a:solidFill>
                <a:latin typeface="Calibri Light" panose="020F0302020204030204"/>
              </a:rPr>
              <a:t>Decisiones Relevantes del Puesto </a:t>
            </a:r>
          </a:p>
          <a:p>
            <a:pPr marL="174625" indent="-174625" defTabSz="457200">
              <a:buFont typeface="Wingdings" panose="05000000000000000000" pitchFamily="2" charset="2"/>
              <a:buChar char="§"/>
              <a:defRPr/>
            </a:pPr>
            <a:r>
              <a:rPr lang="es-MX" sz="900">
                <a:solidFill>
                  <a:prstClr val="black"/>
                </a:solidFill>
                <a:latin typeface="Calibri" panose="020F0502020204030204"/>
                <a:ea typeface="ＭＳ Ｐゴシック"/>
              </a:rPr>
              <a:t>Identificar riesgos / situaciones atípicas en el abasto de la cadena de suministro y diseñar planes de contingencia.​</a:t>
            </a:r>
          </a:p>
          <a:p>
            <a:pPr marL="174625" indent="-174625" defTabSz="457200">
              <a:buFont typeface="Wingdings" panose="05000000000000000000" pitchFamily="2" charset="2"/>
              <a:buChar char="§"/>
              <a:defRPr/>
            </a:pPr>
            <a:r>
              <a:rPr lang="es-MX" sz="900">
                <a:solidFill>
                  <a:prstClr val="black"/>
                </a:solidFill>
                <a:latin typeface="Calibri" panose="020F0502020204030204"/>
                <a:ea typeface="ＭＳ Ｐゴシック"/>
              </a:rPr>
              <a:t>Asegurar la continuidad del abastecimiento en escenarios de crisis o disrupción global.​</a:t>
            </a:r>
          </a:p>
          <a:p>
            <a:pPr marL="174625" indent="-174625" defTabSz="457200">
              <a:buFont typeface="Wingdings" panose="05000000000000000000" pitchFamily="2" charset="2"/>
              <a:buChar char="§"/>
              <a:defRPr/>
            </a:pPr>
            <a:r>
              <a:rPr lang="es-MX" sz="900">
                <a:solidFill>
                  <a:prstClr val="black"/>
                </a:solidFill>
                <a:latin typeface="Calibri" panose="020F0502020204030204"/>
                <a:ea typeface="ＭＳ Ｐゴシック"/>
              </a:rPr>
              <a:t>Garantizar el cumplimiento de normativas ambientales, regulatorias y de seguridad en el abastecimiento.​</a:t>
            </a:r>
          </a:p>
        </p:txBody>
      </p:sp>
      <p:sp>
        <p:nvSpPr>
          <p:cNvPr id="9" name="Content Placeholder 4">
            <a:extLst>
              <a:ext uri="{FF2B5EF4-FFF2-40B4-BE49-F238E27FC236}">
                <a16:creationId xmlns:a16="http://schemas.microsoft.com/office/drawing/2014/main" id="{2C2D69A6-DFF2-462D-9933-A6738681F22F}"/>
              </a:ext>
            </a:extLst>
          </p:cNvPr>
          <p:cNvSpPr txBox="1">
            <a:spLocks/>
          </p:cNvSpPr>
          <p:nvPr/>
        </p:nvSpPr>
        <p:spPr bwMode="auto">
          <a:xfrm>
            <a:off x="6143672" y="5272810"/>
            <a:ext cx="4428000" cy="1547090"/>
          </a:xfrm>
          <a:prstGeom prst="rect">
            <a:avLst/>
          </a:prstGeom>
          <a:noFill/>
          <a:ln w="6350">
            <a:solidFill>
              <a:srgbClr val="990021"/>
            </a:solidFill>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342900" indent="-34290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1pPr>
            <a:lvl2pPr marL="742950" indent="-285750" algn="just" rtl="0" eaLnBrk="1" fontAlgn="base" hangingPunct="1">
              <a:spcBef>
                <a:spcPct val="20000"/>
              </a:spcBef>
              <a:spcAft>
                <a:spcPct val="0"/>
              </a:spcAft>
              <a:buClr>
                <a:srgbClr val="840E27"/>
              </a:buClr>
              <a:buFont typeface="Arial" charset="0"/>
              <a:buChar char="–"/>
              <a:defRPr kern="1200">
                <a:solidFill>
                  <a:schemeClr val="tx1"/>
                </a:solidFill>
                <a:latin typeface="Arial"/>
                <a:ea typeface="ＭＳ Ｐゴシック" charset="0"/>
                <a:cs typeface="Arial"/>
              </a:defRPr>
            </a:lvl2pPr>
            <a:lvl3pPr marL="1143000" indent="-228600" algn="just" rtl="0" eaLnBrk="1" fontAlgn="base" hangingPunct="1">
              <a:spcBef>
                <a:spcPct val="20000"/>
              </a:spcBef>
              <a:spcAft>
                <a:spcPct val="0"/>
              </a:spcAft>
              <a:buClr>
                <a:srgbClr val="840E27"/>
              </a:buClr>
              <a:buFont typeface="Wingdings" charset="0"/>
              <a:buChar char="§"/>
              <a:defRPr kern="1200">
                <a:solidFill>
                  <a:schemeClr val="tx1"/>
                </a:solidFill>
                <a:latin typeface="Arial"/>
                <a:ea typeface="ＭＳ Ｐゴシック" charset="0"/>
                <a:cs typeface="Arial"/>
              </a:defRPr>
            </a:lvl3pPr>
            <a:lvl4pPr marL="1600200" indent="-228600" algn="just" rtl="0" eaLnBrk="1" fontAlgn="base" hangingPunct="1">
              <a:spcBef>
                <a:spcPct val="20000"/>
              </a:spcBef>
              <a:spcAft>
                <a:spcPct val="0"/>
              </a:spcAft>
              <a:buClr>
                <a:srgbClr val="840E27"/>
              </a:buClr>
              <a:buSzPct val="90000"/>
              <a:buFont typeface="Lucida Grande" charset="0"/>
              <a:buChar char="&gt;"/>
              <a:defRPr kern="1200">
                <a:solidFill>
                  <a:schemeClr val="tx1"/>
                </a:solidFill>
                <a:latin typeface="Arial"/>
                <a:ea typeface="ＭＳ Ｐゴシック" charset="0"/>
                <a:cs typeface="Arial"/>
              </a:defRPr>
            </a:lvl4pPr>
            <a:lvl5pPr marL="2057400" indent="-228600" algn="just" rtl="0" eaLnBrk="1" fontAlgn="base" hangingPunct="1">
              <a:spcBef>
                <a:spcPct val="20000"/>
              </a:spcBef>
              <a:spcAft>
                <a:spcPct val="0"/>
              </a:spcAft>
              <a:buClr>
                <a:srgbClr val="840E27"/>
              </a:buClr>
              <a:buSzPct val="60000"/>
              <a:buFont typeface="Wingdings" charset="2"/>
              <a:buChar char="u"/>
              <a:defRPr kern="1200">
                <a:solidFill>
                  <a:schemeClr val="tx1"/>
                </a:solidFill>
                <a:latin typeface="Arial"/>
                <a:ea typeface="ＭＳ Ｐゴシック" charset="0"/>
                <a:cs typeface="Arial"/>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defTabSz="457200">
              <a:buNone/>
              <a:defRPr/>
            </a:pPr>
            <a:r>
              <a:rPr lang="es-MX" sz="1300" b="1">
                <a:solidFill>
                  <a:prstClr val="black"/>
                </a:solidFill>
                <a:latin typeface="Calibri Light" panose="020F0302020204030204"/>
              </a:rPr>
              <a:t>Principales Retos del Puesto </a:t>
            </a:r>
          </a:p>
          <a:p>
            <a:pPr marL="174625" indent="-174625" defTabSz="457200">
              <a:buFont typeface="Wingdings" panose="05000000000000000000" pitchFamily="2" charset="2"/>
              <a:buChar char="§"/>
              <a:defRPr/>
            </a:pPr>
            <a:r>
              <a:rPr lang="es-MX" sz="900">
                <a:solidFill>
                  <a:prstClr val="black"/>
                </a:solidFill>
                <a:latin typeface="Calibri" panose="020F0502020204030204"/>
                <a:ea typeface="ＭＳ Ｐゴシック"/>
              </a:rPr>
              <a:t>Garantizar la disponibilidad de productos en un entorno de alta volatilidad.​</a:t>
            </a:r>
          </a:p>
          <a:p>
            <a:pPr marL="174625" indent="-174625" defTabSz="457200">
              <a:buFont typeface="Wingdings" panose="05000000000000000000" pitchFamily="2" charset="2"/>
              <a:buChar char="§"/>
              <a:defRPr/>
            </a:pPr>
            <a:r>
              <a:rPr lang="es-MX" sz="900">
                <a:solidFill>
                  <a:prstClr val="black"/>
                </a:solidFill>
                <a:latin typeface="Calibri" panose="020F0502020204030204"/>
                <a:ea typeface="ＭＳ Ｐゴシック"/>
              </a:rPr>
              <a:t>Mejorar la precisión de los pronósticos de demanda en un mercado cambiante</a:t>
            </a:r>
          </a:p>
          <a:p>
            <a:pPr marL="174625" indent="-174625" defTabSz="457200">
              <a:buFont typeface="Wingdings" panose="05000000000000000000" pitchFamily="2" charset="2"/>
              <a:buChar char="§"/>
              <a:defRPr/>
            </a:pPr>
            <a:r>
              <a:rPr lang="es-MX" sz="900">
                <a:solidFill>
                  <a:prstClr val="black"/>
                </a:solidFill>
                <a:latin typeface="Calibri" panose="020F0502020204030204"/>
                <a:ea typeface="ＭＳ Ｐゴシック"/>
              </a:rPr>
              <a:t>Reducir costos de abastecimiento y suministro sin comprometer la calidad del servicio.​</a:t>
            </a:r>
          </a:p>
          <a:p>
            <a:pPr marL="174625" indent="-174625" defTabSz="457200">
              <a:buFont typeface="Wingdings" panose="05000000000000000000" pitchFamily="2" charset="2"/>
              <a:buChar char="§"/>
              <a:defRPr/>
            </a:pPr>
            <a:r>
              <a:rPr lang="es-MX" sz="900">
                <a:solidFill>
                  <a:prstClr val="black"/>
                </a:solidFill>
                <a:latin typeface="Calibri" panose="020F0502020204030204"/>
                <a:ea typeface="ＭＳ Ｐゴシック"/>
              </a:rPr>
              <a:t>Transformar digitalmente la planificación de demanda y abastecimiento para aumentar eficiencia.​</a:t>
            </a:r>
          </a:p>
          <a:p>
            <a:pPr marL="174625" indent="-174625" defTabSz="457200">
              <a:buFont typeface="Wingdings" panose="05000000000000000000" pitchFamily="2" charset="2"/>
              <a:buChar char="§"/>
              <a:defRPr/>
            </a:pPr>
            <a:endParaRPr lang="es-MX" sz="1000">
              <a:solidFill>
                <a:prstClr val="black"/>
              </a:solidFill>
            </a:endParaRPr>
          </a:p>
          <a:p>
            <a:pPr marL="574675" lvl="1" indent="-174625" defTabSz="457200">
              <a:buFont typeface="Wingdings" panose="05000000000000000000" pitchFamily="2" charset="2"/>
              <a:buChar char="§"/>
              <a:defRPr/>
            </a:pPr>
            <a:endParaRPr lang="es-MX" sz="1000">
              <a:solidFill>
                <a:prstClr val="black"/>
              </a:solidFill>
            </a:endParaRPr>
          </a:p>
          <a:p>
            <a:pPr marL="174625" indent="-174625" defTabSz="457200">
              <a:buFont typeface="Wingdings" panose="05000000000000000000" pitchFamily="2" charset="2"/>
              <a:buChar char="§"/>
              <a:defRPr/>
            </a:pPr>
            <a:endParaRPr lang="es-MX" sz="1000">
              <a:solidFill>
                <a:prstClr val="black"/>
              </a:solidFill>
              <a:latin typeface="Calibri" panose="020F0502020204030204"/>
            </a:endParaRPr>
          </a:p>
        </p:txBody>
      </p:sp>
      <p:grpSp>
        <p:nvGrpSpPr>
          <p:cNvPr id="10" name="Grupo 12">
            <a:extLst>
              <a:ext uri="{FF2B5EF4-FFF2-40B4-BE49-F238E27FC236}">
                <a16:creationId xmlns:a16="http://schemas.microsoft.com/office/drawing/2014/main" id="{A746893C-AF94-48A8-8883-58802F3E1DFD}"/>
              </a:ext>
            </a:extLst>
          </p:cNvPr>
          <p:cNvGrpSpPr/>
          <p:nvPr/>
        </p:nvGrpSpPr>
        <p:grpSpPr>
          <a:xfrm>
            <a:off x="8856180" y="969029"/>
            <a:ext cx="1728192" cy="1717735"/>
            <a:chOff x="7319480" y="969028"/>
            <a:chExt cx="1728192" cy="1717735"/>
          </a:xfrm>
        </p:grpSpPr>
        <p:sp>
          <p:nvSpPr>
            <p:cNvPr id="11" name="39 Rectángulo">
              <a:extLst>
                <a:ext uri="{FF2B5EF4-FFF2-40B4-BE49-F238E27FC236}">
                  <a16:creationId xmlns:a16="http://schemas.microsoft.com/office/drawing/2014/main" id="{DC61830D-58DD-4F58-9ED9-8C6149D2C69E}"/>
                </a:ext>
              </a:extLst>
            </p:cNvPr>
            <p:cNvSpPr/>
            <p:nvPr/>
          </p:nvSpPr>
          <p:spPr>
            <a:xfrm>
              <a:off x="7319480" y="969028"/>
              <a:ext cx="1728192" cy="1717735"/>
            </a:xfrm>
            <a:prstGeom prst="rect">
              <a:avLst/>
            </a:prstGeom>
            <a:noFill/>
            <a:ln w="9525">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panose="020F0502020204030204"/>
              </a:endParaRPr>
            </a:p>
          </p:txBody>
        </p:sp>
        <p:sp>
          <p:nvSpPr>
            <p:cNvPr id="12" name="1 CuadroTexto">
              <a:extLst>
                <a:ext uri="{FF2B5EF4-FFF2-40B4-BE49-F238E27FC236}">
                  <a16:creationId xmlns:a16="http://schemas.microsoft.com/office/drawing/2014/main" id="{360DED1C-B22A-4096-93CB-0902A3A44024}"/>
                </a:ext>
              </a:extLst>
            </p:cNvPr>
            <p:cNvSpPr txBox="1"/>
            <p:nvPr/>
          </p:nvSpPr>
          <p:spPr>
            <a:xfrm>
              <a:off x="7319480" y="969028"/>
              <a:ext cx="1728192" cy="276999"/>
            </a:xfrm>
            <a:prstGeom prst="rect">
              <a:avLst/>
            </a:prstGeom>
            <a:noFill/>
            <a:ln>
              <a:solidFill>
                <a:srgbClr val="990021"/>
              </a:solidFill>
            </a:ln>
          </p:spPr>
          <p:txBody>
            <a:bodyPr wrap="square" rtlCol="0">
              <a:spAutoFit/>
            </a:bodyPr>
            <a:lstStyle/>
            <a:p>
              <a:pPr algn="ctr" defTabSz="457200">
                <a:defRPr/>
              </a:pPr>
              <a:r>
                <a:rPr lang="es-MX" sz="1200" b="1">
                  <a:solidFill>
                    <a:prstClr val="black"/>
                  </a:solidFill>
                  <a:latin typeface="Calibri Light" panose="020F0302020204030204"/>
                </a:rPr>
                <a:t>Herramientas Puesto:</a:t>
              </a:r>
            </a:p>
          </p:txBody>
        </p:sp>
      </p:grpSp>
      <p:pic>
        <p:nvPicPr>
          <p:cNvPr id="13" name="Picture 6" descr="https://d30y9cdsu7xlg0.cloudfront.net/png/1999-200.png">
            <a:extLst>
              <a:ext uri="{FF2B5EF4-FFF2-40B4-BE49-F238E27FC236}">
                <a16:creationId xmlns:a16="http://schemas.microsoft.com/office/drawing/2014/main" id="{AA179792-2E49-4795-A057-41AA17D343C5}"/>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330892" y="1248360"/>
            <a:ext cx="245644" cy="24564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8" descr="https://d30y9cdsu7xlg0.cloudfront.net/png/41085-200.png">
            <a:extLst>
              <a:ext uri="{FF2B5EF4-FFF2-40B4-BE49-F238E27FC236}">
                <a16:creationId xmlns:a16="http://schemas.microsoft.com/office/drawing/2014/main" id="{E73FE279-A4BB-496B-8A3A-BDDDEA023889}"/>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9336360" y="1993705"/>
            <a:ext cx="175626" cy="175626"/>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https://d30y9cdsu7xlg0.cloudfront.net/png/1335-200.png">
            <a:extLst>
              <a:ext uri="{FF2B5EF4-FFF2-40B4-BE49-F238E27FC236}">
                <a16:creationId xmlns:a16="http://schemas.microsoft.com/office/drawing/2014/main" id="{8EB642A7-702A-4DE1-AED8-64A0E4461440}"/>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336361" y="1729359"/>
            <a:ext cx="262955" cy="262955"/>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2" descr="https://d30y9cdsu7xlg0.cloudfront.net/png/131938-200.png">
            <a:extLst>
              <a:ext uri="{FF2B5EF4-FFF2-40B4-BE49-F238E27FC236}">
                <a16:creationId xmlns:a16="http://schemas.microsoft.com/office/drawing/2014/main" id="{F112B20D-AF2D-4403-A36A-50CECE79CFC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9336360" y="1483752"/>
            <a:ext cx="235520" cy="235520"/>
          </a:xfrm>
          <a:prstGeom prst="rect">
            <a:avLst/>
          </a:prstGeom>
          <a:noFill/>
          <a:extLst>
            <a:ext uri="{909E8E84-426E-40DD-AFC4-6F175D3DCCD1}">
              <a14:hiddenFill xmlns:a14="http://schemas.microsoft.com/office/drawing/2010/main">
                <a:solidFill>
                  <a:srgbClr val="FFFFFF"/>
                </a:solidFill>
              </a14:hiddenFill>
            </a:ext>
          </a:extLst>
        </p:spPr>
      </p:pic>
      <p:sp>
        <p:nvSpPr>
          <p:cNvPr id="17" name="3 Rectángulo">
            <a:extLst>
              <a:ext uri="{FF2B5EF4-FFF2-40B4-BE49-F238E27FC236}">
                <a16:creationId xmlns:a16="http://schemas.microsoft.com/office/drawing/2014/main" id="{22487BD1-424B-4561-9543-36490BD469B9}"/>
              </a:ext>
            </a:extLst>
          </p:cNvPr>
          <p:cNvSpPr/>
          <p:nvPr/>
        </p:nvSpPr>
        <p:spPr>
          <a:xfrm>
            <a:off x="8983294" y="1300701"/>
            <a:ext cx="281058" cy="140962"/>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18" name="15 CuadroTexto">
            <a:extLst>
              <a:ext uri="{FF2B5EF4-FFF2-40B4-BE49-F238E27FC236}">
                <a16:creationId xmlns:a16="http://schemas.microsoft.com/office/drawing/2014/main" id="{2A1643D8-3B1E-43E4-809B-4F3F8C67E082}"/>
              </a:ext>
            </a:extLst>
          </p:cNvPr>
          <p:cNvSpPr txBox="1"/>
          <p:nvPr/>
        </p:nvSpPr>
        <p:spPr>
          <a:xfrm>
            <a:off x="9589788" y="1248073"/>
            <a:ext cx="754684" cy="246221"/>
          </a:xfrm>
          <a:prstGeom prst="rect">
            <a:avLst/>
          </a:prstGeom>
          <a:noFill/>
        </p:spPr>
        <p:txBody>
          <a:bodyPr wrap="square" rtlCol="0">
            <a:spAutoFit/>
          </a:bodyPr>
          <a:lstStyle/>
          <a:p>
            <a:pPr defTabSz="457200">
              <a:defRPr/>
            </a:pPr>
            <a:r>
              <a:rPr lang="es-MX" sz="1000" i="1">
                <a:solidFill>
                  <a:prstClr val="black"/>
                </a:solidFill>
                <a:latin typeface="Calibri Light" panose="020F0302020204030204"/>
              </a:rPr>
              <a:t>Laptop</a:t>
            </a:r>
          </a:p>
        </p:txBody>
      </p:sp>
      <p:sp>
        <p:nvSpPr>
          <p:cNvPr id="19" name="16 CuadroTexto">
            <a:extLst>
              <a:ext uri="{FF2B5EF4-FFF2-40B4-BE49-F238E27FC236}">
                <a16:creationId xmlns:a16="http://schemas.microsoft.com/office/drawing/2014/main" id="{5B3588BA-225C-4B8B-A340-C767A6A44AC8}"/>
              </a:ext>
            </a:extLst>
          </p:cNvPr>
          <p:cNvSpPr txBox="1"/>
          <p:nvPr/>
        </p:nvSpPr>
        <p:spPr>
          <a:xfrm>
            <a:off x="9589788" y="1478403"/>
            <a:ext cx="754684" cy="246221"/>
          </a:xfrm>
          <a:prstGeom prst="rect">
            <a:avLst/>
          </a:prstGeom>
          <a:noFill/>
        </p:spPr>
        <p:txBody>
          <a:bodyPr wrap="square" rtlCol="0">
            <a:spAutoFit/>
          </a:bodyPr>
          <a:lstStyle/>
          <a:p>
            <a:pPr defTabSz="457200">
              <a:defRPr/>
            </a:pPr>
            <a:r>
              <a:rPr lang="es-MX" sz="1000" i="1">
                <a:solidFill>
                  <a:prstClr val="black"/>
                </a:solidFill>
                <a:latin typeface="Calibri Light" panose="020F0302020204030204"/>
              </a:rPr>
              <a:t>Escritorio</a:t>
            </a:r>
          </a:p>
        </p:txBody>
      </p:sp>
      <p:sp>
        <p:nvSpPr>
          <p:cNvPr id="20" name="17 CuadroTexto">
            <a:extLst>
              <a:ext uri="{FF2B5EF4-FFF2-40B4-BE49-F238E27FC236}">
                <a16:creationId xmlns:a16="http://schemas.microsoft.com/office/drawing/2014/main" id="{763B8576-89EC-4602-9301-D147041A94DC}"/>
              </a:ext>
            </a:extLst>
          </p:cNvPr>
          <p:cNvSpPr txBox="1"/>
          <p:nvPr/>
        </p:nvSpPr>
        <p:spPr>
          <a:xfrm>
            <a:off x="9589789" y="1737726"/>
            <a:ext cx="788195" cy="246221"/>
          </a:xfrm>
          <a:prstGeom prst="rect">
            <a:avLst/>
          </a:prstGeom>
          <a:noFill/>
        </p:spPr>
        <p:txBody>
          <a:bodyPr wrap="square" rtlCol="0">
            <a:spAutoFit/>
          </a:bodyPr>
          <a:lstStyle/>
          <a:p>
            <a:pPr defTabSz="457200">
              <a:defRPr/>
            </a:pPr>
            <a:r>
              <a:rPr lang="es-MX" sz="1000" i="1">
                <a:solidFill>
                  <a:prstClr val="black"/>
                </a:solidFill>
                <a:latin typeface="Calibri Light" panose="020F0302020204030204"/>
              </a:rPr>
              <a:t>Auto</a:t>
            </a:r>
          </a:p>
        </p:txBody>
      </p:sp>
      <p:sp>
        <p:nvSpPr>
          <p:cNvPr id="21" name="18 CuadroTexto">
            <a:extLst>
              <a:ext uri="{FF2B5EF4-FFF2-40B4-BE49-F238E27FC236}">
                <a16:creationId xmlns:a16="http://schemas.microsoft.com/office/drawing/2014/main" id="{629AEC15-3A8A-435C-B3CB-1B95EB5DB6F0}"/>
              </a:ext>
            </a:extLst>
          </p:cNvPr>
          <p:cNvSpPr txBox="1"/>
          <p:nvPr/>
        </p:nvSpPr>
        <p:spPr>
          <a:xfrm>
            <a:off x="9589789" y="1958409"/>
            <a:ext cx="788195" cy="246221"/>
          </a:xfrm>
          <a:prstGeom prst="rect">
            <a:avLst/>
          </a:prstGeom>
          <a:noFill/>
        </p:spPr>
        <p:txBody>
          <a:bodyPr wrap="square" rtlCol="0">
            <a:spAutoFit/>
          </a:bodyPr>
          <a:lstStyle/>
          <a:p>
            <a:pPr defTabSz="457200">
              <a:defRPr/>
            </a:pPr>
            <a:r>
              <a:rPr lang="es-MX" sz="1000" i="1">
                <a:solidFill>
                  <a:prstClr val="black"/>
                </a:solidFill>
                <a:latin typeface="Calibri Light" panose="020F0302020204030204"/>
              </a:rPr>
              <a:t>Celular </a:t>
            </a:r>
          </a:p>
        </p:txBody>
      </p:sp>
      <p:sp>
        <p:nvSpPr>
          <p:cNvPr id="22" name="31 Rectángulo">
            <a:extLst>
              <a:ext uri="{FF2B5EF4-FFF2-40B4-BE49-F238E27FC236}">
                <a16:creationId xmlns:a16="http://schemas.microsoft.com/office/drawing/2014/main" id="{040F413D-4D4F-471F-879D-45417E885567}"/>
              </a:ext>
            </a:extLst>
          </p:cNvPr>
          <p:cNvSpPr/>
          <p:nvPr/>
        </p:nvSpPr>
        <p:spPr>
          <a:xfrm>
            <a:off x="8946042" y="3118873"/>
            <a:ext cx="246303"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23" name="33 CuadroTexto">
            <a:extLst>
              <a:ext uri="{FF2B5EF4-FFF2-40B4-BE49-F238E27FC236}">
                <a16:creationId xmlns:a16="http://schemas.microsoft.com/office/drawing/2014/main" id="{6E1764D7-956B-4836-A22C-EC23DB86CB9E}"/>
              </a:ext>
            </a:extLst>
          </p:cNvPr>
          <p:cNvSpPr txBox="1"/>
          <p:nvPr/>
        </p:nvSpPr>
        <p:spPr>
          <a:xfrm>
            <a:off x="9146365" y="3060110"/>
            <a:ext cx="456850" cy="215444"/>
          </a:xfrm>
          <a:prstGeom prst="rect">
            <a:avLst/>
          </a:prstGeom>
          <a:noFill/>
        </p:spPr>
        <p:txBody>
          <a:bodyPr wrap="square" rtlCol="0">
            <a:spAutoFit/>
          </a:bodyPr>
          <a:lstStyle/>
          <a:p>
            <a:pPr defTabSz="457200">
              <a:defRPr/>
            </a:pPr>
            <a:r>
              <a:rPr lang="es-MX" sz="800" i="1">
                <a:solidFill>
                  <a:prstClr val="black"/>
                </a:solidFill>
                <a:latin typeface="Calibri Light" panose="020F0302020204030204"/>
              </a:rPr>
              <a:t>VPN</a:t>
            </a:r>
          </a:p>
        </p:txBody>
      </p:sp>
      <p:sp>
        <p:nvSpPr>
          <p:cNvPr id="24" name="34 CuadroTexto">
            <a:extLst>
              <a:ext uri="{FF2B5EF4-FFF2-40B4-BE49-F238E27FC236}">
                <a16:creationId xmlns:a16="http://schemas.microsoft.com/office/drawing/2014/main" id="{D2193E3B-4006-48B8-BD5B-B3FE716B9285}"/>
              </a:ext>
            </a:extLst>
          </p:cNvPr>
          <p:cNvSpPr txBox="1"/>
          <p:nvPr/>
        </p:nvSpPr>
        <p:spPr>
          <a:xfrm>
            <a:off x="9912424" y="3060110"/>
            <a:ext cx="754684" cy="215444"/>
          </a:xfrm>
          <a:prstGeom prst="rect">
            <a:avLst/>
          </a:prstGeom>
          <a:noFill/>
        </p:spPr>
        <p:txBody>
          <a:bodyPr wrap="square" rtlCol="0">
            <a:spAutoFit/>
          </a:bodyPr>
          <a:lstStyle/>
          <a:p>
            <a:pPr defTabSz="457200">
              <a:defRPr/>
            </a:pPr>
            <a:r>
              <a:rPr lang="es-MX" sz="800" i="1">
                <a:solidFill>
                  <a:prstClr val="black"/>
                </a:solidFill>
                <a:latin typeface="Calibri Light" panose="020F0302020204030204"/>
              </a:rPr>
              <a:t>Internet </a:t>
            </a:r>
          </a:p>
        </p:txBody>
      </p:sp>
      <p:sp>
        <p:nvSpPr>
          <p:cNvPr id="25" name="35 Rectángulo">
            <a:extLst>
              <a:ext uri="{FF2B5EF4-FFF2-40B4-BE49-F238E27FC236}">
                <a16:creationId xmlns:a16="http://schemas.microsoft.com/office/drawing/2014/main" id="{70E0DB33-1CFC-4153-B0B7-55BE4791DD08}"/>
              </a:ext>
            </a:extLst>
          </p:cNvPr>
          <p:cNvSpPr/>
          <p:nvPr/>
        </p:nvSpPr>
        <p:spPr>
          <a:xfrm>
            <a:off x="8946705" y="3360359"/>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26" name="36 CuadroTexto">
            <a:extLst>
              <a:ext uri="{FF2B5EF4-FFF2-40B4-BE49-F238E27FC236}">
                <a16:creationId xmlns:a16="http://schemas.microsoft.com/office/drawing/2014/main" id="{3299802D-7DC6-4F87-AB01-5236D5AAA15C}"/>
              </a:ext>
            </a:extLst>
          </p:cNvPr>
          <p:cNvSpPr txBox="1"/>
          <p:nvPr/>
        </p:nvSpPr>
        <p:spPr>
          <a:xfrm>
            <a:off x="9146365" y="3301596"/>
            <a:ext cx="456850" cy="215444"/>
          </a:xfrm>
          <a:prstGeom prst="rect">
            <a:avLst/>
          </a:prstGeom>
          <a:noFill/>
        </p:spPr>
        <p:txBody>
          <a:bodyPr wrap="square" rtlCol="0">
            <a:spAutoFit/>
          </a:bodyPr>
          <a:lstStyle/>
          <a:p>
            <a:pPr defTabSz="457200">
              <a:defRPr/>
            </a:pPr>
            <a:r>
              <a:rPr lang="es-MX" sz="800" i="1">
                <a:solidFill>
                  <a:prstClr val="black"/>
                </a:solidFill>
                <a:latin typeface="Calibri Light" panose="020F0302020204030204"/>
              </a:rPr>
              <a:t>BI</a:t>
            </a:r>
          </a:p>
        </p:txBody>
      </p:sp>
      <p:sp>
        <p:nvSpPr>
          <p:cNvPr id="27" name="38 CuadroTexto">
            <a:extLst>
              <a:ext uri="{FF2B5EF4-FFF2-40B4-BE49-F238E27FC236}">
                <a16:creationId xmlns:a16="http://schemas.microsoft.com/office/drawing/2014/main" id="{6CB3B794-8194-4085-BC5B-EA6EC0E1CB5D}"/>
              </a:ext>
            </a:extLst>
          </p:cNvPr>
          <p:cNvSpPr txBox="1"/>
          <p:nvPr/>
        </p:nvSpPr>
        <p:spPr>
          <a:xfrm>
            <a:off x="9912424" y="3305090"/>
            <a:ext cx="754684" cy="215444"/>
          </a:xfrm>
          <a:prstGeom prst="rect">
            <a:avLst/>
          </a:prstGeom>
          <a:noFill/>
        </p:spPr>
        <p:txBody>
          <a:bodyPr wrap="square" rtlCol="0">
            <a:spAutoFit/>
          </a:bodyPr>
          <a:lstStyle/>
          <a:p>
            <a:pPr defTabSz="457200">
              <a:defRPr/>
            </a:pPr>
            <a:r>
              <a:rPr lang="es-MX" sz="800" i="1">
                <a:solidFill>
                  <a:prstClr val="black"/>
                </a:solidFill>
                <a:latin typeface="Calibri Light" panose="020F0302020204030204"/>
              </a:rPr>
              <a:t>SAP</a:t>
            </a:r>
          </a:p>
        </p:txBody>
      </p:sp>
      <p:sp>
        <p:nvSpPr>
          <p:cNvPr id="28" name="40 Rectángulo">
            <a:extLst>
              <a:ext uri="{FF2B5EF4-FFF2-40B4-BE49-F238E27FC236}">
                <a16:creationId xmlns:a16="http://schemas.microsoft.com/office/drawing/2014/main" id="{DA1FC102-237B-4FB9-BB82-8480A0371965}"/>
              </a:ext>
            </a:extLst>
          </p:cNvPr>
          <p:cNvSpPr/>
          <p:nvPr/>
        </p:nvSpPr>
        <p:spPr>
          <a:xfrm>
            <a:off x="8946705" y="3627594"/>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29" name="41 CuadroTexto">
            <a:extLst>
              <a:ext uri="{FF2B5EF4-FFF2-40B4-BE49-F238E27FC236}">
                <a16:creationId xmlns:a16="http://schemas.microsoft.com/office/drawing/2014/main" id="{F3DA3879-A853-4566-8B3B-0545001CF195}"/>
              </a:ext>
            </a:extLst>
          </p:cNvPr>
          <p:cNvSpPr txBox="1"/>
          <p:nvPr/>
        </p:nvSpPr>
        <p:spPr>
          <a:xfrm>
            <a:off x="9146365" y="3568831"/>
            <a:ext cx="475106" cy="215444"/>
          </a:xfrm>
          <a:prstGeom prst="rect">
            <a:avLst/>
          </a:prstGeom>
          <a:noFill/>
        </p:spPr>
        <p:txBody>
          <a:bodyPr wrap="square" rtlCol="0">
            <a:spAutoFit/>
          </a:bodyPr>
          <a:lstStyle/>
          <a:p>
            <a:pPr defTabSz="457200">
              <a:defRPr/>
            </a:pPr>
            <a:r>
              <a:rPr lang="es-MX" sz="800" i="1" err="1">
                <a:solidFill>
                  <a:prstClr val="black"/>
                </a:solidFill>
                <a:latin typeface="Calibri Light" panose="020F0302020204030204"/>
              </a:rPr>
              <a:t>Retek</a:t>
            </a:r>
            <a:endParaRPr lang="es-MX" sz="800" i="1">
              <a:solidFill>
                <a:prstClr val="black"/>
              </a:solidFill>
              <a:latin typeface="Calibri Light" panose="020F0302020204030204"/>
            </a:endParaRPr>
          </a:p>
        </p:txBody>
      </p:sp>
      <p:sp>
        <p:nvSpPr>
          <p:cNvPr id="30" name="43 CuadroTexto">
            <a:extLst>
              <a:ext uri="{FF2B5EF4-FFF2-40B4-BE49-F238E27FC236}">
                <a16:creationId xmlns:a16="http://schemas.microsoft.com/office/drawing/2014/main" id="{33CD4D57-6BD3-49ED-A6E4-59CEC83D94CF}"/>
              </a:ext>
            </a:extLst>
          </p:cNvPr>
          <p:cNvSpPr txBox="1"/>
          <p:nvPr/>
        </p:nvSpPr>
        <p:spPr>
          <a:xfrm>
            <a:off x="9912424" y="3545582"/>
            <a:ext cx="754684" cy="215444"/>
          </a:xfrm>
          <a:prstGeom prst="rect">
            <a:avLst/>
          </a:prstGeom>
          <a:noFill/>
        </p:spPr>
        <p:txBody>
          <a:bodyPr wrap="square" rtlCol="0">
            <a:spAutoFit/>
          </a:bodyPr>
          <a:lstStyle/>
          <a:p>
            <a:pPr defTabSz="457200">
              <a:defRPr/>
            </a:pPr>
            <a:r>
              <a:rPr lang="es-MX" sz="800" i="1">
                <a:solidFill>
                  <a:prstClr val="black"/>
                </a:solidFill>
                <a:latin typeface="Calibri Light" panose="020F0302020204030204"/>
              </a:rPr>
              <a:t>Oracle</a:t>
            </a:r>
          </a:p>
        </p:txBody>
      </p:sp>
      <p:sp>
        <p:nvSpPr>
          <p:cNvPr id="31" name="44 Rectángulo">
            <a:extLst>
              <a:ext uri="{FF2B5EF4-FFF2-40B4-BE49-F238E27FC236}">
                <a16:creationId xmlns:a16="http://schemas.microsoft.com/office/drawing/2014/main" id="{84F92013-D432-4DA4-93F9-1C5CA6AB50BE}"/>
              </a:ext>
            </a:extLst>
          </p:cNvPr>
          <p:cNvSpPr/>
          <p:nvPr/>
        </p:nvSpPr>
        <p:spPr>
          <a:xfrm>
            <a:off x="8946705" y="3852615"/>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32" name="45 CuadroTexto">
            <a:extLst>
              <a:ext uri="{FF2B5EF4-FFF2-40B4-BE49-F238E27FC236}">
                <a16:creationId xmlns:a16="http://schemas.microsoft.com/office/drawing/2014/main" id="{3F6BECE3-8EE7-4AC0-B75D-0D183DDB6207}"/>
              </a:ext>
            </a:extLst>
          </p:cNvPr>
          <p:cNvSpPr txBox="1"/>
          <p:nvPr/>
        </p:nvSpPr>
        <p:spPr>
          <a:xfrm>
            <a:off x="9146366" y="3793852"/>
            <a:ext cx="469555" cy="215444"/>
          </a:xfrm>
          <a:prstGeom prst="rect">
            <a:avLst/>
          </a:prstGeom>
          <a:noFill/>
        </p:spPr>
        <p:txBody>
          <a:bodyPr wrap="square" rtlCol="0">
            <a:spAutoFit/>
          </a:bodyPr>
          <a:lstStyle/>
          <a:p>
            <a:pPr defTabSz="457200">
              <a:defRPr/>
            </a:pPr>
            <a:r>
              <a:rPr lang="es-MX" sz="800" i="1">
                <a:solidFill>
                  <a:prstClr val="black"/>
                </a:solidFill>
                <a:latin typeface="Calibri Light" panose="020F0302020204030204"/>
              </a:rPr>
              <a:t>SIV</a:t>
            </a:r>
          </a:p>
        </p:txBody>
      </p:sp>
      <p:sp>
        <p:nvSpPr>
          <p:cNvPr id="33" name="46 Rectángulo">
            <a:extLst>
              <a:ext uri="{FF2B5EF4-FFF2-40B4-BE49-F238E27FC236}">
                <a16:creationId xmlns:a16="http://schemas.microsoft.com/office/drawing/2014/main" id="{E636CE0B-B0B7-4FA9-B9C5-015CDC1232A9}"/>
              </a:ext>
            </a:extLst>
          </p:cNvPr>
          <p:cNvSpPr/>
          <p:nvPr/>
        </p:nvSpPr>
        <p:spPr>
          <a:xfrm>
            <a:off x="9704362" y="3118873"/>
            <a:ext cx="246303"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34" name="47 Rectángulo">
            <a:extLst>
              <a:ext uri="{FF2B5EF4-FFF2-40B4-BE49-F238E27FC236}">
                <a16:creationId xmlns:a16="http://schemas.microsoft.com/office/drawing/2014/main" id="{C50780F3-5BF2-4916-BC92-274D33B041BE}"/>
              </a:ext>
            </a:extLst>
          </p:cNvPr>
          <p:cNvSpPr/>
          <p:nvPr/>
        </p:nvSpPr>
        <p:spPr>
          <a:xfrm>
            <a:off x="9705025" y="3359640"/>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35" name="48 Rectángulo">
            <a:extLst>
              <a:ext uri="{FF2B5EF4-FFF2-40B4-BE49-F238E27FC236}">
                <a16:creationId xmlns:a16="http://schemas.microsoft.com/office/drawing/2014/main" id="{41BFF3D0-1F36-4DC0-96BB-7E1CF827C149}"/>
              </a:ext>
            </a:extLst>
          </p:cNvPr>
          <p:cNvSpPr/>
          <p:nvPr/>
        </p:nvSpPr>
        <p:spPr>
          <a:xfrm>
            <a:off x="9705025" y="3600407"/>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grpSp>
        <p:nvGrpSpPr>
          <p:cNvPr id="36" name="Grupo 13">
            <a:extLst>
              <a:ext uri="{FF2B5EF4-FFF2-40B4-BE49-F238E27FC236}">
                <a16:creationId xmlns:a16="http://schemas.microsoft.com/office/drawing/2014/main" id="{94B79221-31F7-4AE2-8BA6-959527BBBD36}"/>
              </a:ext>
            </a:extLst>
          </p:cNvPr>
          <p:cNvGrpSpPr/>
          <p:nvPr/>
        </p:nvGrpSpPr>
        <p:grpSpPr>
          <a:xfrm>
            <a:off x="8856180" y="2769544"/>
            <a:ext cx="1728192" cy="1547090"/>
            <a:chOff x="7319480" y="2769544"/>
            <a:chExt cx="1728192" cy="2268000"/>
          </a:xfrm>
        </p:grpSpPr>
        <p:sp>
          <p:nvSpPr>
            <p:cNvPr id="37" name="25 CuadroTexto">
              <a:extLst>
                <a:ext uri="{FF2B5EF4-FFF2-40B4-BE49-F238E27FC236}">
                  <a16:creationId xmlns:a16="http://schemas.microsoft.com/office/drawing/2014/main" id="{0479827A-5583-40D4-9948-595AC75C7571}"/>
                </a:ext>
              </a:extLst>
            </p:cNvPr>
            <p:cNvSpPr txBox="1"/>
            <p:nvPr/>
          </p:nvSpPr>
          <p:spPr>
            <a:xfrm>
              <a:off x="7322014" y="2769544"/>
              <a:ext cx="1723124" cy="406074"/>
            </a:xfrm>
            <a:prstGeom prst="rect">
              <a:avLst/>
            </a:prstGeom>
            <a:noFill/>
            <a:ln>
              <a:solidFill>
                <a:srgbClr val="990021"/>
              </a:solidFill>
            </a:ln>
          </p:spPr>
          <p:txBody>
            <a:bodyPr wrap="square" rtlCol="0">
              <a:spAutoFit/>
            </a:bodyPr>
            <a:lstStyle>
              <a:defPPr>
                <a:defRPr lang="en-US"/>
              </a:defPPr>
              <a:lvl1pPr algn="ctr">
                <a:defRPr sz="1200" b="1">
                  <a:latin typeface="+mj-lt"/>
                </a:defRPr>
              </a:lvl1pPr>
            </a:lstStyle>
            <a:p>
              <a:pPr defTabSz="457200">
                <a:defRPr/>
              </a:pPr>
              <a:r>
                <a:rPr lang="es-MX">
                  <a:solidFill>
                    <a:prstClr val="black"/>
                  </a:solidFill>
                  <a:latin typeface="Calibri Light" panose="020F0302020204030204"/>
                </a:rPr>
                <a:t>Sistemas / Software: </a:t>
              </a:r>
            </a:p>
          </p:txBody>
        </p:sp>
        <p:sp>
          <p:nvSpPr>
            <p:cNvPr id="38" name="49 Rectángulo">
              <a:extLst>
                <a:ext uri="{FF2B5EF4-FFF2-40B4-BE49-F238E27FC236}">
                  <a16:creationId xmlns:a16="http://schemas.microsoft.com/office/drawing/2014/main" id="{9705D9BB-13E2-4013-B814-F0A7B2F8F4C4}"/>
                </a:ext>
              </a:extLst>
            </p:cNvPr>
            <p:cNvSpPr/>
            <p:nvPr/>
          </p:nvSpPr>
          <p:spPr>
            <a:xfrm>
              <a:off x="7319480" y="2769544"/>
              <a:ext cx="1728192" cy="2268000"/>
            </a:xfrm>
            <a:prstGeom prst="rect">
              <a:avLst/>
            </a:prstGeom>
            <a:noFill/>
            <a:ln w="9525">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panose="020F0502020204030204"/>
              </a:endParaRPr>
            </a:p>
          </p:txBody>
        </p:sp>
      </p:grpSp>
      <p:sp>
        <p:nvSpPr>
          <p:cNvPr id="39" name="53 CuadroTexto">
            <a:extLst>
              <a:ext uri="{FF2B5EF4-FFF2-40B4-BE49-F238E27FC236}">
                <a16:creationId xmlns:a16="http://schemas.microsoft.com/office/drawing/2014/main" id="{96AFC125-8E68-4CC9-8BBE-24E3AFB43C9D}"/>
              </a:ext>
            </a:extLst>
          </p:cNvPr>
          <p:cNvSpPr txBox="1"/>
          <p:nvPr/>
        </p:nvSpPr>
        <p:spPr>
          <a:xfrm>
            <a:off x="9912424" y="3784461"/>
            <a:ext cx="754684" cy="215444"/>
          </a:xfrm>
          <a:prstGeom prst="rect">
            <a:avLst/>
          </a:prstGeom>
          <a:noFill/>
        </p:spPr>
        <p:txBody>
          <a:bodyPr wrap="square" rtlCol="0">
            <a:spAutoFit/>
          </a:bodyPr>
          <a:lstStyle/>
          <a:p>
            <a:pPr defTabSz="457200">
              <a:defRPr/>
            </a:pPr>
            <a:r>
              <a:rPr lang="es-MX" sz="800" i="1" err="1">
                <a:solidFill>
                  <a:prstClr val="black"/>
                </a:solidFill>
                <a:latin typeface="Calibri Light" panose="020F0302020204030204"/>
              </a:rPr>
              <a:t>Autocad</a:t>
            </a:r>
            <a:endParaRPr lang="es-MX" sz="800" i="1">
              <a:solidFill>
                <a:prstClr val="black"/>
              </a:solidFill>
              <a:latin typeface="Calibri Light" panose="020F0302020204030204"/>
            </a:endParaRPr>
          </a:p>
        </p:txBody>
      </p:sp>
      <p:sp>
        <p:nvSpPr>
          <p:cNvPr id="40" name="54 Rectángulo">
            <a:extLst>
              <a:ext uri="{FF2B5EF4-FFF2-40B4-BE49-F238E27FC236}">
                <a16:creationId xmlns:a16="http://schemas.microsoft.com/office/drawing/2014/main" id="{DBDEE9EE-44FA-45AF-BD88-424CB08F719F}"/>
              </a:ext>
            </a:extLst>
          </p:cNvPr>
          <p:cNvSpPr/>
          <p:nvPr/>
        </p:nvSpPr>
        <p:spPr>
          <a:xfrm>
            <a:off x="9705025" y="3841174"/>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41" name="58 Rectángulo">
            <a:extLst>
              <a:ext uri="{FF2B5EF4-FFF2-40B4-BE49-F238E27FC236}">
                <a16:creationId xmlns:a16="http://schemas.microsoft.com/office/drawing/2014/main" id="{BB9F12A6-6992-4DEB-9E75-053FCAC74F0F}"/>
              </a:ext>
            </a:extLst>
          </p:cNvPr>
          <p:cNvSpPr/>
          <p:nvPr/>
        </p:nvSpPr>
        <p:spPr>
          <a:xfrm>
            <a:off x="8946705" y="4082521"/>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cxnSp>
        <p:nvCxnSpPr>
          <p:cNvPr id="45" name="Conector recto 20">
            <a:extLst>
              <a:ext uri="{FF2B5EF4-FFF2-40B4-BE49-F238E27FC236}">
                <a16:creationId xmlns:a16="http://schemas.microsoft.com/office/drawing/2014/main" id="{707B27F0-D22A-4154-BA5C-1DF6B7EDB113}"/>
              </a:ext>
            </a:extLst>
          </p:cNvPr>
          <p:cNvCxnSpPr/>
          <p:nvPr/>
        </p:nvCxnSpPr>
        <p:spPr>
          <a:xfrm flipV="1">
            <a:off x="9229020" y="4210997"/>
            <a:ext cx="441701" cy="1"/>
          </a:xfrm>
          <a:prstGeom prst="line">
            <a:avLst/>
          </a:prstGeom>
          <a:ln>
            <a:solidFill>
              <a:srgbClr val="990021"/>
            </a:solidFill>
          </a:ln>
        </p:spPr>
        <p:style>
          <a:lnRef idx="1">
            <a:schemeClr val="dk1"/>
          </a:lnRef>
          <a:fillRef idx="0">
            <a:schemeClr val="dk1"/>
          </a:fillRef>
          <a:effectRef idx="0">
            <a:schemeClr val="dk1"/>
          </a:effectRef>
          <a:fontRef idx="minor">
            <a:schemeClr val="tx1"/>
          </a:fontRef>
        </p:style>
      </p:cxnSp>
      <p:sp>
        <p:nvSpPr>
          <p:cNvPr id="49" name="58 Rectángulo">
            <a:extLst>
              <a:ext uri="{FF2B5EF4-FFF2-40B4-BE49-F238E27FC236}">
                <a16:creationId xmlns:a16="http://schemas.microsoft.com/office/drawing/2014/main" id="{7620F28F-CD5A-44F7-B2B8-537871C7C16C}"/>
              </a:ext>
            </a:extLst>
          </p:cNvPr>
          <p:cNvSpPr/>
          <p:nvPr/>
        </p:nvSpPr>
        <p:spPr>
          <a:xfrm>
            <a:off x="9705025" y="4081941"/>
            <a:ext cx="244974" cy="97921"/>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cxnSp>
        <p:nvCxnSpPr>
          <p:cNvPr id="53" name="Conector recto 88">
            <a:extLst>
              <a:ext uri="{FF2B5EF4-FFF2-40B4-BE49-F238E27FC236}">
                <a16:creationId xmlns:a16="http://schemas.microsoft.com/office/drawing/2014/main" id="{13D989D9-FC28-4C61-9D1E-DD4EB41F249C}"/>
              </a:ext>
            </a:extLst>
          </p:cNvPr>
          <p:cNvCxnSpPr/>
          <p:nvPr/>
        </p:nvCxnSpPr>
        <p:spPr>
          <a:xfrm flipV="1">
            <a:off x="9986183" y="4210997"/>
            <a:ext cx="441701" cy="1"/>
          </a:xfrm>
          <a:prstGeom prst="line">
            <a:avLst/>
          </a:prstGeom>
          <a:ln>
            <a:solidFill>
              <a:srgbClr val="990021"/>
            </a:solidFill>
          </a:ln>
        </p:spPr>
        <p:style>
          <a:lnRef idx="1">
            <a:schemeClr val="dk1"/>
          </a:lnRef>
          <a:fillRef idx="0">
            <a:schemeClr val="dk1"/>
          </a:fillRef>
          <a:effectRef idx="0">
            <a:schemeClr val="dk1"/>
          </a:effectRef>
          <a:fontRef idx="minor">
            <a:schemeClr val="tx1"/>
          </a:fontRef>
        </p:style>
      </p:cxnSp>
      <p:sp useBgFill="1">
        <p:nvSpPr>
          <p:cNvPr id="57" name="3 Rectángulo">
            <a:extLst>
              <a:ext uri="{FF2B5EF4-FFF2-40B4-BE49-F238E27FC236}">
                <a16:creationId xmlns:a16="http://schemas.microsoft.com/office/drawing/2014/main" id="{A3DF56A7-2EC2-4175-9C9A-DFA0BCB13B7C}"/>
              </a:ext>
            </a:extLst>
          </p:cNvPr>
          <p:cNvSpPr/>
          <p:nvPr/>
        </p:nvSpPr>
        <p:spPr>
          <a:xfrm>
            <a:off x="8983294" y="1536672"/>
            <a:ext cx="281058" cy="140962"/>
          </a:xfrm>
          <a:prstGeom prst="rect">
            <a:avLst/>
          </a:prstGeom>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useBgFill="1">
        <p:nvSpPr>
          <p:cNvPr id="58" name="3 Rectángulo">
            <a:extLst>
              <a:ext uri="{FF2B5EF4-FFF2-40B4-BE49-F238E27FC236}">
                <a16:creationId xmlns:a16="http://schemas.microsoft.com/office/drawing/2014/main" id="{DC9336CD-394F-4FD1-AF85-4F5675C3F08C}"/>
              </a:ext>
            </a:extLst>
          </p:cNvPr>
          <p:cNvSpPr/>
          <p:nvPr/>
        </p:nvSpPr>
        <p:spPr>
          <a:xfrm>
            <a:off x="8983294" y="1773041"/>
            <a:ext cx="281058" cy="140962"/>
          </a:xfrm>
          <a:prstGeom prst="rect">
            <a:avLst/>
          </a:prstGeom>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59" name="3 Rectángulo">
            <a:extLst>
              <a:ext uri="{FF2B5EF4-FFF2-40B4-BE49-F238E27FC236}">
                <a16:creationId xmlns:a16="http://schemas.microsoft.com/office/drawing/2014/main" id="{5EFE596B-914B-430D-AD05-7E349675DE42}"/>
              </a:ext>
            </a:extLst>
          </p:cNvPr>
          <p:cNvSpPr/>
          <p:nvPr/>
        </p:nvSpPr>
        <p:spPr>
          <a:xfrm>
            <a:off x="8983294" y="2009410"/>
            <a:ext cx="281058" cy="140962"/>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60" name="3 Rectángulo">
            <a:extLst>
              <a:ext uri="{FF2B5EF4-FFF2-40B4-BE49-F238E27FC236}">
                <a16:creationId xmlns:a16="http://schemas.microsoft.com/office/drawing/2014/main" id="{513E3870-AEEC-44AB-93C1-C9D4D8F7CD3A}"/>
              </a:ext>
            </a:extLst>
          </p:cNvPr>
          <p:cNvSpPr/>
          <p:nvPr/>
        </p:nvSpPr>
        <p:spPr>
          <a:xfrm>
            <a:off x="8983294" y="2245779"/>
            <a:ext cx="281058" cy="140962"/>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sp>
        <p:nvSpPr>
          <p:cNvPr id="61" name="3 Rectángulo">
            <a:extLst>
              <a:ext uri="{FF2B5EF4-FFF2-40B4-BE49-F238E27FC236}">
                <a16:creationId xmlns:a16="http://schemas.microsoft.com/office/drawing/2014/main" id="{FBE03FC3-2A7C-43A4-AAA2-D35C85AE35BF}"/>
              </a:ext>
            </a:extLst>
          </p:cNvPr>
          <p:cNvSpPr/>
          <p:nvPr/>
        </p:nvSpPr>
        <p:spPr>
          <a:xfrm>
            <a:off x="8983294" y="2482149"/>
            <a:ext cx="281058" cy="140962"/>
          </a:xfrm>
          <a:prstGeom prst="rect">
            <a:avLst/>
          </a:prstGeom>
          <a:noFill/>
          <a:ln w="12700">
            <a:solidFill>
              <a:srgbClr val="99002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es-MX">
              <a:solidFill>
                <a:prstClr val="white"/>
              </a:solidFill>
              <a:latin typeface="Calibri Light" panose="020F0302020204030204"/>
            </a:endParaRPr>
          </a:p>
        </p:txBody>
      </p:sp>
      <p:cxnSp>
        <p:nvCxnSpPr>
          <p:cNvPr id="62" name="Conector recto 97">
            <a:extLst>
              <a:ext uri="{FF2B5EF4-FFF2-40B4-BE49-F238E27FC236}">
                <a16:creationId xmlns:a16="http://schemas.microsoft.com/office/drawing/2014/main" id="{6FE4E04B-0AB2-470C-B33F-5A12739668DD}"/>
              </a:ext>
            </a:extLst>
          </p:cNvPr>
          <p:cNvCxnSpPr/>
          <p:nvPr/>
        </p:nvCxnSpPr>
        <p:spPr>
          <a:xfrm flipV="1">
            <a:off x="9330891" y="2431241"/>
            <a:ext cx="1152000" cy="1"/>
          </a:xfrm>
          <a:prstGeom prst="line">
            <a:avLst/>
          </a:prstGeom>
          <a:ln>
            <a:solidFill>
              <a:srgbClr val="990021"/>
            </a:solidFill>
          </a:ln>
        </p:spPr>
        <p:style>
          <a:lnRef idx="1">
            <a:schemeClr val="dk1"/>
          </a:lnRef>
          <a:fillRef idx="0">
            <a:schemeClr val="dk1"/>
          </a:fillRef>
          <a:effectRef idx="0">
            <a:schemeClr val="dk1"/>
          </a:effectRef>
          <a:fontRef idx="minor">
            <a:schemeClr val="tx1"/>
          </a:fontRef>
        </p:style>
      </p:cxnSp>
      <p:cxnSp>
        <p:nvCxnSpPr>
          <p:cNvPr id="63" name="Conector recto 98">
            <a:extLst>
              <a:ext uri="{FF2B5EF4-FFF2-40B4-BE49-F238E27FC236}">
                <a16:creationId xmlns:a16="http://schemas.microsoft.com/office/drawing/2014/main" id="{9F138228-3949-4800-A3CA-2EE3CBCD4186}"/>
              </a:ext>
            </a:extLst>
          </p:cNvPr>
          <p:cNvCxnSpPr/>
          <p:nvPr/>
        </p:nvCxnSpPr>
        <p:spPr>
          <a:xfrm flipV="1">
            <a:off x="9330891" y="2650335"/>
            <a:ext cx="1152000" cy="1"/>
          </a:xfrm>
          <a:prstGeom prst="line">
            <a:avLst/>
          </a:prstGeom>
          <a:ln>
            <a:solidFill>
              <a:srgbClr val="990021"/>
            </a:solidFill>
          </a:ln>
        </p:spPr>
        <p:style>
          <a:lnRef idx="1">
            <a:schemeClr val="dk1"/>
          </a:lnRef>
          <a:fillRef idx="0">
            <a:schemeClr val="dk1"/>
          </a:fillRef>
          <a:effectRef idx="0">
            <a:schemeClr val="dk1"/>
          </a:effectRef>
          <a:fontRef idx="minor">
            <a:schemeClr val="tx1"/>
          </a:fontRef>
        </p:style>
      </p:cxnSp>
      <p:graphicFrame>
        <p:nvGraphicFramePr>
          <p:cNvPr id="2" name="Tabla 1">
            <a:extLst>
              <a:ext uri="{FF2B5EF4-FFF2-40B4-BE49-F238E27FC236}">
                <a16:creationId xmlns:a16="http://schemas.microsoft.com/office/drawing/2014/main" id="{01139211-FB42-484F-9DE3-5F86AFC39BF6}"/>
              </a:ext>
            </a:extLst>
          </p:cNvPr>
          <p:cNvGraphicFramePr>
            <a:graphicFrameLocks noGrp="1"/>
          </p:cNvGraphicFramePr>
          <p:nvPr/>
        </p:nvGraphicFramePr>
        <p:xfrm>
          <a:off x="8856180" y="4418249"/>
          <a:ext cx="1732517" cy="790909"/>
        </p:xfrm>
        <a:graphic>
          <a:graphicData uri="http://schemas.openxmlformats.org/drawingml/2006/table">
            <a:tbl>
              <a:tblPr>
                <a:tableStyleId>{5C22544A-7EE6-4342-B048-85BDC9FD1C3A}</a:tableStyleId>
              </a:tblPr>
              <a:tblGrid>
                <a:gridCol w="1732517">
                  <a:extLst>
                    <a:ext uri="{9D8B030D-6E8A-4147-A177-3AD203B41FA5}">
                      <a16:colId xmlns:a16="http://schemas.microsoft.com/office/drawing/2014/main" val="1709370710"/>
                    </a:ext>
                  </a:extLst>
                </a:gridCol>
              </a:tblGrid>
              <a:tr h="790909">
                <a:tc>
                  <a:txBody>
                    <a:bodyPr/>
                    <a:lstStyle/>
                    <a:p>
                      <a:pPr algn="ctr" fontAlgn="ctr"/>
                      <a:r>
                        <a:rPr lang="es-MX" sz="1100" b="1" u="none" strike="noStrike">
                          <a:effectLst/>
                        </a:rPr>
                        <a:t>NOTA IMPORTANTE</a:t>
                      </a:r>
                      <a:r>
                        <a:rPr lang="es-MX" sz="1100" u="none" strike="noStrike">
                          <a:effectLst/>
                        </a:rPr>
                        <a:t>: Toda herramienta o software que impacte en gasto, estará sujeta a autorización.</a:t>
                      </a:r>
                      <a:endParaRPr lang="es-MX" sz="1100" b="1" i="0" u="none" strike="noStrike">
                        <a:solidFill>
                          <a:srgbClr val="000000"/>
                        </a:solidFill>
                        <a:effectLst/>
                        <a:latin typeface="Calibri" panose="020F0502020204030204" pitchFamily="34" charset="0"/>
                      </a:endParaRPr>
                    </a:p>
                  </a:txBody>
                  <a:tcPr marL="0" marR="0" marT="0" marB="0" anchor="ctr">
                    <a:solidFill>
                      <a:schemeClr val="bg1">
                        <a:lumMod val="95000"/>
                      </a:schemeClr>
                    </a:solidFill>
                  </a:tcPr>
                </a:tc>
                <a:extLst>
                  <a:ext uri="{0D108BD9-81ED-4DB2-BD59-A6C34878D82A}">
                    <a16:rowId xmlns:a16="http://schemas.microsoft.com/office/drawing/2014/main" val="871805098"/>
                  </a:ext>
                </a:extLst>
              </a:tr>
            </a:tbl>
          </a:graphicData>
        </a:graphic>
      </p:graphicFrame>
      <p:sp>
        <p:nvSpPr>
          <p:cNvPr id="42" name="CuadroTexto 41">
            <a:extLst>
              <a:ext uri="{FF2B5EF4-FFF2-40B4-BE49-F238E27FC236}">
                <a16:creationId xmlns:a16="http://schemas.microsoft.com/office/drawing/2014/main" id="{C7BE7386-847F-D3C3-1C25-08508DD8A0A1}"/>
              </a:ext>
            </a:extLst>
          </p:cNvPr>
          <p:cNvSpPr txBox="1"/>
          <p:nvPr/>
        </p:nvSpPr>
        <p:spPr>
          <a:xfrm>
            <a:off x="8883622" y="1230170"/>
            <a:ext cx="506437" cy="276999"/>
          </a:xfrm>
          <a:prstGeom prst="rect">
            <a:avLst/>
          </a:prstGeom>
          <a:noFill/>
        </p:spPr>
        <p:txBody>
          <a:bodyPr wrap="square" rtlCol="0">
            <a:spAutoFit/>
          </a:bodyPr>
          <a:lstStyle/>
          <a:p>
            <a:pPr algn="ctr" defTabSz="457200">
              <a:defRPr/>
            </a:pPr>
            <a:r>
              <a:rPr lang="es-MX" sz="1200">
                <a:solidFill>
                  <a:prstClr val="black"/>
                </a:solidFill>
                <a:latin typeface="Calibri" panose="020F0502020204030204"/>
              </a:rPr>
              <a:t>X</a:t>
            </a:r>
          </a:p>
        </p:txBody>
      </p:sp>
      <p:sp>
        <p:nvSpPr>
          <p:cNvPr id="43" name="CuadroTexto 42">
            <a:extLst>
              <a:ext uri="{FF2B5EF4-FFF2-40B4-BE49-F238E27FC236}">
                <a16:creationId xmlns:a16="http://schemas.microsoft.com/office/drawing/2014/main" id="{859BE0A2-50E4-043A-41EF-77662E59E493}"/>
              </a:ext>
            </a:extLst>
          </p:cNvPr>
          <p:cNvSpPr txBox="1"/>
          <p:nvPr/>
        </p:nvSpPr>
        <p:spPr>
          <a:xfrm>
            <a:off x="8832653" y="3014201"/>
            <a:ext cx="506437" cy="276999"/>
          </a:xfrm>
          <a:prstGeom prst="rect">
            <a:avLst/>
          </a:prstGeom>
          <a:noFill/>
        </p:spPr>
        <p:txBody>
          <a:bodyPr wrap="square" rtlCol="0">
            <a:spAutoFit/>
          </a:bodyPr>
          <a:lstStyle/>
          <a:p>
            <a:pPr algn="ctr" defTabSz="457200">
              <a:defRPr/>
            </a:pPr>
            <a:r>
              <a:rPr lang="es-MX" sz="1200">
                <a:solidFill>
                  <a:prstClr val="black"/>
                </a:solidFill>
                <a:latin typeface="Calibri" panose="020F0502020204030204"/>
              </a:rPr>
              <a:t>X</a:t>
            </a:r>
          </a:p>
        </p:txBody>
      </p:sp>
      <p:sp>
        <p:nvSpPr>
          <p:cNvPr id="44" name="CuadroTexto 43">
            <a:extLst>
              <a:ext uri="{FF2B5EF4-FFF2-40B4-BE49-F238E27FC236}">
                <a16:creationId xmlns:a16="http://schemas.microsoft.com/office/drawing/2014/main" id="{BD216D41-0019-93B7-B5E4-DFAEA3E4E84D}"/>
              </a:ext>
            </a:extLst>
          </p:cNvPr>
          <p:cNvSpPr txBox="1"/>
          <p:nvPr/>
        </p:nvSpPr>
        <p:spPr>
          <a:xfrm>
            <a:off x="9575380" y="3038443"/>
            <a:ext cx="506437" cy="276999"/>
          </a:xfrm>
          <a:prstGeom prst="rect">
            <a:avLst/>
          </a:prstGeom>
          <a:noFill/>
        </p:spPr>
        <p:txBody>
          <a:bodyPr wrap="square" rtlCol="0">
            <a:spAutoFit/>
          </a:bodyPr>
          <a:lstStyle/>
          <a:p>
            <a:pPr algn="ctr" defTabSz="457200">
              <a:defRPr/>
            </a:pPr>
            <a:r>
              <a:rPr lang="es-MX" sz="1200">
                <a:solidFill>
                  <a:prstClr val="black"/>
                </a:solidFill>
                <a:latin typeface="Calibri" panose="020F0502020204030204"/>
              </a:rPr>
              <a:t>X</a:t>
            </a:r>
          </a:p>
        </p:txBody>
      </p:sp>
      <p:pic>
        <p:nvPicPr>
          <p:cNvPr id="3" name="Picture 2">
            <a:extLst>
              <a:ext uri="{FF2B5EF4-FFF2-40B4-BE49-F238E27FC236}">
                <a16:creationId xmlns:a16="http://schemas.microsoft.com/office/drawing/2014/main" id="{97DD6122-049D-87B2-9FCE-89D0475812A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82462" y="157088"/>
            <a:ext cx="1047750" cy="532061"/>
          </a:xfrm>
          <a:prstGeom prst="rect">
            <a:avLst/>
          </a:prstGeom>
          <a:noFill/>
          <a:extLst>
            <a:ext uri="{909E8E84-426E-40DD-AFC4-6F175D3DCCD1}">
              <a14:hiddenFill xmlns:a14="http://schemas.microsoft.com/office/drawing/2010/main">
                <a:solidFill>
                  <a:srgbClr val="FFFFFF"/>
                </a:solidFill>
              </a14:hiddenFill>
            </a:ext>
          </a:extLst>
        </p:spPr>
      </p:pic>
      <p:sp>
        <p:nvSpPr>
          <p:cNvPr id="50" name="CuadroTexto 49">
            <a:extLst>
              <a:ext uri="{FF2B5EF4-FFF2-40B4-BE49-F238E27FC236}">
                <a16:creationId xmlns:a16="http://schemas.microsoft.com/office/drawing/2014/main" id="{BF1B0612-260A-31B2-838C-9B4AFCB8764D}"/>
              </a:ext>
            </a:extLst>
          </p:cNvPr>
          <p:cNvSpPr txBox="1"/>
          <p:nvPr/>
        </p:nvSpPr>
        <p:spPr>
          <a:xfrm>
            <a:off x="8883622" y="1935020"/>
            <a:ext cx="506437" cy="276999"/>
          </a:xfrm>
          <a:prstGeom prst="rect">
            <a:avLst/>
          </a:prstGeom>
          <a:noFill/>
        </p:spPr>
        <p:txBody>
          <a:bodyPr wrap="square" rtlCol="0">
            <a:spAutoFit/>
          </a:bodyPr>
          <a:lstStyle/>
          <a:p>
            <a:pPr algn="ctr" defTabSz="457200">
              <a:defRPr/>
            </a:pPr>
            <a:r>
              <a:rPr lang="es-MX" sz="1200">
                <a:solidFill>
                  <a:prstClr val="black"/>
                </a:solidFill>
                <a:latin typeface="Calibri" panose="020F0502020204030204"/>
              </a:rPr>
              <a:t>X</a:t>
            </a:r>
          </a:p>
        </p:txBody>
      </p:sp>
      <p:sp>
        <p:nvSpPr>
          <p:cNvPr id="51" name="CuadroTexto 50">
            <a:extLst>
              <a:ext uri="{FF2B5EF4-FFF2-40B4-BE49-F238E27FC236}">
                <a16:creationId xmlns:a16="http://schemas.microsoft.com/office/drawing/2014/main" id="{A6107963-9004-24C6-7D35-077CC0F832B2}"/>
              </a:ext>
            </a:extLst>
          </p:cNvPr>
          <p:cNvSpPr txBox="1"/>
          <p:nvPr/>
        </p:nvSpPr>
        <p:spPr>
          <a:xfrm>
            <a:off x="8826518" y="3277371"/>
            <a:ext cx="506437" cy="276999"/>
          </a:xfrm>
          <a:prstGeom prst="rect">
            <a:avLst/>
          </a:prstGeom>
          <a:noFill/>
        </p:spPr>
        <p:txBody>
          <a:bodyPr wrap="square" rtlCol="0">
            <a:spAutoFit/>
          </a:bodyPr>
          <a:lstStyle/>
          <a:p>
            <a:pPr algn="ctr" defTabSz="457200">
              <a:defRPr/>
            </a:pPr>
            <a:r>
              <a:rPr lang="es-MX" sz="1200">
                <a:solidFill>
                  <a:prstClr val="black"/>
                </a:solidFill>
                <a:latin typeface="Calibri" panose="020F0502020204030204"/>
              </a:rPr>
              <a:t>X</a:t>
            </a:r>
          </a:p>
        </p:txBody>
      </p:sp>
      <p:sp>
        <p:nvSpPr>
          <p:cNvPr id="48" name="Rectángulo 47">
            <a:extLst>
              <a:ext uri="{FF2B5EF4-FFF2-40B4-BE49-F238E27FC236}">
                <a16:creationId xmlns:a16="http://schemas.microsoft.com/office/drawing/2014/main" id="{6F580220-5E98-4C3B-4293-9C354CF9ED12}"/>
              </a:ext>
            </a:extLst>
          </p:cNvPr>
          <p:cNvSpPr/>
          <p:nvPr/>
        </p:nvSpPr>
        <p:spPr>
          <a:xfrm>
            <a:off x="66675" y="1112280"/>
            <a:ext cx="942975" cy="21832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a:solidFill>
                  <a:schemeClr val="tx1"/>
                </a:solidFill>
              </a:rPr>
              <a:t>Ejemplo</a:t>
            </a:r>
          </a:p>
        </p:txBody>
      </p:sp>
    </p:spTree>
    <p:extLst>
      <p:ext uri="{BB962C8B-B14F-4D97-AF65-F5344CB8AC3E}">
        <p14:creationId xmlns:p14="http://schemas.microsoft.com/office/powerpoint/2010/main" val="679105534"/>
      </p:ext>
    </p:extLst>
  </p:cSld>
  <p:clrMapOvr>
    <a:overrideClrMapping bg1="lt1" tx1="dk1" bg2="lt2" tx2="dk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a:extLst>
            <a:ext uri="{FF2B5EF4-FFF2-40B4-BE49-F238E27FC236}">
              <a16:creationId xmlns:a16="http://schemas.microsoft.com/office/drawing/2014/main" id="{AA8D71CC-25E5-3083-AA59-D48069D2DD4D}"/>
            </a:ext>
          </a:extLst>
        </p:cNvPr>
        <p:cNvGrpSpPr/>
        <p:nvPr/>
      </p:nvGrpSpPr>
      <p:grpSpPr>
        <a:xfrm>
          <a:off x="0" y="0"/>
          <a:ext cx="0" cy="0"/>
          <a:chOff x="0" y="0"/>
          <a:chExt cx="0" cy="0"/>
        </a:xfrm>
      </p:grpSpPr>
      <p:sp>
        <p:nvSpPr>
          <p:cNvPr id="27" name="Rectángulo 26">
            <a:extLst>
              <a:ext uri="{FF2B5EF4-FFF2-40B4-BE49-F238E27FC236}">
                <a16:creationId xmlns:a16="http://schemas.microsoft.com/office/drawing/2014/main" id="{685B80D0-ACE9-430D-0968-D497B6A86DE4}"/>
              </a:ext>
            </a:extLst>
          </p:cNvPr>
          <p:cNvSpPr/>
          <p:nvPr/>
        </p:nvSpPr>
        <p:spPr>
          <a:xfrm>
            <a:off x="4903268" y="2307026"/>
            <a:ext cx="1608840"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Director Abasto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9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Lauro Tagle</a:t>
            </a:r>
          </a:p>
        </p:txBody>
      </p:sp>
      <p:sp>
        <p:nvSpPr>
          <p:cNvPr id="31" name="Rectángulo 30">
            <a:extLst>
              <a:ext uri="{FF2B5EF4-FFF2-40B4-BE49-F238E27FC236}">
                <a16:creationId xmlns:a16="http://schemas.microsoft.com/office/drawing/2014/main" id="{6975D636-73BB-21EF-E5A3-82114D16F5CC}"/>
              </a:ext>
            </a:extLst>
          </p:cNvPr>
          <p:cNvSpPr/>
          <p:nvPr/>
        </p:nvSpPr>
        <p:spPr>
          <a:xfrm>
            <a:off x="4851061" y="1680834"/>
            <a:ext cx="1718177" cy="453600"/>
          </a:xfrm>
          <a:prstGeom prst="rect">
            <a:avLst/>
          </a:prstGeom>
          <a:no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10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Director Cadena Suministro</a:t>
            </a:r>
          </a:p>
        </p:txBody>
      </p:sp>
      <p:cxnSp>
        <p:nvCxnSpPr>
          <p:cNvPr id="33" name="Conector recto 32">
            <a:extLst>
              <a:ext uri="{FF2B5EF4-FFF2-40B4-BE49-F238E27FC236}">
                <a16:creationId xmlns:a16="http://schemas.microsoft.com/office/drawing/2014/main" id="{9332E09C-E225-D9E3-526F-3AFCF8A8C4DB}"/>
              </a:ext>
            </a:extLst>
          </p:cNvPr>
          <p:cNvCxnSpPr>
            <a:cxnSpLocks/>
            <a:stCxn id="31" idx="2"/>
            <a:endCxn id="27" idx="0"/>
          </p:cNvCxnSpPr>
          <p:nvPr/>
        </p:nvCxnSpPr>
        <p:spPr>
          <a:xfrm flipH="1">
            <a:off x="5707688" y="2134434"/>
            <a:ext cx="2462" cy="172592"/>
          </a:xfrm>
          <a:prstGeom prst="line">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0" name="Rectángulo 29">
            <a:extLst>
              <a:ext uri="{FF2B5EF4-FFF2-40B4-BE49-F238E27FC236}">
                <a16:creationId xmlns:a16="http://schemas.microsoft.com/office/drawing/2014/main" id="{47A6FC54-A62D-9E15-75B3-034E27B67F04}"/>
              </a:ext>
            </a:extLst>
          </p:cNvPr>
          <p:cNvSpPr/>
          <p:nvPr/>
        </p:nvSpPr>
        <p:spPr>
          <a:xfrm>
            <a:off x="3720718" y="2969783"/>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Gerente Área Abasto Reposición Diaria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Isolda Hernandez</a:t>
            </a:r>
          </a:p>
        </p:txBody>
      </p:sp>
      <p:sp>
        <p:nvSpPr>
          <p:cNvPr id="34" name="Rectángulo 33">
            <a:extLst>
              <a:ext uri="{FF2B5EF4-FFF2-40B4-BE49-F238E27FC236}">
                <a16:creationId xmlns:a16="http://schemas.microsoft.com/office/drawing/2014/main" id="{32EFAB8A-1A5C-B76D-17CB-81E752A31798}"/>
              </a:ext>
            </a:extLst>
          </p:cNvPr>
          <p:cNvSpPr/>
          <p:nvPr/>
        </p:nvSpPr>
        <p:spPr>
          <a:xfrm>
            <a:off x="6535863" y="2969548"/>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7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Responsable Abasto Marcas Propias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Gabriela Reyes Garza</a:t>
            </a:r>
          </a:p>
        </p:txBody>
      </p:sp>
      <p:sp>
        <p:nvSpPr>
          <p:cNvPr id="36" name="Rectángulo 35">
            <a:extLst>
              <a:ext uri="{FF2B5EF4-FFF2-40B4-BE49-F238E27FC236}">
                <a16:creationId xmlns:a16="http://schemas.microsoft.com/office/drawing/2014/main" id="{252F0BDB-1258-8538-8AB5-ECB03C822DD7}"/>
              </a:ext>
            </a:extLst>
          </p:cNvPr>
          <p:cNvSpPr/>
          <p:nvPr/>
        </p:nvSpPr>
        <p:spPr>
          <a:xfrm>
            <a:off x="5100146" y="2969548"/>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7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Responsable Abasto </a:t>
            </a:r>
            <a:r>
              <a:rPr kumimoji="0" lang="es-MX" sz="700" b="1" i="0" u="none" strike="noStrike" kern="1200" cap="none" spc="0" normalizeH="0" baseline="0" noProof="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Food</a:t>
            </a:r>
            <a:r>
              <a:rPr lang="es-MX" sz="700" b="1">
                <a:solidFill>
                  <a:srgbClr val="000000"/>
                </a:solidFill>
                <a:latin typeface="Calibri" panose="020F0502020204030204" pitchFamily="34" charset="0"/>
                <a:ea typeface="Calibri" panose="020F0502020204030204" pitchFamily="34" charset="0"/>
                <a:cs typeface="Calibri" panose="020F0502020204030204" pitchFamily="34" charset="0"/>
              </a:rPr>
              <a:t>s</a:t>
            </a:r>
            <a:r>
              <a:rPr kumimoji="0" lang="es-MX" sz="700" b="1" i="0" u="none" strike="noStrike" kern="1200" cap="none" spc="0" normalizeH="0" baseline="0" noProof="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ervice</a:t>
            </a:r>
            <a:endParaRPr kumimoji="0" lang="es-MX" sz="7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Rosmil</a:t>
            </a: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Gabriela Sanchez</a:t>
            </a:r>
          </a:p>
        </p:txBody>
      </p:sp>
      <p:cxnSp>
        <p:nvCxnSpPr>
          <p:cNvPr id="43" name="Conector: angular 42">
            <a:extLst>
              <a:ext uri="{FF2B5EF4-FFF2-40B4-BE49-F238E27FC236}">
                <a16:creationId xmlns:a16="http://schemas.microsoft.com/office/drawing/2014/main" id="{2BFB9C14-CF49-8026-6599-FFAE363FC324}"/>
              </a:ext>
            </a:extLst>
          </p:cNvPr>
          <p:cNvCxnSpPr>
            <a:stCxn id="30" idx="0"/>
            <a:endCxn id="27" idx="2"/>
          </p:cNvCxnSpPr>
          <p:nvPr/>
        </p:nvCxnSpPr>
        <p:spPr>
          <a:xfrm rot="5400000" flipH="1" flipV="1">
            <a:off x="4918758" y="2180854"/>
            <a:ext cx="209157" cy="1368703"/>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7" name="Conector: angular 46">
            <a:extLst>
              <a:ext uri="{FF2B5EF4-FFF2-40B4-BE49-F238E27FC236}">
                <a16:creationId xmlns:a16="http://schemas.microsoft.com/office/drawing/2014/main" id="{C1127ABF-BD9A-F5B3-B01E-9B1DFAC88568}"/>
              </a:ext>
            </a:extLst>
          </p:cNvPr>
          <p:cNvCxnSpPr>
            <a:cxnSpLocks/>
            <a:stCxn id="39" idx="0"/>
            <a:endCxn id="27" idx="2"/>
          </p:cNvCxnSpPr>
          <p:nvPr/>
        </p:nvCxnSpPr>
        <p:spPr>
          <a:xfrm rot="5400000" flipH="1" flipV="1">
            <a:off x="3481069" y="743047"/>
            <a:ext cx="209040" cy="4244198"/>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49" name="Conector: angular 48">
            <a:extLst>
              <a:ext uri="{FF2B5EF4-FFF2-40B4-BE49-F238E27FC236}">
                <a16:creationId xmlns:a16="http://schemas.microsoft.com/office/drawing/2014/main" id="{453EEA93-8E4C-3981-531C-15036E26F4BF}"/>
              </a:ext>
            </a:extLst>
          </p:cNvPr>
          <p:cNvCxnSpPr>
            <a:stCxn id="34" idx="0"/>
            <a:endCxn id="27" idx="2"/>
          </p:cNvCxnSpPr>
          <p:nvPr/>
        </p:nvCxnSpPr>
        <p:spPr>
          <a:xfrm rot="16200000" flipV="1">
            <a:off x="6326448" y="2141866"/>
            <a:ext cx="208922" cy="1446442"/>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1" name="Conector: angular 50">
            <a:extLst>
              <a:ext uri="{FF2B5EF4-FFF2-40B4-BE49-F238E27FC236}">
                <a16:creationId xmlns:a16="http://schemas.microsoft.com/office/drawing/2014/main" id="{7183C520-F779-D01B-2080-E05D60DFFF18}"/>
              </a:ext>
            </a:extLst>
          </p:cNvPr>
          <p:cNvCxnSpPr>
            <a:cxnSpLocks/>
            <a:stCxn id="41" idx="0"/>
            <a:endCxn id="27" idx="2"/>
          </p:cNvCxnSpPr>
          <p:nvPr/>
        </p:nvCxnSpPr>
        <p:spPr>
          <a:xfrm rot="5400000" flipH="1" flipV="1">
            <a:off x="4196284" y="1458026"/>
            <a:ext cx="208804" cy="2814004"/>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Conector: angular 52">
            <a:extLst>
              <a:ext uri="{FF2B5EF4-FFF2-40B4-BE49-F238E27FC236}">
                <a16:creationId xmlns:a16="http://schemas.microsoft.com/office/drawing/2014/main" id="{C47A9A38-FE0C-AF2F-6030-E36EF4E1B5C5}"/>
              </a:ext>
            </a:extLst>
          </p:cNvPr>
          <p:cNvCxnSpPr>
            <a:stCxn id="36" idx="0"/>
            <a:endCxn id="27" idx="2"/>
          </p:cNvCxnSpPr>
          <p:nvPr/>
        </p:nvCxnSpPr>
        <p:spPr>
          <a:xfrm rot="16200000" flipV="1">
            <a:off x="5608590" y="2859724"/>
            <a:ext cx="208922" cy="10725"/>
          </a:xfrm>
          <a:prstGeom prst="bentConnector3">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39" name="Rectángulo 38">
            <a:extLst>
              <a:ext uri="{FF2B5EF4-FFF2-40B4-BE49-F238E27FC236}">
                <a16:creationId xmlns:a16="http://schemas.microsoft.com/office/drawing/2014/main" id="{AEDAF17E-34A3-971D-9BAF-B6F6084E112F}"/>
              </a:ext>
            </a:extLst>
          </p:cNvPr>
          <p:cNvSpPr/>
          <p:nvPr/>
        </p:nvSpPr>
        <p:spPr>
          <a:xfrm>
            <a:off x="845223" y="2969666"/>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Gerente Área Abasto Impulso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Suzell Denise Silva </a:t>
            </a:r>
          </a:p>
        </p:txBody>
      </p:sp>
      <p:sp>
        <p:nvSpPr>
          <p:cNvPr id="41" name="Rectángulo 40">
            <a:extLst>
              <a:ext uri="{FF2B5EF4-FFF2-40B4-BE49-F238E27FC236}">
                <a16:creationId xmlns:a16="http://schemas.microsoft.com/office/drawing/2014/main" id="{C6516FBC-C73E-D502-1FF2-24AD86BBEE84}"/>
              </a:ext>
            </a:extLst>
          </p:cNvPr>
          <p:cNvSpPr/>
          <p:nvPr/>
        </p:nvSpPr>
        <p:spPr>
          <a:xfrm>
            <a:off x="2275417" y="2969430"/>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Gerente Área Abasto Impulso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Ana Karen de Leon</a:t>
            </a:r>
          </a:p>
        </p:txBody>
      </p:sp>
      <p:sp>
        <p:nvSpPr>
          <p:cNvPr id="46" name="Rectángulo 45">
            <a:extLst>
              <a:ext uri="{FF2B5EF4-FFF2-40B4-BE49-F238E27FC236}">
                <a16:creationId xmlns:a16="http://schemas.microsoft.com/office/drawing/2014/main" id="{C1AC66B0-B0F6-8032-1E47-E91F8FB27E71}"/>
              </a:ext>
            </a:extLst>
          </p:cNvPr>
          <p:cNvSpPr/>
          <p:nvPr/>
        </p:nvSpPr>
        <p:spPr>
          <a:xfrm>
            <a:off x="7978927" y="2969430"/>
            <a:ext cx="1236534" cy="453600"/>
          </a:xfrm>
          <a:prstGeom prst="rect">
            <a:avLst/>
          </a:prstGeom>
          <a:solidFill>
            <a:schemeClr val="accent6">
              <a:lumMod val="20000"/>
              <a:lumOff val="80000"/>
            </a:schemeClr>
          </a:solidFill>
          <a:ln w="3175">
            <a:solidFill>
              <a:srgbClr val="92D050"/>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7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Responsable Soporte Abasto</a:t>
            </a:r>
          </a:p>
        </p:txBody>
      </p:sp>
      <p:cxnSp>
        <p:nvCxnSpPr>
          <p:cNvPr id="48" name="Conector: angular 47">
            <a:extLst>
              <a:ext uri="{FF2B5EF4-FFF2-40B4-BE49-F238E27FC236}">
                <a16:creationId xmlns:a16="http://schemas.microsoft.com/office/drawing/2014/main" id="{A73CD7AD-4983-7724-856C-46CC654CA758}"/>
              </a:ext>
            </a:extLst>
          </p:cNvPr>
          <p:cNvCxnSpPr>
            <a:cxnSpLocks/>
            <a:stCxn id="46" idx="0"/>
            <a:endCxn id="27" idx="2"/>
          </p:cNvCxnSpPr>
          <p:nvPr/>
        </p:nvCxnSpPr>
        <p:spPr>
          <a:xfrm rot="16200000" flipV="1">
            <a:off x="7048039" y="1420275"/>
            <a:ext cx="208804" cy="2889506"/>
          </a:xfrm>
          <a:prstGeom prst="bentConnector3">
            <a:avLst>
              <a:gd name="adj1" fmla="val 50000"/>
            </a:avLst>
          </a:prstGeom>
          <a:ln w="3175">
            <a:solidFill>
              <a:schemeClr val="tx1"/>
            </a:solidFill>
          </a:ln>
        </p:spPr>
        <p:style>
          <a:lnRef idx="2">
            <a:schemeClr val="accent1"/>
          </a:lnRef>
          <a:fillRef idx="0">
            <a:schemeClr val="accent1"/>
          </a:fillRef>
          <a:effectRef idx="1">
            <a:schemeClr val="accent1"/>
          </a:effectRef>
          <a:fontRef idx="minor">
            <a:schemeClr val="tx1"/>
          </a:fontRef>
        </p:style>
      </p:cxnSp>
      <p:sp>
        <p:nvSpPr>
          <p:cNvPr id="197" name="Bocadillo: rectángulo con esquinas redondeadas 196">
            <a:extLst>
              <a:ext uri="{FF2B5EF4-FFF2-40B4-BE49-F238E27FC236}">
                <a16:creationId xmlns:a16="http://schemas.microsoft.com/office/drawing/2014/main" id="{19FE0ED9-7EE0-61F9-EC24-6B9EE9AB0970}"/>
              </a:ext>
            </a:extLst>
          </p:cNvPr>
          <p:cNvSpPr/>
          <p:nvPr/>
        </p:nvSpPr>
        <p:spPr>
          <a:xfrm>
            <a:off x="9566547" y="2785013"/>
            <a:ext cx="2061048" cy="640856"/>
          </a:xfrm>
          <a:prstGeom prst="wedgeRoundRectCallout">
            <a:avLst>
              <a:gd name="adj1" fmla="val -66264"/>
              <a:gd name="adj2" fmla="val 11233"/>
              <a:gd name="adj3" fmla="val 16667"/>
            </a:avLst>
          </a:prstGeom>
          <a:solidFill>
            <a:srgbClr val="F6F6F0"/>
          </a:solidFill>
          <a:ln w="952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800">
                <a:solidFill>
                  <a:schemeClr val="tx1"/>
                </a:solidFill>
              </a:rPr>
              <a:t>FTE adicional, se recupera de la centralización de abasto en operaciones, aquí se ampliará </a:t>
            </a:r>
            <a:r>
              <a:rPr lang="es-ES" sz="800" err="1">
                <a:solidFill>
                  <a:schemeClr val="tx1"/>
                </a:solidFill>
              </a:rPr>
              <a:t>SoC</a:t>
            </a:r>
            <a:r>
              <a:rPr lang="es-ES" sz="800">
                <a:solidFill>
                  <a:schemeClr val="tx1"/>
                </a:solidFill>
              </a:rPr>
              <a:t> una vez centralizadas las funciones</a:t>
            </a:r>
            <a:endParaRPr lang="es-MX" sz="800">
              <a:solidFill>
                <a:schemeClr val="tx1"/>
              </a:solidFill>
            </a:endParaRPr>
          </a:p>
        </p:txBody>
      </p:sp>
      <p:sp>
        <p:nvSpPr>
          <p:cNvPr id="200" name="Rectángulo 199">
            <a:extLst>
              <a:ext uri="{FF2B5EF4-FFF2-40B4-BE49-F238E27FC236}">
                <a16:creationId xmlns:a16="http://schemas.microsoft.com/office/drawing/2014/main" id="{82E13FB6-AAC2-D4DF-E99C-49632376B68E}"/>
              </a:ext>
            </a:extLst>
          </p:cNvPr>
          <p:cNvSpPr/>
          <p:nvPr/>
        </p:nvSpPr>
        <p:spPr>
          <a:xfrm>
            <a:off x="2280178" y="3423028"/>
            <a:ext cx="1231011" cy="172831"/>
          </a:xfrm>
          <a:prstGeom prst="rect">
            <a:avLst/>
          </a:prstGeom>
          <a:solidFill>
            <a:schemeClr val="bg1">
              <a:lumMod val="85000"/>
            </a:scheme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600" i="1">
                <a:solidFill>
                  <a:schemeClr val="tx1"/>
                </a:solidFill>
              </a:rPr>
              <a:t>2  vacantes, Analista Abasto</a:t>
            </a:r>
            <a:endParaRPr lang="es-MX" sz="600" i="1">
              <a:solidFill>
                <a:schemeClr val="tx1"/>
              </a:solidFill>
            </a:endParaRPr>
          </a:p>
        </p:txBody>
      </p:sp>
      <p:pic>
        <p:nvPicPr>
          <p:cNvPr id="259" name="Imagen 258">
            <a:hlinkClick r:id="rId4" action="ppaction://hlinksldjump"/>
            <a:extLst>
              <a:ext uri="{FF2B5EF4-FFF2-40B4-BE49-F238E27FC236}">
                <a16:creationId xmlns:a16="http://schemas.microsoft.com/office/drawing/2014/main" id="{56574E46-B9FB-C21B-56AB-E6727A852760}"/>
              </a:ext>
            </a:extLst>
          </p:cNvPr>
          <p:cNvPicPr>
            <a:picLocks noChangeAspect="1"/>
          </p:cNvPicPr>
          <p:nvPr/>
        </p:nvPicPr>
        <p:blipFill>
          <a:blip r:embed="rId5"/>
          <a:stretch>
            <a:fillRect/>
          </a:stretch>
        </p:blipFill>
        <p:spPr>
          <a:xfrm>
            <a:off x="11653328" y="96838"/>
            <a:ext cx="314834" cy="314834"/>
          </a:xfrm>
          <a:prstGeom prst="rect">
            <a:avLst/>
          </a:prstGeom>
        </p:spPr>
      </p:pic>
      <p:sp>
        <p:nvSpPr>
          <p:cNvPr id="261" name="CuadroTexto 260">
            <a:extLst>
              <a:ext uri="{FF2B5EF4-FFF2-40B4-BE49-F238E27FC236}">
                <a16:creationId xmlns:a16="http://schemas.microsoft.com/office/drawing/2014/main" id="{07283218-3E23-D281-2EC9-3CE8DA51E908}"/>
              </a:ext>
            </a:extLst>
          </p:cNvPr>
          <p:cNvSpPr txBox="1"/>
          <p:nvPr/>
        </p:nvSpPr>
        <p:spPr>
          <a:xfrm>
            <a:off x="444843" y="1330609"/>
            <a:ext cx="4378616" cy="1031051"/>
          </a:xfrm>
          <a:prstGeom prst="rect">
            <a:avLst/>
          </a:prstGeom>
          <a:noFill/>
        </p:spPr>
        <p:txBody>
          <a:bodyPr wrap="square">
            <a:spAutoFit/>
          </a:bodyPr>
          <a:lstStyle/>
          <a:p>
            <a:r>
              <a:rPr lang="es-ES" sz="1100" b="1"/>
              <a:t>Propósito</a:t>
            </a:r>
          </a:p>
          <a:p>
            <a:r>
              <a:rPr lang="es-MX" sz="1000"/>
              <a:t>Diseñar y operar la estrategia de </a:t>
            </a:r>
            <a:r>
              <a:rPr lang="es-MX" sz="1000" b="1"/>
              <a:t>demanda, abasto y suministro </a:t>
            </a:r>
            <a:r>
              <a:rPr lang="es-MX" sz="1000"/>
              <a:t>de OXXO México, con el fin de potencializar la propuesta de valor centrada en el Cliente, con el fin de garantizar la abasto sustentable y sostenible de acuerdo con la expansión del negocio con sus nuevos canales y  capas de valor agregadas.​ </a:t>
            </a:r>
          </a:p>
        </p:txBody>
      </p:sp>
      <p:sp>
        <p:nvSpPr>
          <p:cNvPr id="2" name="Rectángulo 1">
            <a:extLst>
              <a:ext uri="{FF2B5EF4-FFF2-40B4-BE49-F238E27FC236}">
                <a16:creationId xmlns:a16="http://schemas.microsoft.com/office/drawing/2014/main" id="{15943841-D0E0-2FDA-A509-DF366A3D331D}"/>
              </a:ext>
            </a:extLst>
          </p:cNvPr>
          <p:cNvSpPr/>
          <p:nvPr/>
        </p:nvSpPr>
        <p:spPr>
          <a:xfrm>
            <a:off x="847984" y="3791677"/>
            <a:ext cx="1231011" cy="25382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a:solidFill>
                  <a:sysClr val="windowText" lastClr="000000"/>
                </a:solidFill>
              </a:rPr>
              <a:t>- </a:t>
            </a:r>
          </a:p>
        </p:txBody>
      </p:sp>
      <p:sp>
        <p:nvSpPr>
          <p:cNvPr id="26" name="Rectángulo 25">
            <a:extLst>
              <a:ext uri="{FF2B5EF4-FFF2-40B4-BE49-F238E27FC236}">
                <a16:creationId xmlns:a16="http://schemas.microsoft.com/office/drawing/2014/main" id="{631D6DEB-59A3-D310-FE8A-C471154E947D}"/>
              </a:ext>
            </a:extLst>
          </p:cNvPr>
          <p:cNvSpPr/>
          <p:nvPr/>
        </p:nvSpPr>
        <p:spPr>
          <a:xfrm>
            <a:off x="2282723" y="3791676"/>
            <a:ext cx="1231011" cy="25382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35" name="Rectángulo 34">
            <a:extLst>
              <a:ext uri="{FF2B5EF4-FFF2-40B4-BE49-F238E27FC236}">
                <a16:creationId xmlns:a16="http://schemas.microsoft.com/office/drawing/2014/main" id="{F49E4E79-E6C0-C204-4595-50CF6C708E1C}"/>
              </a:ext>
            </a:extLst>
          </p:cNvPr>
          <p:cNvSpPr/>
          <p:nvPr/>
        </p:nvSpPr>
        <p:spPr>
          <a:xfrm>
            <a:off x="3766886" y="3791676"/>
            <a:ext cx="1231011" cy="25382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50" name="Rectángulo 49">
            <a:extLst>
              <a:ext uri="{FF2B5EF4-FFF2-40B4-BE49-F238E27FC236}">
                <a16:creationId xmlns:a16="http://schemas.microsoft.com/office/drawing/2014/main" id="{7A5135EF-299A-CD02-2D8F-6717466AD939}"/>
              </a:ext>
            </a:extLst>
          </p:cNvPr>
          <p:cNvSpPr/>
          <p:nvPr/>
        </p:nvSpPr>
        <p:spPr>
          <a:xfrm>
            <a:off x="5141521" y="3791676"/>
            <a:ext cx="1231011" cy="25382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54" name="Rectángulo 53">
            <a:extLst>
              <a:ext uri="{FF2B5EF4-FFF2-40B4-BE49-F238E27FC236}">
                <a16:creationId xmlns:a16="http://schemas.microsoft.com/office/drawing/2014/main" id="{1E2E832B-62AD-8C67-EDFE-3202526BDFA4}"/>
              </a:ext>
            </a:extLst>
          </p:cNvPr>
          <p:cNvSpPr/>
          <p:nvPr/>
        </p:nvSpPr>
        <p:spPr>
          <a:xfrm>
            <a:off x="6535863" y="3791676"/>
            <a:ext cx="1231011" cy="25382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55" name="Rectángulo 54">
            <a:extLst>
              <a:ext uri="{FF2B5EF4-FFF2-40B4-BE49-F238E27FC236}">
                <a16:creationId xmlns:a16="http://schemas.microsoft.com/office/drawing/2014/main" id="{33AAFDBB-C06D-FA7C-609D-204DD13C03CF}"/>
              </a:ext>
            </a:extLst>
          </p:cNvPr>
          <p:cNvSpPr/>
          <p:nvPr/>
        </p:nvSpPr>
        <p:spPr>
          <a:xfrm>
            <a:off x="7984450" y="3791675"/>
            <a:ext cx="1231011" cy="25382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4" name="Rectángulo 3">
            <a:extLst>
              <a:ext uri="{FF2B5EF4-FFF2-40B4-BE49-F238E27FC236}">
                <a16:creationId xmlns:a16="http://schemas.microsoft.com/office/drawing/2014/main" id="{4628B153-EE1E-848A-6D1D-FFAF5889D3FF}"/>
              </a:ext>
            </a:extLst>
          </p:cNvPr>
          <p:cNvSpPr/>
          <p:nvPr/>
        </p:nvSpPr>
        <p:spPr>
          <a:xfrm>
            <a:off x="66675" y="1112280"/>
            <a:ext cx="942975" cy="21832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a:solidFill>
                  <a:schemeClr val="tx1"/>
                </a:solidFill>
              </a:rPr>
              <a:t>Ejemplo</a:t>
            </a:r>
          </a:p>
        </p:txBody>
      </p:sp>
      <p:sp>
        <p:nvSpPr>
          <p:cNvPr id="3" name="Título 3">
            <a:extLst>
              <a:ext uri="{FF2B5EF4-FFF2-40B4-BE49-F238E27FC236}">
                <a16:creationId xmlns:a16="http://schemas.microsoft.com/office/drawing/2014/main" id="{202F7401-ED31-48E2-0F9A-CABF5C4E96BD}"/>
              </a:ext>
            </a:extLst>
          </p:cNvPr>
          <p:cNvSpPr>
            <a:spLocks noGrp="1"/>
          </p:cNvSpPr>
          <p:nvPr>
            <p:ph type="title"/>
          </p:nvPr>
        </p:nvSpPr>
        <p:spPr>
          <a:xfrm>
            <a:off x="609600" y="149905"/>
            <a:ext cx="7896000" cy="777875"/>
          </a:xfrm>
        </p:spPr>
        <p:txBody>
          <a:bodyPr/>
          <a:lstStyle/>
          <a:p>
            <a:r>
              <a:rPr lang="es-ES"/>
              <a:t>Principales contribuciones del área</a:t>
            </a:r>
            <a:br>
              <a:rPr lang="es-ES"/>
            </a:br>
            <a:r>
              <a:rPr lang="es-ES">
                <a:highlight>
                  <a:srgbClr val="FFFF00"/>
                </a:highlight>
              </a:rPr>
              <a:t>Plataforma</a:t>
            </a:r>
            <a:endParaRPr lang="es-MX">
              <a:highlight>
                <a:srgbClr val="FFFF00"/>
              </a:highlight>
            </a:endParaRPr>
          </a:p>
        </p:txBody>
      </p:sp>
    </p:spTree>
    <p:extLst>
      <p:ext uri="{BB962C8B-B14F-4D97-AF65-F5344CB8AC3E}">
        <p14:creationId xmlns:p14="http://schemas.microsoft.com/office/powerpoint/2010/main" val="456374482"/>
      </p:ext>
    </p:extLst>
  </p:cSld>
  <p:clrMapOvr>
    <a:overrideClrMapping bg1="lt1" tx1="dk1" bg2="lt2" tx2="dk2" accent1="accent1" accent2="accent2" accent3="accent3" accent4="accent4" accent5="accent5" accent6="accent6" hlink="hlink" folHlink="folHlink"/>
  </p:clrMapOvr>
</p:sld>
</file>

<file path=ppt/slides/slide100.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B80DD89-91A3-35BF-46F8-436A28D7C493}"/>
              </a:ext>
            </a:extLst>
          </p:cNvPr>
          <p:cNvSpPr txBox="1"/>
          <p:nvPr/>
        </p:nvSpPr>
        <p:spPr>
          <a:xfrm>
            <a:off x="942977" y="1313974"/>
            <a:ext cx="9048750" cy="523220"/>
          </a:xfrm>
          <a:prstGeom prst="rect">
            <a:avLst/>
          </a:prstGeom>
          <a:noFill/>
        </p:spPr>
        <p:txBody>
          <a:bodyPr wrap="square">
            <a:spAutoFit/>
          </a:bodyPr>
          <a:lstStyle/>
          <a:p>
            <a:r>
              <a:rPr lang="es-ES" sz="1400"/>
              <a:t>Objetivo:</a:t>
            </a:r>
          </a:p>
          <a:p>
            <a:r>
              <a:rPr lang="es-ES" sz="1400" i="1"/>
              <a:t>Entender los procesos </a:t>
            </a:r>
            <a:r>
              <a:rPr lang="es-ES" sz="1400" i="1" err="1"/>
              <a:t>core</a:t>
            </a:r>
            <a:r>
              <a:rPr lang="es-ES" sz="1400" i="1"/>
              <a:t> y que pudieron haber tenido alguna modificación  </a:t>
            </a:r>
            <a:endParaRPr lang="es-MX" sz="1400" i="1"/>
          </a:p>
        </p:txBody>
      </p:sp>
      <p:sp>
        <p:nvSpPr>
          <p:cNvPr id="2" name="Rectángulo 1">
            <a:extLst>
              <a:ext uri="{FF2B5EF4-FFF2-40B4-BE49-F238E27FC236}">
                <a16:creationId xmlns:a16="http://schemas.microsoft.com/office/drawing/2014/main" id="{95537519-FC68-3EE9-AA6E-7347B173A5F9}"/>
              </a:ext>
            </a:extLst>
          </p:cNvPr>
          <p:cNvSpPr/>
          <p:nvPr/>
        </p:nvSpPr>
        <p:spPr>
          <a:xfrm>
            <a:off x="6125759" y="2223741"/>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Gerente Área Abasto Reposición Diaria</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Isolda Hernandez</a:t>
            </a:r>
          </a:p>
        </p:txBody>
      </p:sp>
      <p:sp>
        <p:nvSpPr>
          <p:cNvPr id="4" name="Rectángulo 3">
            <a:extLst>
              <a:ext uri="{FF2B5EF4-FFF2-40B4-BE49-F238E27FC236}">
                <a16:creationId xmlns:a16="http://schemas.microsoft.com/office/drawing/2014/main" id="{FDF7BD93-7152-5D76-C4BB-ADC289E2F8EA}"/>
              </a:ext>
            </a:extLst>
          </p:cNvPr>
          <p:cNvSpPr/>
          <p:nvPr/>
        </p:nvSpPr>
        <p:spPr>
          <a:xfrm>
            <a:off x="8940904" y="2223506"/>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7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Responsable Abasto Marcas Propias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Gabriela Reyes Garza</a:t>
            </a:r>
          </a:p>
        </p:txBody>
      </p:sp>
      <p:sp>
        <p:nvSpPr>
          <p:cNvPr id="6" name="Rectángulo 5">
            <a:extLst>
              <a:ext uri="{FF2B5EF4-FFF2-40B4-BE49-F238E27FC236}">
                <a16:creationId xmlns:a16="http://schemas.microsoft.com/office/drawing/2014/main" id="{95AE0D19-6275-945D-FCC2-FC25B0BF8A0B}"/>
              </a:ext>
            </a:extLst>
          </p:cNvPr>
          <p:cNvSpPr/>
          <p:nvPr/>
        </p:nvSpPr>
        <p:spPr>
          <a:xfrm>
            <a:off x="7505187" y="2223506"/>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7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Responsable Abasto </a:t>
            </a:r>
            <a:r>
              <a:rPr kumimoji="0" lang="es-MX" sz="700" b="1" i="0" u="none" strike="noStrike" kern="1200" cap="none" spc="0" normalizeH="0" baseline="0" noProof="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Food</a:t>
            </a:r>
            <a:r>
              <a:rPr lang="es-MX" sz="700" b="1">
                <a:solidFill>
                  <a:srgbClr val="000000"/>
                </a:solidFill>
                <a:latin typeface="Calibri" panose="020F0502020204030204" pitchFamily="34" charset="0"/>
                <a:ea typeface="Calibri" panose="020F0502020204030204" pitchFamily="34" charset="0"/>
                <a:cs typeface="Calibri" panose="020F0502020204030204" pitchFamily="34" charset="0"/>
              </a:rPr>
              <a:t>s</a:t>
            </a:r>
            <a:r>
              <a:rPr kumimoji="0" lang="es-MX" sz="700" b="1" i="0" u="none" strike="noStrike" kern="1200" cap="none" spc="0" normalizeH="0" baseline="0" noProof="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ervice</a:t>
            </a:r>
            <a:endParaRPr kumimoji="0" lang="es-MX" sz="7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err="1">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Rosmil</a:t>
            </a: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 Gabriela Sanchez</a:t>
            </a:r>
          </a:p>
        </p:txBody>
      </p:sp>
      <p:sp>
        <p:nvSpPr>
          <p:cNvPr id="12" name="Rectángulo 11">
            <a:extLst>
              <a:ext uri="{FF2B5EF4-FFF2-40B4-BE49-F238E27FC236}">
                <a16:creationId xmlns:a16="http://schemas.microsoft.com/office/drawing/2014/main" id="{1F512CCB-1B7F-51AF-359E-0F1F7BCDB0E9}"/>
              </a:ext>
            </a:extLst>
          </p:cNvPr>
          <p:cNvSpPr/>
          <p:nvPr/>
        </p:nvSpPr>
        <p:spPr>
          <a:xfrm>
            <a:off x="3250264" y="2223624"/>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Gerente Área Abasto Impulso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Suzell Denise Silva </a:t>
            </a:r>
          </a:p>
        </p:txBody>
      </p:sp>
      <p:sp>
        <p:nvSpPr>
          <p:cNvPr id="13" name="Rectángulo 12">
            <a:extLst>
              <a:ext uri="{FF2B5EF4-FFF2-40B4-BE49-F238E27FC236}">
                <a16:creationId xmlns:a16="http://schemas.microsoft.com/office/drawing/2014/main" id="{EA7DC22D-BA2A-5432-3ED2-74FE3E4BEF0A}"/>
              </a:ext>
            </a:extLst>
          </p:cNvPr>
          <p:cNvSpPr/>
          <p:nvPr/>
        </p:nvSpPr>
        <p:spPr>
          <a:xfrm>
            <a:off x="4680458" y="2223388"/>
            <a:ext cx="1236534"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Gerente Área Abasto Impulso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Ana Karen de Leon</a:t>
            </a:r>
          </a:p>
        </p:txBody>
      </p:sp>
      <p:sp>
        <p:nvSpPr>
          <p:cNvPr id="14" name="Rectángulo 13">
            <a:extLst>
              <a:ext uri="{FF2B5EF4-FFF2-40B4-BE49-F238E27FC236}">
                <a16:creationId xmlns:a16="http://schemas.microsoft.com/office/drawing/2014/main" id="{14B87331-BA78-592E-5E35-056340EF3FB5}"/>
              </a:ext>
            </a:extLst>
          </p:cNvPr>
          <p:cNvSpPr/>
          <p:nvPr/>
        </p:nvSpPr>
        <p:spPr>
          <a:xfrm>
            <a:off x="10383968" y="2223388"/>
            <a:ext cx="1236534" cy="453600"/>
          </a:xfrm>
          <a:prstGeom prst="rect">
            <a:avLst/>
          </a:prstGeom>
          <a:solidFill>
            <a:schemeClr val="accent6">
              <a:lumMod val="20000"/>
              <a:lumOff val="80000"/>
            </a:schemeClr>
          </a:solidFill>
          <a:ln w="3175">
            <a:solidFill>
              <a:srgbClr val="92D050"/>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7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Responsable Soporte Abasto</a:t>
            </a:r>
          </a:p>
        </p:txBody>
      </p:sp>
      <p:sp>
        <p:nvSpPr>
          <p:cNvPr id="17" name="Rectángulo 16">
            <a:extLst>
              <a:ext uri="{FF2B5EF4-FFF2-40B4-BE49-F238E27FC236}">
                <a16:creationId xmlns:a16="http://schemas.microsoft.com/office/drawing/2014/main" id="{5CC0F0DE-AFA5-A6C3-F19D-088D02D8A134}"/>
              </a:ext>
            </a:extLst>
          </p:cNvPr>
          <p:cNvSpPr/>
          <p:nvPr/>
        </p:nvSpPr>
        <p:spPr>
          <a:xfrm>
            <a:off x="3253025" y="3045635"/>
            <a:ext cx="1231011" cy="27455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MX" sz="1400">
                <a:solidFill>
                  <a:sysClr val="windowText" lastClr="000000"/>
                </a:solidFill>
              </a:rPr>
              <a:t>- </a:t>
            </a:r>
          </a:p>
        </p:txBody>
      </p:sp>
      <p:sp>
        <p:nvSpPr>
          <p:cNvPr id="18" name="Rectángulo 17">
            <a:extLst>
              <a:ext uri="{FF2B5EF4-FFF2-40B4-BE49-F238E27FC236}">
                <a16:creationId xmlns:a16="http://schemas.microsoft.com/office/drawing/2014/main" id="{4A55959C-76D7-F282-E4EB-8710A3C0B335}"/>
              </a:ext>
            </a:extLst>
          </p:cNvPr>
          <p:cNvSpPr/>
          <p:nvPr/>
        </p:nvSpPr>
        <p:spPr>
          <a:xfrm>
            <a:off x="4687764" y="3045634"/>
            <a:ext cx="1231011" cy="27455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19" name="Rectángulo 18">
            <a:extLst>
              <a:ext uri="{FF2B5EF4-FFF2-40B4-BE49-F238E27FC236}">
                <a16:creationId xmlns:a16="http://schemas.microsoft.com/office/drawing/2014/main" id="{213819E4-F31F-AF16-15AD-4E04A1DB035D}"/>
              </a:ext>
            </a:extLst>
          </p:cNvPr>
          <p:cNvSpPr/>
          <p:nvPr/>
        </p:nvSpPr>
        <p:spPr>
          <a:xfrm>
            <a:off x="6171927" y="3045634"/>
            <a:ext cx="1231011" cy="27455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20" name="Rectángulo 19">
            <a:extLst>
              <a:ext uri="{FF2B5EF4-FFF2-40B4-BE49-F238E27FC236}">
                <a16:creationId xmlns:a16="http://schemas.microsoft.com/office/drawing/2014/main" id="{7AA2A9CB-7090-ACB9-4A82-F9D2119C47A2}"/>
              </a:ext>
            </a:extLst>
          </p:cNvPr>
          <p:cNvSpPr/>
          <p:nvPr/>
        </p:nvSpPr>
        <p:spPr>
          <a:xfrm>
            <a:off x="7546562" y="3045634"/>
            <a:ext cx="1231011" cy="27455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21" name="Rectángulo 20">
            <a:extLst>
              <a:ext uri="{FF2B5EF4-FFF2-40B4-BE49-F238E27FC236}">
                <a16:creationId xmlns:a16="http://schemas.microsoft.com/office/drawing/2014/main" id="{CE1D01FD-584F-0E3B-7A3D-DC5F5668C290}"/>
              </a:ext>
            </a:extLst>
          </p:cNvPr>
          <p:cNvSpPr/>
          <p:nvPr/>
        </p:nvSpPr>
        <p:spPr>
          <a:xfrm>
            <a:off x="8940904" y="3045634"/>
            <a:ext cx="1231011" cy="27455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22" name="Rectángulo 21">
            <a:extLst>
              <a:ext uri="{FF2B5EF4-FFF2-40B4-BE49-F238E27FC236}">
                <a16:creationId xmlns:a16="http://schemas.microsoft.com/office/drawing/2014/main" id="{918B9043-5A2A-40A0-B544-35C4CEC6B9A9}"/>
              </a:ext>
            </a:extLst>
          </p:cNvPr>
          <p:cNvSpPr/>
          <p:nvPr/>
        </p:nvSpPr>
        <p:spPr>
          <a:xfrm>
            <a:off x="10389491" y="3045633"/>
            <a:ext cx="1231011" cy="27455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s-ES" sz="1400">
                <a:solidFill>
                  <a:sysClr val="windowText" lastClr="000000"/>
                </a:solidFill>
              </a:rPr>
              <a:t>-</a:t>
            </a:r>
            <a:endParaRPr lang="es-MX" sz="1400">
              <a:solidFill>
                <a:sysClr val="windowText" lastClr="000000"/>
              </a:solidFill>
            </a:endParaRPr>
          </a:p>
        </p:txBody>
      </p:sp>
      <p:sp>
        <p:nvSpPr>
          <p:cNvPr id="23" name="Rectángulo 22">
            <a:extLst>
              <a:ext uri="{FF2B5EF4-FFF2-40B4-BE49-F238E27FC236}">
                <a16:creationId xmlns:a16="http://schemas.microsoft.com/office/drawing/2014/main" id="{BA7F6532-A7BD-E20F-DDEA-9BE761F99408}"/>
              </a:ext>
            </a:extLst>
          </p:cNvPr>
          <p:cNvSpPr/>
          <p:nvPr/>
        </p:nvSpPr>
        <p:spPr>
          <a:xfrm>
            <a:off x="66675" y="1112280"/>
            <a:ext cx="942975" cy="218329"/>
          </a:xfrm>
          <a:prstGeom prst="rect">
            <a:avLst/>
          </a:prstGeom>
          <a:solidFill>
            <a:srgbClr val="FFFF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s-MX">
                <a:solidFill>
                  <a:schemeClr val="tx1"/>
                </a:solidFill>
              </a:rPr>
              <a:t>Ejemplo</a:t>
            </a:r>
          </a:p>
        </p:txBody>
      </p:sp>
      <p:sp>
        <p:nvSpPr>
          <p:cNvPr id="8" name="Título 7">
            <a:extLst>
              <a:ext uri="{FF2B5EF4-FFF2-40B4-BE49-F238E27FC236}">
                <a16:creationId xmlns:a16="http://schemas.microsoft.com/office/drawing/2014/main" id="{35769B02-838B-10EC-DB8D-8A4ED180CC34}"/>
              </a:ext>
            </a:extLst>
          </p:cNvPr>
          <p:cNvSpPr>
            <a:spLocks noGrp="1"/>
          </p:cNvSpPr>
          <p:nvPr>
            <p:ph type="title"/>
          </p:nvPr>
        </p:nvSpPr>
        <p:spPr/>
        <p:txBody>
          <a:bodyPr/>
          <a:lstStyle/>
          <a:p>
            <a:r>
              <a:rPr lang="es-ES"/>
              <a:t>Interacciones entre áreas y procesos clave</a:t>
            </a:r>
            <a:br>
              <a:rPr lang="es-ES"/>
            </a:br>
            <a:r>
              <a:rPr lang="es-ES">
                <a:highlight>
                  <a:srgbClr val="FFFF00"/>
                </a:highlight>
              </a:rPr>
              <a:t>Plataforma</a:t>
            </a:r>
            <a:endParaRPr lang="es-MX">
              <a:highlight>
                <a:srgbClr val="FFFF00"/>
              </a:highlight>
            </a:endParaRPr>
          </a:p>
        </p:txBody>
      </p:sp>
      <p:sp>
        <p:nvSpPr>
          <p:cNvPr id="5" name="Rectángulo 4">
            <a:extLst>
              <a:ext uri="{FF2B5EF4-FFF2-40B4-BE49-F238E27FC236}">
                <a16:creationId xmlns:a16="http://schemas.microsoft.com/office/drawing/2014/main" id="{CECF3C7D-9F9C-75E8-5E40-7414BCE30AD9}"/>
              </a:ext>
            </a:extLst>
          </p:cNvPr>
          <p:cNvSpPr/>
          <p:nvPr/>
        </p:nvSpPr>
        <p:spPr>
          <a:xfrm>
            <a:off x="538161" y="2223388"/>
            <a:ext cx="2512919"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Proceso/Actividad</a:t>
            </a:r>
            <a:endPar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7" name="Rectángulo 6">
            <a:extLst>
              <a:ext uri="{FF2B5EF4-FFF2-40B4-BE49-F238E27FC236}">
                <a16:creationId xmlns:a16="http://schemas.microsoft.com/office/drawing/2014/main" id="{6F5DADD0-1B05-51B3-3CA2-5D066DF0CF9A}"/>
              </a:ext>
            </a:extLst>
          </p:cNvPr>
          <p:cNvSpPr/>
          <p:nvPr/>
        </p:nvSpPr>
        <p:spPr>
          <a:xfrm>
            <a:off x="538161" y="3045633"/>
            <a:ext cx="2512919"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1.-</a:t>
            </a:r>
            <a:endPar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10" name="CuadroTexto 9">
            <a:extLst>
              <a:ext uri="{FF2B5EF4-FFF2-40B4-BE49-F238E27FC236}">
                <a16:creationId xmlns:a16="http://schemas.microsoft.com/office/drawing/2014/main" id="{1A8C5DBC-DB50-9649-10E4-2111B3E8CE0A}"/>
              </a:ext>
            </a:extLst>
          </p:cNvPr>
          <p:cNvSpPr txBox="1"/>
          <p:nvPr/>
        </p:nvSpPr>
        <p:spPr>
          <a:xfrm>
            <a:off x="439532" y="2829837"/>
            <a:ext cx="6096000" cy="215444"/>
          </a:xfrm>
          <a:prstGeom prst="rect">
            <a:avLst/>
          </a:prstGeom>
          <a:noFill/>
        </p:spPr>
        <p:txBody>
          <a:bodyPr wrap="square">
            <a:spAutoFit/>
          </a:bodyPr>
          <a:lstStyle/>
          <a:p>
            <a:r>
              <a:rPr lang="es-ES" sz="800" i="1"/>
              <a:t>Enlistar por prioridad e impacto</a:t>
            </a:r>
            <a:endParaRPr lang="es-MX" sz="800"/>
          </a:p>
        </p:txBody>
      </p:sp>
      <p:sp>
        <p:nvSpPr>
          <p:cNvPr id="11" name="CuadroTexto 10">
            <a:extLst>
              <a:ext uri="{FF2B5EF4-FFF2-40B4-BE49-F238E27FC236}">
                <a16:creationId xmlns:a16="http://schemas.microsoft.com/office/drawing/2014/main" id="{5EFEE4DD-31C5-7022-5306-BF095519AA19}"/>
              </a:ext>
            </a:extLst>
          </p:cNvPr>
          <p:cNvSpPr txBox="1"/>
          <p:nvPr/>
        </p:nvSpPr>
        <p:spPr>
          <a:xfrm>
            <a:off x="3211345" y="2829837"/>
            <a:ext cx="6096000" cy="215444"/>
          </a:xfrm>
          <a:prstGeom prst="rect">
            <a:avLst/>
          </a:prstGeom>
          <a:noFill/>
        </p:spPr>
        <p:txBody>
          <a:bodyPr wrap="square">
            <a:spAutoFit/>
          </a:bodyPr>
          <a:lstStyle/>
          <a:p>
            <a:r>
              <a:rPr lang="es-ES" sz="800" i="1"/>
              <a:t>Identificar (</a:t>
            </a:r>
            <a:r>
              <a:rPr lang="es-ES" sz="800" i="1" err="1"/>
              <a:t>Accountable</a:t>
            </a:r>
            <a:r>
              <a:rPr lang="es-ES" sz="800" i="1"/>
              <a:t>) y áreas impactadas</a:t>
            </a:r>
            <a:endParaRPr lang="es-MX" sz="800"/>
          </a:p>
        </p:txBody>
      </p:sp>
      <p:sp>
        <p:nvSpPr>
          <p:cNvPr id="16" name="Rectángulo 15">
            <a:extLst>
              <a:ext uri="{FF2B5EF4-FFF2-40B4-BE49-F238E27FC236}">
                <a16:creationId xmlns:a16="http://schemas.microsoft.com/office/drawing/2014/main" id="{E56DB0F4-F54B-DF39-E43F-BF3E44DF62C3}"/>
              </a:ext>
            </a:extLst>
          </p:cNvPr>
          <p:cNvSpPr/>
          <p:nvPr/>
        </p:nvSpPr>
        <p:spPr>
          <a:xfrm>
            <a:off x="3250264" y="3045281"/>
            <a:ext cx="8370238"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4" name="CuadroTexto 23">
            <a:extLst>
              <a:ext uri="{FF2B5EF4-FFF2-40B4-BE49-F238E27FC236}">
                <a16:creationId xmlns:a16="http://schemas.microsoft.com/office/drawing/2014/main" id="{30C542EF-81FF-8D4A-E88C-70C85511A91A}"/>
              </a:ext>
            </a:extLst>
          </p:cNvPr>
          <p:cNvSpPr txBox="1"/>
          <p:nvPr/>
        </p:nvSpPr>
        <p:spPr>
          <a:xfrm>
            <a:off x="3796649" y="3140417"/>
            <a:ext cx="323850" cy="307777"/>
          </a:xfrm>
          <a:prstGeom prst="rect">
            <a:avLst/>
          </a:prstGeom>
          <a:noFill/>
        </p:spPr>
        <p:txBody>
          <a:bodyPr wrap="square" rtlCol="0">
            <a:spAutoFit/>
          </a:bodyPr>
          <a:lstStyle/>
          <a:p>
            <a:pPr algn="l"/>
            <a:r>
              <a:rPr lang="es-ES" sz="1400">
                <a:latin typeface="Calibri" panose="020F0502020204030204" pitchFamily="34" charset="0"/>
                <a:cs typeface="Calibri" panose="020F0502020204030204" pitchFamily="34" charset="0"/>
              </a:rPr>
              <a:t>A</a:t>
            </a:r>
            <a:endParaRPr lang="es-MX" sz="1400" err="1">
              <a:latin typeface="Calibri" panose="020F0502020204030204" pitchFamily="34" charset="0"/>
              <a:cs typeface="Calibri" panose="020F0502020204030204" pitchFamily="34" charset="0"/>
            </a:endParaRPr>
          </a:p>
        </p:txBody>
      </p:sp>
      <p:sp>
        <p:nvSpPr>
          <p:cNvPr id="25" name="Rectángulo 24">
            <a:extLst>
              <a:ext uri="{FF2B5EF4-FFF2-40B4-BE49-F238E27FC236}">
                <a16:creationId xmlns:a16="http://schemas.microsoft.com/office/drawing/2014/main" id="{1A8952F6-2F5B-8239-E882-6ED79848E8A2}"/>
              </a:ext>
            </a:extLst>
          </p:cNvPr>
          <p:cNvSpPr/>
          <p:nvPr/>
        </p:nvSpPr>
        <p:spPr>
          <a:xfrm>
            <a:off x="538161" y="3577536"/>
            <a:ext cx="2512919"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s-MX" sz="800" b="1">
                <a:solidFill>
                  <a:srgbClr val="000000"/>
                </a:solidFill>
                <a:latin typeface="Calibri" panose="020F0502020204030204" pitchFamily="34" charset="0"/>
                <a:ea typeface="Calibri" panose="020F0502020204030204" pitchFamily="34" charset="0"/>
                <a:cs typeface="Calibri" panose="020F0502020204030204" pitchFamily="34" charset="0"/>
              </a:rPr>
              <a:t>2</a:t>
            </a: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6" name="Rectángulo 25">
            <a:extLst>
              <a:ext uri="{FF2B5EF4-FFF2-40B4-BE49-F238E27FC236}">
                <a16:creationId xmlns:a16="http://schemas.microsoft.com/office/drawing/2014/main" id="{7BBFC8E0-35FB-B5A4-F0B4-168B43A815EE}"/>
              </a:ext>
            </a:extLst>
          </p:cNvPr>
          <p:cNvSpPr/>
          <p:nvPr/>
        </p:nvSpPr>
        <p:spPr>
          <a:xfrm>
            <a:off x="3250264" y="3577184"/>
            <a:ext cx="8370238"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27" name="CuadroTexto 26">
            <a:extLst>
              <a:ext uri="{FF2B5EF4-FFF2-40B4-BE49-F238E27FC236}">
                <a16:creationId xmlns:a16="http://schemas.microsoft.com/office/drawing/2014/main" id="{06879978-8430-034C-C550-3A606B237594}"/>
              </a:ext>
            </a:extLst>
          </p:cNvPr>
          <p:cNvSpPr txBox="1"/>
          <p:nvPr/>
        </p:nvSpPr>
        <p:spPr>
          <a:xfrm>
            <a:off x="3796649" y="3672320"/>
            <a:ext cx="323850" cy="307777"/>
          </a:xfrm>
          <a:prstGeom prst="rect">
            <a:avLst/>
          </a:prstGeom>
          <a:noFill/>
        </p:spPr>
        <p:txBody>
          <a:bodyPr wrap="square" rtlCol="0">
            <a:spAutoFit/>
          </a:bodyPr>
          <a:lstStyle/>
          <a:p>
            <a:pPr algn="l"/>
            <a:r>
              <a:rPr lang="es-ES" sz="1400">
                <a:latin typeface="Calibri" panose="020F0502020204030204" pitchFamily="34" charset="0"/>
                <a:cs typeface="Calibri" panose="020F0502020204030204" pitchFamily="34" charset="0"/>
              </a:rPr>
              <a:t>A</a:t>
            </a:r>
            <a:endParaRPr lang="es-MX" sz="1400" err="1">
              <a:latin typeface="Calibri" panose="020F0502020204030204" pitchFamily="34" charset="0"/>
              <a:cs typeface="Calibri" panose="020F0502020204030204" pitchFamily="34" charset="0"/>
            </a:endParaRPr>
          </a:p>
        </p:txBody>
      </p:sp>
      <p:sp>
        <p:nvSpPr>
          <p:cNvPr id="28" name="Rectángulo 27">
            <a:extLst>
              <a:ext uri="{FF2B5EF4-FFF2-40B4-BE49-F238E27FC236}">
                <a16:creationId xmlns:a16="http://schemas.microsoft.com/office/drawing/2014/main" id="{9690A9AE-2B8D-37E7-C767-097881075089}"/>
              </a:ext>
            </a:extLst>
          </p:cNvPr>
          <p:cNvSpPr/>
          <p:nvPr/>
        </p:nvSpPr>
        <p:spPr>
          <a:xfrm>
            <a:off x="538161" y="4109087"/>
            <a:ext cx="2512919"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s-MX" sz="800" b="1">
                <a:solidFill>
                  <a:srgbClr val="000000"/>
                </a:solidFill>
                <a:latin typeface="Calibri" panose="020F0502020204030204" pitchFamily="34" charset="0"/>
                <a:ea typeface="Calibri" panose="020F0502020204030204" pitchFamily="34" charset="0"/>
                <a:cs typeface="Calibri" panose="020F0502020204030204" pitchFamily="34" charset="0"/>
              </a:rPr>
              <a:t>3</a:t>
            </a: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29" name="Rectángulo 28">
            <a:extLst>
              <a:ext uri="{FF2B5EF4-FFF2-40B4-BE49-F238E27FC236}">
                <a16:creationId xmlns:a16="http://schemas.microsoft.com/office/drawing/2014/main" id="{B3D3B606-C3BB-D04B-D3D2-98061EEACD16}"/>
              </a:ext>
            </a:extLst>
          </p:cNvPr>
          <p:cNvSpPr/>
          <p:nvPr/>
        </p:nvSpPr>
        <p:spPr>
          <a:xfrm>
            <a:off x="3250264" y="4108735"/>
            <a:ext cx="8370238"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0" name="CuadroTexto 29">
            <a:extLst>
              <a:ext uri="{FF2B5EF4-FFF2-40B4-BE49-F238E27FC236}">
                <a16:creationId xmlns:a16="http://schemas.microsoft.com/office/drawing/2014/main" id="{CE645B8E-233E-8121-1523-D16F498EE32E}"/>
              </a:ext>
            </a:extLst>
          </p:cNvPr>
          <p:cNvSpPr txBox="1"/>
          <p:nvPr/>
        </p:nvSpPr>
        <p:spPr>
          <a:xfrm>
            <a:off x="3796649" y="4203871"/>
            <a:ext cx="323850" cy="307777"/>
          </a:xfrm>
          <a:prstGeom prst="rect">
            <a:avLst/>
          </a:prstGeom>
          <a:noFill/>
        </p:spPr>
        <p:txBody>
          <a:bodyPr wrap="square" rtlCol="0">
            <a:spAutoFit/>
          </a:bodyPr>
          <a:lstStyle/>
          <a:p>
            <a:pPr algn="l"/>
            <a:r>
              <a:rPr lang="es-ES" sz="1400">
                <a:latin typeface="Calibri" panose="020F0502020204030204" pitchFamily="34" charset="0"/>
                <a:cs typeface="Calibri" panose="020F0502020204030204" pitchFamily="34" charset="0"/>
              </a:rPr>
              <a:t>A</a:t>
            </a:r>
            <a:endParaRPr lang="es-MX" sz="1400" err="1">
              <a:latin typeface="Calibri" panose="020F0502020204030204" pitchFamily="34" charset="0"/>
              <a:cs typeface="Calibri" panose="020F0502020204030204" pitchFamily="34" charset="0"/>
            </a:endParaRPr>
          </a:p>
        </p:txBody>
      </p:sp>
      <p:sp>
        <p:nvSpPr>
          <p:cNvPr id="31" name="Rectángulo 30">
            <a:extLst>
              <a:ext uri="{FF2B5EF4-FFF2-40B4-BE49-F238E27FC236}">
                <a16:creationId xmlns:a16="http://schemas.microsoft.com/office/drawing/2014/main" id="{293DAA71-D951-5914-3576-1662F6F8D1A5}"/>
              </a:ext>
            </a:extLst>
          </p:cNvPr>
          <p:cNvSpPr/>
          <p:nvPr/>
        </p:nvSpPr>
        <p:spPr>
          <a:xfrm>
            <a:off x="538161" y="4657823"/>
            <a:ext cx="2512919"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s-MX" sz="800" b="1">
                <a:solidFill>
                  <a:srgbClr val="000000"/>
                </a:solidFill>
                <a:latin typeface="Calibri" panose="020F0502020204030204" pitchFamily="34" charset="0"/>
                <a:ea typeface="Calibri" panose="020F0502020204030204" pitchFamily="34" charset="0"/>
                <a:cs typeface="Calibri" panose="020F0502020204030204" pitchFamily="34" charset="0"/>
              </a:rPr>
              <a:t>4</a:t>
            </a: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2" name="Rectángulo 31">
            <a:extLst>
              <a:ext uri="{FF2B5EF4-FFF2-40B4-BE49-F238E27FC236}">
                <a16:creationId xmlns:a16="http://schemas.microsoft.com/office/drawing/2014/main" id="{42788C3E-D93E-F83F-E668-407404095D83}"/>
              </a:ext>
            </a:extLst>
          </p:cNvPr>
          <p:cNvSpPr/>
          <p:nvPr/>
        </p:nvSpPr>
        <p:spPr>
          <a:xfrm>
            <a:off x="3250264" y="4657471"/>
            <a:ext cx="8370238"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3" name="CuadroTexto 32">
            <a:extLst>
              <a:ext uri="{FF2B5EF4-FFF2-40B4-BE49-F238E27FC236}">
                <a16:creationId xmlns:a16="http://schemas.microsoft.com/office/drawing/2014/main" id="{4DCCC991-E4C3-6D82-7168-6FD63133D816}"/>
              </a:ext>
            </a:extLst>
          </p:cNvPr>
          <p:cNvSpPr txBox="1"/>
          <p:nvPr/>
        </p:nvSpPr>
        <p:spPr>
          <a:xfrm>
            <a:off x="3796649" y="4752607"/>
            <a:ext cx="323850" cy="307777"/>
          </a:xfrm>
          <a:prstGeom prst="rect">
            <a:avLst/>
          </a:prstGeom>
          <a:noFill/>
        </p:spPr>
        <p:txBody>
          <a:bodyPr wrap="square" rtlCol="0">
            <a:spAutoFit/>
          </a:bodyPr>
          <a:lstStyle/>
          <a:p>
            <a:pPr algn="l"/>
            <a:r>
              <a:rPr lang="es-ES" sz="1400">
                <a:latin typeface="Calibri" panose="020F0502020204030204" pitchFamily="34" charset="0"/>
                <a:cs typeface="Calibri" panose="020F0502020204030204" pitchFamily="34" charset="0"/>
              </a:rPr>
              <a:t>A</a:t>
            </a:r>
            <a:endParaRPr lang="es-MX" sz="1400" err="1">
              <a:latin typeface="Calibri" panose="020F0502020204030204" pitchFamily="34" charset="0"/>
              <a:cs typeface="Calibri" panose="020F0502020204030204" pitchFamily="34" charset="0"/>
            </a:endParaRPr>
          </a:p>
        </p:txBody>
      </p:sp>
      <p:sp>
        <p:nvSpPr>
          <p:cNvPr id="34" name="Rectángulo 33">
            <a:extLst>
              <a:ext uri="{FF2B5EF4-FFF2-40B4-BE49-F238E27FC236}">
                <a16:creationId xmlns:a16="http://schemas.microsoft.com/office/drawing/2014/main" id="{B9DB0C9F-61C6-F4E4-746F-C58E15200BF0}"/>
              </a:ext>
            </a:extLst>
          </p:cNvPr>
          <p:cNvSpPr/>
          <p:nvPr/>
        </p:nvSpPr>
        <p:spPr>
          <a:xfrm>
            <a:off x="538161" y="5225056"/>
            <a:ext cx="2512919" cy="453600"/>
          </a:xfrm>
          <a:prstGeom prst="rect">
            <a:avLst/>
          </a:prstGeom>
          <a:solidFill>
            <a:schemeClr val="bg1"/>
          </a:solidFill>
          <a:ln w="3175">
            <a:solidFill>
              <a:schemeClr val="tx1"/>
            </a:solidFill>
          </a:ln>
        </p:spPr>
        <p:style>
          <a:lnRef idx="2">
            <a:schemeClr val="accent6"/>
          </a:lnRef>
          <a:fillRef idx="1">
            <a:schemeClr val="lt1"/>
          </a:fillRef>
          <a:effectRef idx="0">
            <a:schemeClr val="accent6"/>
          </a:effectRef>
          <a:fontRef idx="minor">
            <a:schemeClr val="dk1"/>
          </a:fontRef>
        </p:style>
        <p:txBody>
          <a:bodyPr tIns="0" rtlCol="0" anchor="ctr">
            <a:noAutofit/>
          </a:bodyPr>
          <a:lstStyle>
            <a:defPPr>
              <a:defRPr lang="es-MX"/>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marL="0" marR="0" lvl="0" indent="0" defTabSz="914400" rtl="0" eaLnBrk="1" fontAlgn="auto" latinLnBrk="0" hangingPunct="1">
              <a:lnSpc>
                <a:spcPct val="100000"/>
              </a:lnSpc>
              <a:spcBef>
                <a:spcPts val="0"/>
              </a:spcBef>
              <a:spcAft>
                <a:spcPts val="0"/>
              </a:spcAft>
              <a:buClrTx/>
              <a:buSzTx/>
              <a:buFontTx/>
              <a:buNone/>
              <a:tabLst/>
              <a:defRPr/>
            </a:pPr>
            <a:r>
              <a:rPr lang="es-MX" sz="800" b="1">
                <a:solidFill>
                  <a:srgbClr val="000000"/>
                </a:solidFill>
                <a:latin typeface="Calibri" panose="020F0502020204030204" pitchFamily="34" charset="0"/>
                <a:ea typeface="Calibri" panose="020F0502020204030204" pitchFamily="34" charset="0"/>
                <a:cs typeface="Calibri" panose="020F0502020204030204" pitchFamily="34" charset="0"/>
              </a:rPr>
              <a:t>5</a:t>
            </a:r>
            <a:r>
              <a:rPr kumimoji="0" lang="es-MX" sz="800" b="1" i="0"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t>
            </a:r>
            <a:endParaRPr kumimoji="0" lang="es-MX" sz="800" b="0" i="1" u="none" strike="noStrike" kern="120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endParaRPr>
          </a:p>
        </p:txBody>
      </p:sp>
      <p:sp>
        <p:nvSpPr>
          <p:cNvPr id="35" name="Rectángulo 34">
            <a:extLst>
              <a:ext uri="{FF2B5EF4-FFF2-40B4-BE49-F238E27FC236}">
                <a16:creationId xmlns:a16="http://schemas.microsoft.com/office/drawing/2014/main" id="{5C225143-E6F9-47ED-285E-753917605E9C}"/>
              </a:ext>
            </a:extLst>
          </p:cNvPr>
          <p:cNvSpPr/>
          <p:nvPr/>
        </p:nvSpPr>
        <p:spPr>
          <a:xfrm>
            <a:off x="3250264" y="5224704"/>
            <a:ext cx="8370238" cy="453600"/>
          </a:xfrm>
          <a:prstGeom prst="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MX"/>
          </a:p>
        </p:txBody>
      </p:sp>
      <p:sp>
        <p:nvSpPr>
          <p:cNvPr id="36" name="CuadroTexto 35">
            <a:extLst>
              <a:ext uri="{FF2B5EF4-FFF2-40B4-BE49-F238E27FC236}">
                <a16:creationId xmlns:a16="http://schemas.microsoft.com/office/drawing/2014/main" id="{B66860F7-8486-22FF-8CBE-550E4C9DE66D}"/>
              </a:ext>
            </a:extLst>
          </p:cNvPr>
          <p:cNvSpPr txBox="1"/>
          <p:nvPr/>
        </p:nvSpPr>
        <p:spPr>
          <a:xfrm>
            <a:off x="3796649" y="5319840"/>
            <a:ext cx="323850" cy="307777"/>
          </a:xfrm>
          <a:prstGeom prst="rect">
            <a:avLst/>
          </a:prstGeom>
          <a:noFill/>
        </p:spPr>
        <p:txBody>
          <a:bodyPr wrap="square" rtlCol="0">
            <a:spAutoFit/>
          </a:bodyPr>
          <a:lstStyle/>
          <a:p>
            <a:pPr algn="l"/>
            <a:r>
              <a:rPr lang="es-ES" sz="1400">
                <a:latin typeface="Calibri" panose="020F0502020204030204" pitchFamily="34" charset="0"/>
                <a:cs typeface="Calibri" panose="020F0502020204030204" pitchFamily="34" charset="0"/>
              </a:rPr>
              <a:t>A</a:t>
            </a:r>
            <a:endParaRPr lang="es-MX" sz="1400" err="1">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944001035"/>
      </p:ext>
    </p:extLst>
  </p:cSld>
  <p:clrMapOvr>
    <a:overrideClrMapping bg1="lt1" tx1="dk1" bg2="lt2" tx2="dk2" accent1="accent1" accent2="accent2" accent3="accent3" accent4="accent4" accent5="accent5" accent6="accent6" hlink="hlink" folHlink="folHlink"/>
  </p:clrMapOvr>
</p:sld>
</file>

<file path=ppt/tags/tag1.xml><?xml version="1.0" encoding="utf-8"?>
<p:tagLst xmlns:a="http://schemas.openxmlformats.org/drawingml/2006/main" xmlns:r="http://schemas.openxmlformats.org/officeDocument/2006/relationships" xmlns:p="http://schemas.openxmlformats.org/presentationml/2006/main">
  <p:tag name="AS_UNIQUEID" val="75417"/>
</p:tagLst>
</file>

<file path=ppt/tags/tag2.xml><?xml version="1.0" encoding="utf-8"?>
<p:tagLst xmlns:a="http://schemas.openxmlformats.org/drawingml/2006/main" xmlns:r="http://schemas.openxmlformats.org/officeDocument/2006/relationships" xmlns:p="http://schemas.openxmlformats.org/presentationml/2006/main">
  <p:tag name="AS_UNIQUEID" val="75417"/>
</p:tagLst>
</file>

<file path=ppt/tags/tag3.xml><?xml version="1.0" encoding="utf-8"?>
<p:tagLst xmlns:a="http://schemas.openxmlformats.org/drawingml/2006/main" xmlns:r="http://schemas.openxmlformats.org/officeDocument/2006/relationships" xmlns:p="http://schemas.openxmlformats.org/presentationml/2006/main">
  <p:tag name="AS_UNIQUEID" val="75429"/>
</p:tagLst>
</file>

<file path=ppt/tags/tag4.xml><?xml version="1.0" encoding="utf-8"?>
<p:tagLst xmlns:a="http://schemas.openxmlformats.org/drawingml/2006/main" xmlns:r="http://schemas.openxmlformats.org/officeDocument/2006/relationships" xmlns:p="http://schemas.openxmlformats.org/presentationml/2006/main">
  <p:tag name="AS_UNIQUEID" val="75431"/>
</p:tagLst>
</file>

<file path=ppt/tags/tag5.xml><?xml version="1.0" encoding="utf-8"?>
<p:tagLst xmlns:a="http://schemas.openxmlformats.org/drawingml/2006/main" xmlns:r="http://schemas.openxmlformats.org/officeDocument/2006/relationships" xmlns:p="http://schemas.openxmlformats.org/presentationml/2006/main">
  <p:tag name="AS_UNIQUEID" val="75432"/>
</p:tagLst>
</file>

<file path=ppt/tags/tag6.xml><?xml version="1.0" encoding="utf-8"?>
<p:tagLst xmlns:a="http://schemas.openxmlformats.org/drawingml/2006/main" xmlns:r="http://schemas.openxmlformats.org/officeDocument/2006/relationships" xmlns:p="http://schemas.openxmlformats.org/presentationml/2006/main">
  <p:tag name="AS_UNIQUEID" val="75433"/>
</p:tagLst>
</file>

<file path=ppt/tags/tag7.xml><?xml version="1.0" encoding="utf-8"?>
<p:tagLst xmlns:a="http://schemas.openxmlformats.org/drawingml/2006/main" xmlns:r="http://schemas.openxmlformats.org/officeDocument/2006/relationships" xmlns:p="http://schemas.openxmlformats.org/presentationml/2006/main">
  <p:tag name="AS_UNIQUEID" val="75434"/>
</p:tagLst>
</file>

<file path=ppt/tags/tag8.xml><?xml version="1.0" encoding="utf-8"?>
<p:tagLst xmlns:a="http://schemas.openxmlformats.org/drawingml/2006/main" xmlns:r="http://schemas.openxmlformats.org/officeDocument/2006/relationships" xmlns:p="http://schemas.openxmlformats.org/presentationml/2006/main">
  <p:tag name="AS_UNIQUEID" val="75435"/>
</p:tagLst>
</file>

<file path=ppt/tags/tag9.xml><?xml version="1.0" encoding="utf-8"?>
<p:tagLst xmlns:a="http://schemas.openxmlformats.org/drawingml/2006/main" xmlns:r="http://schemas.openxmlformats.org/officeDocument/2006/relationships" xmlns:p="http://schemas.openxmlformats.org/presentationml/2006/main">
  <p:tag name="AS_UNIQUEID" val="75436"/>
</p:tagLst>
</file>

<file path=ppt/tags/tag10.xml><?xml version="1.0" encoding="utf-8"?>
<p:tagLst xmlns:a="http://schemas.openxmlformats.org/drawingml/2006/main" xmlns:r="http://schemas.openxmlformats.org/officeDocument/2006/relationships" xmlns:p="http://schemas.openxmlformats.org/presentationml/2006/main">
  <p:tag name="AS_UNIQUEID" val="75438"/>
</p:tagLst>
</file>

<file path=ppt/tags/tag11.xml><?xml version="1.0" encoding="utf-8"?>
<p:tagLst xmlns:a="http://schemas.openxmlformats.org/drawingml/2006/main" xmlns:r="http://schemas.openxmlformats.org/officeDocument/2006/relationships" xmlns:p="http://schemas.openxmlformats.org/presentationml/2006/main">
  <p:tag name="AS_UNIQUEID" val="75439"/>
</p:tagLst>
</file>

<file path=ppt/tags/tag12.xml><?xml version="1.0" encoding="utf-8"?>
<p:tagLst xmlns:a="http://schemas.openxmlformats.org/drawingml/2006/main" xmlns:r="http://schemas.openxmlformats.org/officeDocument/2006/relationships" xmlns:p="http://schemas.openxmlformats.org/presentationml/2006/main">
  <p:tag name="AS_UNIQUEID" val="75440"/>
</p:tagLst>
</file>

<file path=ppt/tags/tag13.xml><?xml version="1.0" encoding="utf-8"?>
<p:tagLst xmlns:a="http://schemas.openxmlformats.org/drawingml/2006/main" xmlns:r="http://schemas.openxmlformats.org/officeDocument/2006/relationships" xmlns:p="http://schemas.openxmlformats.org/presentationml/2006/main">
  <p:tag name="AS_UNIQUEID" val="75441"/>
</p:tagLst>
</file>

<file path=ppt/tags/tag14.xml><?xml version="1.0" encoding="utf-8"?>
<p:tagLst xmlns:a="http://schemas.openxmlformats.org/drawingml/2006/main" xmlns:r="http://schemas.openxmlformats.org/officeDocument/2006/relationships" xmlns:p="http://schemas.openxmlformats.org/presentationml/2006/main">
  <p:tag name="AS_UNIQUEID" val="75442"/>
</p:tagLst>
</file>

<file path=ppt/tags/tag15.xml><?xml version="1.0" encoding="utf-8"?>
<p:tagLst xmlns:a="http://schemas.openxmlformats.org/drawingml/2006/main" xmlns:r="http://schemas.openxmlformats.org/officeDocument/2006/relationships" xmlns:p="http://schemas.openxmlformats.org/presentationml/2006/main">
  <p:tag name="BAINBULLETSACTIVATED" val="False"/>
</p:tagLst>
</file>

<file path=ppt/tags/tag16.xml><?xml version="1.0" encoding="utf-8"?>
<p:tagLst xmlns:a="http://schemas.openxmlformats.org/drawingml/2006/main" xmlns:r="http://schemas.openxmlformats.org/officeDocument/2006/relationships" xmlns:p="http://schemas.openxmlformats.org/presentationml/2006/main">
  <p:tag name="AS_UNIQUEID" val="75576"/>
</p:tagLst>
</file>

<file path=ppt/tags/tag17.xml><?xml version="1.0" encoding="utf-8"?>
<p:tagLst xmlns:a="http://schemas.openxmlformats.org/drawingml/2006/main" xmlns:r="http://schemas.openxmlformats.org/officeDocument/2006/relationships" xmlns:p="http://schemas.openxmlformats.org/presentationml/2006/main">
  <p:tag name="AS_UNIQUEID" val="75615"/>
</p:tagLst>
</file>

<file path=ppt/tags/tag18.xml><?xml version="1.0" encoding="utf-8"?>
<p:tagLst xmlns:a="http://schemas.openxmlformats.org/drawingml/2006/main" xmlns:r="http://schemas.openxmlformats.org/officeDocument/2006/relationships" xmlns:p="http://schemas.openxmlformats.org/presentationml/2006/main">
  <p:tag name="AS_UNIQUEID" val="75616"/>
</p:tagLst>
</file>

<file path=ppt/tags/tag19.xml><?xml version="1.0" encoding="utf-8"?>
<p:tagLst xmlns:a="http://schemas.openxmlformats.org/drawingml/2006/main" xmlns:r="http://schemas.openxmlformats.org/officeDocument/2006/relationships" xmlns:p="http://schemas.openxmlformats.org/presentationml/2006/main">
  <p:tag name="AS_UNIQUEID" val="75617"/>
</p:tagLst>
</file>

<file path=ppt/tags/tag20.xml><?xml version="1.0" encoding="utf-8"?>
<p:tagLst xmlns:a="http://schemas.openxmlformats.org/drawingml/2006/main" xmlns:r="http://schemas.openxmlformats.org/officeDocument/2006/relationships" xmlns:p="http://schemas.openxmlformats.org/presentationml/2006/main">
  <p:tag name="AS_UNIQUEID" val="75618"/>
</p:tagLst>
</file>

<file path=ppt/tags/tag21.xml><?xml version="1.0" encoding="utf-8"?>
<p:tagLst xmlns:a="http://schemas.openxmlformats.org/drawingml/2006/main" xmlns:r="http://schemas.openxmlformats.org/officeDocument/2006/relationships" xmlns:p="http://schemas.openxmlformats.org/presentationml/2006/main">
  <p:tag name="AS_UNIQUEID" val="75619"/>
</p:tagLst>
</file>

<file path=ppt/tags/tag22.xml><?xml version="1.0" encoding="utf-8"?>
<p:tagLst xmlns:a="http://schemas.openxmlformats.org/drawingml/2006/main" xmlns:r="http://schemas.openxmlformats.org/officeDocument/2006/relationships" xmlns:p="http://schemas.openxmlformats.org/presentationml/2006/main">
  <p:tag name="AS_UNIQUEID" val="75620"/>
</p:tagLst>
</file>

<file path=ppt/tags/tag23.xml><?xml version="1.0" encoding="utf-8"?>
<p:tagLst xmlns:a="http://schemas.openxmlformats.org/drawingml/2006/main" xmlns:r="http://schemas.openxmlformats.org/officeDocument/2006/relationships" xmlns:p="http://schemas.openxmlformats.org/presentationml/2006/main">
  <p:tag name="AS_UNIQUEID" val="75621"/>
</p:tagLst>
</file>

<file path=ppt/tags/tag24.xml><?xml version="1.0" encoding="utf-8"?>
<p:tagLst xmlns:a="http://schemas.openxmlformats.org/drawingml/2006/main" xmlns:r="http://schemas.openxmlformats.org/officeDocument/2006/relationships" xmlns:p="http://schemas.openxmlformats.org/presentationml/2006/main">
  <p:tag name="AS_UNIQUEID" val="75622"/>
</p:tagLst>
</file>

<file path=ppt/tags/tag25.xml><?xml version="1.0" encoding="utf-8"?>
<p:tagLst xmlns:a="http://schemas.openxmlformats.org/drawingml/2006/main" xmlns:r="http://schemas.openxmlformats.org/officeDocument/2006/relationships" xmlns:p="http://schemas.openxmlformats.org/presentationml/2006/main">
  <p:tag name="AS_UNIQUEID" val="75623"/>
</p:tagLst>
</file>

<file path=ppt/tags/tag26.xml><?xml version="1.0" encoding="utf-8"?>
<p:tagLst xmlns:a="http://schemas.openxmlformats.org/drawingml/2006/main" xmlns:r="http://schemas.openxmlformats.org/officeDocument/2006/relationships" xmlns:p="http://schemas.openxmlformats.org/presentationml/2006/main">
  <p:tag name="AS_UNIQUEID" val="19473"/>
</p:tagLst>
</file>

<file path=ppt/tags/tag27.xml><?xml version="1.0" encoding="utf-8"?>
<p:tagLst xmlns:a="http://schemas.openxmlformats.org/drawingml/2006/main" xmlns:r="http://schemas.openxmlformats.org/officeDocument/2006/relationships" xmlns:p="http://schemas.openxmlformats.org/presentationml/2006/main">
  <p:tag name="AS_UNIQUEID" val="75577"/>
</p:tagLst>
</file>

<file path=ppt/tags/tag28.xml><?xml version="1.0" encoding="utf-8"?>
<p:tagLst xmlns:a="http://schemas.openxmlformats.org/drawingml/2006/main" xmlns:r="http://schemas.openxmlformats.org/officeDocument/2006/relationships" xmlns:p="http://schemas.openxmlformats.org/presentationml/2006/main">
  <p:tag name="AS_UNIQUEID" val="75578"/>
</p:tagLst>
</file>

<file path=ppt/tags/tag29.xml><?xml version="1.0" encoding="utf-8"?>
<p:tagLst xmlns:a="http://schemas.openxmlformats.org/drawingml/2006/main" xmlns:r="http://schemas.openxmlformats.org/officeDocument/2006/relationships" xmlns:p="http://schemas.openxmlformats.org/presentationml/2006/main">
  <p:tag name="AS_UNIQUEID" val="75579"/>
</p:tagLst>
</file>

<file path=ppt/tags/tag30.xml><?xml version="1.0" encoding="utf-8"?>
<p:tagLst xmlns:a="http://schemas.openxmlformats.org/drawingml/2006/main" xmlns:r="http://schemas.openxmlformats.org/officeDocument/2006/relationships" xmlns:p="http://schemas.openxmlformats.org/presentationml/2006/main">
  <p:tag name="AS_UNIQUEID" val="75580"/>
</p:tagLst>
</file>

<file path=ppt/tags/tag31.xml><?xml version="1.0" encoding="utf-8"?>
<p:tagLst xmlns:a="http://schemas.openxmlformats.org/drawingml/2006/main" xmlns:r="http://schemas.openxmlformats.org/officeDocument/2006/relationships" xmlns:p="http://schemas.openxmlformats.org/presentationml/2006/main">
  <p:tag name="AS_UNIQUEID" val="75581"/>
</p:tagLst>
</file>

<file path=ppt/tags/tag32.xml><?xml version="1.0" encoding="utf-8"?>
<p:tagLst xmlns:a="http://schemas.openxmlformats.org/drawingml/2006/main" xmlns:r="http://schemas.openxmlformats.org/officeDocument/2006/relationships" xmlns:p="http://schemas.openxmlformats.org/presentationml/2006/main">
  <p:tag name="AS_UNIQUEID" val="75582"/>
</p:tagLst>
</file>

<file path=ppt/tags/tag33.xml><?xml version="1.0" encoding="utf-8"?>
<p:tagLst xmlns:a="http://schemas.openxmlformats.org/drawingml/2006/main" xmlns:r="http://schemas.openxmlformats.org/officeDocument/2006/relationships" xmlns:p="http://schemas.openxmlformats.org/presentationml/2006/main">
  <p:tag name="AS_UNIQUEID" val="75583"/>
</p:tagLst>
</file>

<file path=ppt/tags/tag34.xml><?xml version="1.0" encoding="utf-8"?>
<p:tagLst xmlns:a="http://schemas.openxmlformats.org/drawingml/2006/main" xmlns:r="http://schemas.openxmlformats.org/officeDocument/2006/relationships" xmlns:p="http://schemas.openxmlformats.org/presentationml/2006/main">
  <p:tag name="AS_UNIQUEID" val="42127"/>
</p:tagLst>
</file>

<file path=ppt/tags/tag35.xml><?xml version="1.0" encoding="utf-8"?>
<p:tagLst xmlns:a="http://schemas.openxmlformats.org/drawingml/2006/main" xmlns:r="http://schemas.openxmlformats.org/officeDocument/2006/relationships" xmlns:p="http://schemas.openxmlformats.org/presentationml/2006/main">
  <p:tag name="AS_UNIQUEID" val="42128"/>
</p:tagLst>
</file>

<file path=ppt/tags/tag36.xml><?xml version="1.0" encoding="utf-8"?>
<p:tagLst xmlns:a="http://schemas.openxmlformats.org/drawingml/2006/main" xmlns:r="http://schemas.openxmlformats.org/officeDocument/2006/relationships" xmlns:p="http://schemas.openxmlformats.org/presentationml/2006/main">
  <p:tag name="AS_UNIQUEID" val="42129"/>
</p:tagLst>
</file>

<file path=ppt/tags/tag37.xml><?xml version="1.0" encoding="utf-8"?>
<p:tagLst xmlns:a="http://schemas.openxmlformats.org/drawingml/2006/main" xmlns:r="http://schemas.openxmlformats.org/officeDocument/2006/relationships" xmlns:p="http://schemas.openxmlformats.org/presentationml/2006/main">
  <p:tag name="AS_UNIQUEID" val="42154"/>
</p:tagLst>
</file>

<file path=ppt/tags/tag38.xml><?xml version="1.0" encoding="utf-8"?>
<p:tagLst xmlns:a="http://schemas.openxmlformats.org/drawingml/2006/main" xmlns:r="http://schemas.openxmlformats.org/officeDocument/2006/relationships" xmlns:p="http://schemas.openxmlformats.org/presentationml/2006/main">
  <p:tag name="AS_UNIQUEID" val="42155"/>
</p:tagLst>
</file>

<file path=ppt/tags/tag39.xml><?xml version="1.0" encoding="utf-8"?>
<p:tagLst xmlns:a="http://schemas.openxmlformats.org/drawingml/2006/main" xmlns:r="http://schemas.openxmlformats.org/officeDocument/2006/relationships" xmlns:p="http://schemas.openxmlformats.org/presentationml/2006/main">
  <p:tag name="AS_UNIQUEID" val="42156"/>
</p:tagLst>
</file>

<file path=ppt/tags/tag40.xml><?xml version="1.0" encoding="utf-8"?>
<p:tagLst xmlns:a="http://schemas.openxmlformats.org/drawingml/2006/main" xmlns:r="http://schemas.openxmlformats.org/officeDocument/2006/relationships" xmlns:p="http://schemas.openxmlformats.org/presentationml/2006/main">
  <p:tag name="AS_UNIQUEID" val="42157"/>
</p:tagLst>
</file>

<file path=ppt/tags/tag41.xml><?xml version="1.0" encoding="utf-8"?>
<p:tagLst xmlns:a="http://schemas.openxmlformats.org/drawingml/2006/main" xmlns:r="http://schemas.openxmlformats.org/officeDocument/2006/relationships" xmlns:p="http://schemas.openxmlformats.org/presentationml/2006/main">
  <p:tag name="AS_UNIQUEID" val="42163"/>
</p:tagLst>
</file>

<file path=ppt/tags/tag42.xml><?xml version="1.0" encoding="utf-8"?>
<p:tagLst xmlns:a="http://schemas.openxmlformats.org/drawingml/2006/main" xmlns:r="http://schemas.openxmlformats.org/officeDocument/2006/relationships" xmlns:p="http://schemas.openxmlformats.org/presentationml/2006/main">
  <p:tag name="AS_UNIQUEID" val="42164"/>
</p:tagLst>
</file>

<file path=ppt/tags/tag43.xml><?xml version="1.0" encoding="utf-8"?>
<p:tagLst xmlns:a="http://schemas.openxmlformats.org/drawingml/2006/main" xmlns:r="http://schemas.openxmlformats.org/officeDocument/2006/relationships" xmlns:p="http://schemas.openxmlformats.org/presentationml/2006/main">
  <p:tag name="AS_UNIQUEID" val="42165"/>
</p:tagLst>
</file>

<file path=ppt/tags/tag44.xml><?xml version="1.0" encoding="utf-8"?>
<p:tagLst xmlns:a="http://schemas.openxmlformats.org/drawingml/2006/main" xmlns:r="http://schemas.openxmlformats.org/officeDocument/2006/relationships" xmlns:p="http://schemas.openxmlformats.org/presentationml/2006/main">
  <p:tag name="AS_UNIQUEID" val="42166"/>
</p:tagLst>
</file>

<file path=ppt/tags/tag45.xml><?xml version="1.0" encoding="utf-8"?>
<p:tagLst xmlns:a="http://schemas.openxmlformats.org/drawingml/2006/main" xmlns:r="http://schemas.openxmlformats.org/officeDocument/2006/relationships" xmlns:p="http://schemas.openxmlformats.org/presentationml/2006/main">
  <p:tag name="AS_UNIQUEID" val="42167"/>
</p:tagLst>
</file>

<file path=ppt/tags/tag46.xml><?xml version="1.0" encoding="utf-8"?>
<p:tagLst xmlns:a="http://schemas.openxmlformats.org/drawingml/2006/main" xmlns:r="http://schemas.openxmlformats.org/officeDocument/2006/relationships" xmlns:p="http://schemas.openxmlformats.org/presentationml/2006/main">
  <p:tag name="AS_UNIQUEID" val="42168"/>
</p:tagLst>
</file>

<file path=ppt/tags/tag47.xml><?xml version="1.0" encoding="utf-8"?>
<p:tagLst xmlns:a="http://schemas.openxmlformats.org/drawingml/2006/main" xmlns:r="http://schemas.openxmlformats.org/officeDocument/2006/relationships" xmlns:p="http://schemas.openxmlformats.org/presentationml/2006/main">
  <p:tag name="AS_UNIQUEID" val="42169"/>
</p:tagLst>
</file>

<file path=ppt/tags/tag48.xml><?xml version="1.0" encoding="utf-8"?>
<p:tagLst xmlns:a="http://schemas.openxmlformats.org/drawingml/2006/main" xmlns:r="http://schemas.openxmlformats.org/officeDocument/2006/relationships" xmlns:p="http://schemas.openxmlformats.org/presentationml/2006/main">
  <p:tag name="AS_UNIQUEID" val="42170"/>
</p:tagLst>
</file>

<file path=ppt/tags/tag49.xml><?xml version="1.0" encoding="utf-8"?>
<p:tagLst xmlns:a="http://schemas.openxmlformats.org/drawingml/2006/main" xmlns:r="http://schemas.openxmlformats.org/officeDocument/2006/relationships" xmlns:p="http://schemas.openxmlformats.org/presentationml/2006/main">
  <p:tag name="AS_UNIQUEID" val="42171"/>
</p:tagLst>
</file>

<file path=ppt/tags/tag50.xml><?xml version="1.0" encoding="utf-8"?>
<p:tagLst xmlns:a="http://schemas.openxmlformats.org/drawingml/2006/main" xmlns:r="http://schemas.openxmlformats.org/officeDocument/2006/relationships" xmlns:p="http://schemas.openxmlformats.org/presentationml/2006/main">
  <p:tag name="AS_UNIQUEID" val="42172"/>
</p:tagLst>
</file>

<file path=ppt/tags/tag51.xml><?xml version="1.0" encoding="utf-8"?>
<p:tagLst xmlns:a="http://schemas.openxmlformats.org/drawingml/2006/main" xmlns:r="http://schemas.openxmlformats.org/officeDocument/2006/relationships" xmlns:p="http://schemas.openxmlformats.org/presentationml/2006/main">
  <p:tag name="AS_UNIQUEID" val="42173"/>
</p:tagLst>
</file>

<file path=ppt/tags/tag52.xml><?xml version="1.0" encoding="utf-8"?>
<p:tagLst xmlns:a="http://schemas.openxmlformats.org/drawingml/2006/main" xmlns:r="http://schemas.openxmlformats.org/officeDocument/2006/relationships" xmlns:p="http://schemas.openxmlformats.org/presentationml/2006/main">
  <p:tag name="AS_UNIQUEID" val="42174"/>
</p:tagLst>
</file>

<file path=ppt/tags/tag53.xml><?xml version="1.0" encoding="utf-8"?>
<p:tagLst xmlns:a="http://schemas.openxmlformats.org/drawingml/2006/main" xmlns:r="http://schemas.openxmlformats.org/officeDocument/2006/relationships" xmlns:p="http://schemas.openxmlformats.org/presentationml/2006/main">
  <p:tag name="AS_UNIQUEID" val="42143"/>
</p:tagLst>
</file>

<file path=ppt/tags/tag54.xml><?xml version="1.0" encoding="utf-8"?>
<p:tagLst xmlns:a="http://schemas.openxmlformats.org/drawingml/2006/main" xmlns:r="http://schemas.openxmlformats.org/officeDocument/2006/relationships" xmlns:p="http://schemas.openxmlformats.org/presentationml/2006/main">
  <p:tag name="AS_UNIQUEID" val="42144"/>
</p:tagLst>
</file>

<file path=ppt/tags/tag55.xml><?xml version="1.0" encoding="utf-8"?>
<p:tagLst xmlns:a="http://schemas.openxmlformats.org/drawingml/2006/main" xmlns:r="http://schemas.openxmlformats.org/officeDocument/2006/relationships" xmlns:p="http://schemas.openxmlformats.org/presentationml/2006/main">
  <p:tag name="AS_UNIQUEID" val="42145"/>
</p:tagLst>
</file>

<file path=ppt/tags/tag56.xml><?xml version="1.0" encoding="utf-8"?>
<p:tagLst xmlns:a="http://schemas.openxmlformats.org/drawingml/2006/main" xmlns:r="http://schemas.openxmlformats.org/officeDocument/2006/relationships" xmlns:p="http://schemas.openxmlformats.org/presentationml/2006/main">
  <p:tag name="AS_UNIQUEID" val="42146"/>
</p:tagLst>
</file>

<file path=ppt/tags/tag57.xml><?xml version="1.0" encoding="utf-8"?>
<p:tagLst xmlns:a="http://schemas.openxmlformats.org/drawingml/2006/main" xmlns:r="http://schemas.openxmlformats.org/officeDocument/2006/relationships" xmlns:p="http://schemas.openxmlformats.org/presentationml/2006/main">
  <p:tag name="AS_UNIQUEID" val="42148"/>
</p:tagLst>
</file>

<file path=ppt/tags/tag58.xml><?xml version="1.0" encoding="utf-8"?>
<p:tagLst xmlns:a="http://schemas.openxmlformats.org/drawingml/2006/main" xmlns:r="http://schemas.openxmlformats.org/officeDocument/2006/relationships" xmlns:p="http://schemas.openxmlformats.org/presentationml/2006/main">
  <p:tag name="AS_UNIQUEID" val="42151"/>
</p:tagLst>
</file>

<file path=ppt/tags/tag59.xml><?xml version="1.0" encoding="utf-8"?>
<p:tagLst xmlns:a="http://schemas.openxmlformats.org/drawingml/2006/main" xmlns:r="http://schemas.openxmlformats.org/officeDocument/2006/relationships" xmlns:p="http://schemas.openxmlformats.org/presentationml/2006/main">
  <p:tag name="AS_UNIQUEID" val="42153"/>
</p:tagLst>
</file>

<file path=ppt/tags/tag60.xml><?xml version="1.0" encoding="utf-8"?>
<p:tagLst xmlns:a="http://schemas.openxmlformats.org/drawingml/2006/main" xmlns:r="http://schemas.openxmlformats.org/officeDocument/2006/relationships" xmlns:p="http://schemas.openxmlformats.org/presentationml/2006/main">
  <p:tag name="AS_UNIQUEID" val="19837"/>
</p:tagLst>
</file>

<file path=ppt/tags/tag61.xml><?xml version="1.0" encoding="utf-8"?>
<p:tagLst xmlns:a="http://schemas.openxmlformats.org/drawingml/2006/main" xmlns:r="http://schemas.openxmlformats.org/officeDocument/2006/relationships" xmlns:p="http://schemas.openxmlformats.org/presentationml/2006/main">
  <p:tag name="AS_UNIQUEID" val="19838"/>
</p:tagLst>
</file>

<file path=ppt/tags/tag62.xml><?xml version="1.0" encoding="utf-8"?>
<p:tagLst xmlns:a="http://schemas.openxmlformats.org/drawingml/2006/main" xmlns:r="http://schemas.openxmlformats.org/officeDocument/2006/relationships" xmlns:p="http://schemas.openxmlformats.org/presentationml/2006/main">
  <p:tag name="AS_UNIQUEID" val="19839"/>
</p:tagLst>
</file>

<file path=ppt/tags/tag63.xml><?xml version="1.0" encoding="utf-8"?>
<p:tagLst xmlns:a="http://schemas.openxmlformats.org/drawingml/2006/main" xmlns:r="http://schemas.openxmlformats.org/officeDocument/2006/relationships" xmlns:p="http://schemas.openxmlformats.org/presentationml/2006/main">
  <p:tag name="AS_UNIQUEID" val="19840"/>
</p:tagLst>
</file>

<file path=ppt/tags/tag64.xml><?xml version="1.0" encoding="utf-8"?>
<p:tagLst xmlns:a="http://schemas.openxmlformats.org/drawingml/2006/main" xmlns:r="http://schemas.openxmlformats.org/officeDocument/2006/relationships" xmlns:p="http://schemas.openxmlformats.org/presentationml/2006/main">
  <p:tag name="AS_UNIQUEID" val="19841"/>
</p:tagLst>
</file>

<file path=ppt/tags/tag65.xml><?xml version="1.0" encoding="utf-8"?>
<p:tagLst xmlns:a="http://schemas.openxmlformats.org/drawingml/2006/main" xmlns:r="http://schemas.openxmlformats.org/officeDocument/2006/relationships" xmlns:p="http://schemas.openxmlformats.org/presentationml/2006/main">
  <p:tag name="AS_UNIQUEID" val="19842"/>
</p:tagLst>
</file>

<file path=ppt/tags/tag66.xml><?xml version="1.0" encoding="utf-8"?>
<p:tagLst xmlns:a="http://schemas.openxmlformats.org/drawingml/2006/main" xmlns:r="http://schemas.openxmlformats.org/officeDocument/2006/relationships" xmlns:p="http://schemas.openxmlformats.org/presentationml/2006/main">
  <p:tag name="AS_UNIQUEID" val="19843"/>
</p:tagLst>
</file>

<file path=ppt/tags/tag67.xml><?xml version="1.0" encoding="utf-8"?>
<p:tagLst xmlns:a="http://schemas.openxmlformats.org/drawingml/2006/main" xmlns:r="http://schemas.openxmlformats.org/officeDocument/2006/relationships" xmlns:p="http://schemas.openxmlformats.org/presentationml/2006/main">
  <p:tag name="AS_UNIQUEID" val="19844"/>
  <p:tag name="BTFPLAYOUTENABLED" val="0"/>
</p:tagLst>
</file>

<file path=ppt/tags/tag68.xml><?xml version="1.0" encoding="utf-8"?>
<p:tagLst xmlns:a="http://schemas.openxmlformats.org/drawingml/2006/main" xmlns:r="http://schemas.openxmlformats.org/officeDocument/2006/relationships" xmlns:p="http://schemas.openxmlformats.org/presentationml/2006/main">
  <p:tag name="AS_UNIQUEID" val="19852"/>
</p:tagLst>
</file>

<file path=ppt/tags/tag69.xml><?xml version="1.0" encoding="utf-8"?>
<p:tagLst xmlns:a="http://schemas.openxmlformats.org/drawingml/2006/main" xmlns:r="http://schemas.openxmlformats.org/officeDocument/2006/relationships" xmlns:p="http://schemas.openxmlformats.org/presentationml/2006/main">
  <p:tag name="AS_UNIQUEID" val="19853"/>
</p:tagLst>
</file>

<file path=ppt/tags/tag70.xml><?xml version="1.0" encoding="utf-8"?>
<p:tagLst xmlns:a="http://schemas.openxmlformats.org/drawingml/2006/main" xmlns:r="http://schemas.openxmlformats.org/officeDocument/2006/relationships" xmlns:p="http://schemas.openxmlformats.org/presentationml/2006/main">
  <p:tag name="AS_UNIQUEID" val="19854"/>
</p:tagLst>
</file>

<file path=ppt/tags/tag71.xml><?xml version="1.0" encoding="utf-8"?>
<p:tagLst xmlns:a="http://schemas.openxmlformats.org/drawingml/2006/main" xmlns:r="http://schemas.openxmlformats.org/officeDocument/2006/relationships" xmlns:p="http://schemas.openxmlformats.org/presentationml/2006/main">
  <p:tag name="AS_UNIQUEID" val="19855"/>
</p:tagLst>
</file>

<file path=ppt/tags/tag72.xml><?xml version="1.0" encoding="utf-8"?>
<p:tagLst xmlns:a="http://schemas.openxmlformats.org/drawingml/2006/main" xmlns:r="http://schemas.openxmlformats.org/officeDocument/2006/relationships" xmlns:p="http://schemas.openxmlformats.org/presentationml/2006/main">
  <p:tag name="AS_UNIQUEID" val="19856"/>
</p:tagLst>
</file>

<file path=ppt/tags/tag73.xml><?xml version="1.0" encoding="utf-8"?>
<p:tagLst xmlns:a="http://schemas.openxmlformats.org/drawingml/2006/main" xmlns:r="http://schemas.openxmlformats.org/officeDocument/2006/relationships" xmlns:p="http://schemas.openxmlformats.org/presentationml/2006/main">
  <p:tag name="BTFPLAYOUTENABLED" val="0"/>
</p:tagLst>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Master">
  <a:themeElements>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err="1" smtClean="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master_oxxo14" id="{217A3DFA-4DD1-D34D-B4D0-386635B2318C}" vid="{FF1A948F-1564-B94D-8638-18859BF45C60}"/>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0.xml><?xml version="1.0" encoding="utf-8"?>
<a:theme xmlns:a="http://schemas.openxmlformats.org/drawingml/2006/main" name="Master">
  <a:themeElements>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gn="l">
          <a:defRPr dirty="0" err="1" smtClean="0">
            <a:latin typeface="Calibri" panose="020F0502020204030204" pitchFamily="34" charset="0"/>
            <a:cs typeface="Calibri" panose="020F0502020204030204" pitchFamily="34" charset="0"/>
          </a:defRPr>
        </a:defPPr>
      </a:lstStyle>
    </a:txDef>
  </a:objectDefaults>
  <a:extraClrSchemeLst/>
  <a:extLst>
    <a:ext uri="{05A4C25C-085E-4340-85A3-A5531E510DB2}">
      <thm15:themeFamily xmlns:thm15="http://schemas.microsoft.com/office/thememl/2012/main" name="master_oxxo14" id="{217A3DFA-4DD1-D34D-B4D0-386635B2318C}" vid="{FF1A948F-1564-B94D-8638-18859BF45C60}"/>
    </a:ext>
  </a:extLst>
</a:theme>
</file>

<file path=ppt/theme/theme30.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2.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3.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4.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5.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6.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7.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8.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30.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40.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60.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ppt/theme/themeOverride70.xml><?xml version="1.0" encoding="utf-8"?>
<a:themeOverride xmlns:a="http://schemas.openxmlformats.org/drawingml/2006/main">
  <a:clrScheme name="Personalizados 379">
    <a:dk1>
      <a:srgbClr val="000000"/>
    </a:dk1>
    <a:lt1>
      <a:srgbClr val="FFFFFF"/>
    </a:lt1>
    <a:dk2>
      <a:srgbClr val="DCDADF"/>
    </a:dk2>
    <a:lt2>
      <a:srgbClr val="FFFFFF"/>
    </a:lt2>
    <a:accent1>
      <a:srgbClr val="E22726"/>
    </a:accent1>
    <a:accent2>
      <a:srgbClr val="FEAB00"/>
    </a:accent2>
    <a:accent3>
      <a:srgbClr val="6A6277"/>
    </a:accent3>
    <a:accent4>
      <a:srgbClr val="F48753"/>
    </a:accent4>
    <a:accent5>
      <a:srgbClr val="FF575D"/>
    </a:accent5>
    <a:accent6>
      <a:srgbClr val="A61D1C"/>
    </a:accent6>
    <a:hlink>
      <a:srgbClr val="000000"/>
    </a:hlink>
    <a:folHlink>
      <a:srgbClr val="6A6277"/>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A3DD5B74ED9C3D4095461D6E79182C3A" ma:contentTypeVersion="3" ma:contentTypeDescription="Crear nuevo documento." ma:contentTypeScope="" ma:versionID="0ac0bcc232f6a816b2e13b7b82680b11">
  <xsd:schema xmlns:xsd="http://www.w3.org/2001/XMLSchema" xmlns:xs="http://www.w3.org/2001/XMLSchema" xmlns:p="http://schemas.microsoft.com/office/2006/metadata/properties" xmlns:ns2="7ff1139c-9d19-4981-a26c-d6e7dc37fc8a" targetNamespace="http://schemas.microsoft.com/office/2006/metadata/properties" ma:root="true" ma:fieldsID="a929db68a28941f83294eee66c6701c3" ns2:_="">
    <xsd:import namespace="7ff1139c-9d19-4981-a26c-d6e7dc37fc8a"/>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ff1139c-9d19-4981-a26c-d6e7dc37fc8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A3827B1-3712-4D8C-A6C0-A6B9F847DDF3}">
  <ds:schemaRefs>
    <ds:schemaRef ds:uri="http://schemas.microsoft.com/office/infopath/2007/PartnerControls"/>
    <ds:schemaRef ds:uri="http://schemas.microsoft.com/office/2006/metadata/properties"/>
    <ds:schemaRef ds:uri="http://purl.org/dc/dcmitype/"/>
    <ds:schemaRef ds:uri="http://schemas.microsoft.com/office/2006/documentManagement/types"/>
    <ds:schemaRef ds:uri="http://purl.org/dc/terms/"/>
    <ds:schemaRef ds:uri="http://purl.org/dc/elements/1.1/"/>
    <ds:schemaRef ds:uri="http://schemas.openxmlformats.org/package/2006/metadata/core-properties"/>
    <ds:schemaRef ds:uri="7ff1139c-9d19-4981-a26c-d6e7dc37fc8a"/>
    <ds:schemaRef ds:uri="http://www.w3.org/XML/1998/namespace"/>
  </ds:schemaRefs>
</ds:datastoreItem>
</file>

<file path=customXml/itemProps2.xml><?xml version="1.0" encoding="utf-8"?>
<ds:datastoreItem xmlns:ds="http://schemas.openxmlformats.org/officeDocument/2006/customXml" ds:itemID="{B132C117-599E-4172-BC94-78FAE328A3FA}">
  <ds:schemaRefs>
    <ds:schemaRef ds:uri="http://schemas.microsoft.com/sharepoint/v3/contenttype/forms"/>
  </ds:schemaRefs>
</ds:datastoreItem>
</file>

<file path=customXml/itemProps3.xml><?xml version="1.0" encoding="utf-8"?>
<ds:datastoreItem xmlns:ds="http://schemas.openxmlformats.org/officeDocument/2006/customXml" ds:itemID="{A771CB96-E401-4C53-AF04-8539CC36B40B}">
  <ds:schemaRefs>
    <ds:schemaRef ds:uri="7ff1139c-9d19-4981-a26c-d6e7dc37fc8a"/>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08c64559-49c6-47cf-865f-da0233616f0f}" enabled="1" method="Standard" siteId="{66f9ab85-de1a-40d4-b7bb-21565ad57cce}" removed="0"/>
</clbl:labelList>
</file>

<file path=docProps/app.xml><?xml version="1.0" encoding="utf-8"?>
<Properties xmlns="http://schemas.openxmlformats.org/officeDocument/2006/extended-properties" xmlns:vt="http://schemas.openxmlformats.org/officeDocument/2006/docPropsVTypes">
  <TotalTime>1403</TotalTime>
  <Words>2325</Words>
  <Application>Microsoft Office PowerPoint</Application>
  <PresentationFormat>Panorámica</PresentationFormat>
  <Paragraphs>297</Paragraphs>
  <Slides>13</Slides>
  <Notes>5</Notes>
  <HiddenSlides>0</HiddenSlides>
  <MMClips>0</MMClips>
  <ScaleCrop>false</ScaleCrop>
  <HeadingPairs>
    <vt:vector size="6" baseType="variant">
      <vt:variant>
        <vt:lpstr>Fuentes usadas</vt:lpstr>
      </vt:variant>
      <vt:variant>
        <vt:i4>9</vt:i4>
      </vt:variant>
      <vt:variant>
        <vt:lpstr>Tema</vt:lpstr>
      </vt:variant>
      <vt:variant>
        <vt:i4>2</vt:i4>
      </vt:variant>
      <vt:variant>
        <vt:lpstr>Títulos de diapositiva</vt:lpstr>
      </vt:variant>
      <vt:variant>
        <vt:i4>13</vt:i4>
      </vt:variant>
    </vt:vector>
  </HeadingPairs>
  <TitlesOfParts>
    <vt:vector size="24" baseType="lpstr">
      <vt:lpstr>ＭＳ Ｐゴシック</vt:lpstr>
      <vt:lpstr>Aptos</vt:lpstr>
      <vt:lpstr>Aptos Display</vt:lpstr>
      <vt:lpstr>Arial</vt:lpstr>
      <vt:lpstr>Calibri</vt:lpstr>
      <vt:lpstr>Lucida Grande</vt:lpstr>
      <vt:lpstr>Open Sans</vt:lpstr>
      <vt:lpstr>Times New Roman</vt:lpstr>
      <vt:lpstr>Wingdings</vt:lpstr>
      <vt:lpstr>Tema de Office</vt:lpstr>
      <vt:lpstr>Master</vt:lpstr>
      <vt:lpstr>Fit for Purpose 2026 Director Fiscal y Contraloría Etapa de Detalle de actividades e interacciones</vt:lpstr>
      <vt:lpstr>Agenda</vt:lpstr>
      <vt:lpstr>Hemos completado el diseño de nuestra organización, un primer paso crítico en la redefinición de nuestra dirección estratégica</vt:lpstr>
      <vt:lpstr>Proceso Diseño FFP</vt:lpstr>
      <vt:lpstr>Alcance 2026</vt:lpstr>
      <vt:lpstr>Percepción inicial</vt:lpstr>
      <vt:lpstr>Presentación de PowerPoint</vt:lpstr>
      <vt:lpstr>Presentación de PowerPoint</vt:lpstr>
      <vt:lpstr>Principales contribuciones del área Finanzas – Fiscal y Contraloría</vt:lpstr>
      <vt:lpstr>Interacciones entre áreas y procesos clave Finanzas – Fiscal y Contraloría</vt:lpstr>
      <vt:lpstr>Preguntas de reflexión</vt:lpstr>
      <vt:lpstr>Siguientes pasos</vt:lpstr>
      <vt:lpstr>Gracias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Fit for Purpose 2026 Plataforma XXX Etapa de Detalle de actividades e interacciones</dc:title>
  <dc:creator>Rodriguez Barcenas Beatriz Adriana</dc:creator>
  <cp:lastModifiedBy>Rodriguez Barcenas Beatriz Adriana</cp:lastModifiedBy>
  <cp:revision>3</cp:revision>
  <dcterms:created xsi:type="dcterms:W3CDTF">2026-02-23T22:40:37Z</dcterms:created>
  <dcterms:modified xsi:type="dcterms:W3CDTF">2026-03-30T16:23:22Z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Tema de Office:8\Master:3</vt:lpwstr>
  </property>
  <property fmtid="{D5CDD505-2E9C-101B-9397-08002B2CF9AE}" pid="3" name="ClassificationContentMarkingFooterText">
    <vt:lpwstr>OXXO | Uso Interno</vt:lpwstr>
  </property>
  <property fmtid="{D5CDD505-2E9C-101B-9397-08002B2CF9AE}" pid="4" name="ContentTypeId">
    <vt:lpwstr>0x010100A3DD5B74ED9C3D4095461D6E79182C3A</vt:lpwstr>
  </property>
</Properties>
</file>