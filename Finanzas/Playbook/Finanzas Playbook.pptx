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31" r:id="rId2"/>
    <p:sldId id="2147481560" r:id="rId3"/>
    <p:sldId id="2147481582" r:id="rId4"/>
    <p:sldId id="2147481581" r:id="rId5"/>
    <p:sldId id="2147481564" r:id="rId6"/>
    <p:sldId id="2147481561" r:id="rId7"/>
    <p:sldId id="2147481638" r:id="rId72"/>
    <p:sldId id="2147481639" r:id="rId73"/>
    <p:sldId id="2147481640" r:id="rId74"/>
    <p:sldId id="2147481641" r:id="rId75"/>
    <p:sldId id="2147481642" r:id="rId76"/>
    <p:sldId id="2147481643" r:id="rId77"/>
    <p:sldId id="2147481580" r:id="rId8"/>
    <p:sldId id="2147481583" r:id="rId17"/>
    <p:sldId id="2147481584" r:id="rId18"/>
    <p:sldId id="2147481585" r:id="rId19"/>
    <p:sldId id="2147481586" r:id="rId20"/>
    <p:sldId id="2147481587" r:id="rId21"/>
    <p:sldId id="2147481588" r:id="rId16"/>
    <p:sldId id="2147481589" r:id="rId15"/>
    <p:sldId id="2147481590" r:id="rId14"/>
    <p:sldId id="2147481591" r:id="rId13"/>
    <p:sldId id="2147481592" r:id="rId12"/>
    <p:sldId id="2147481593" r:id="rId11"/>
    <p:sldId id="2147481594" r:id="rId10"/>
    <p:sldId id="2147481595" r:id="rId9"/>
    <p:sldId id="2147481596" r:id="rId30"/>
    <p:sldId id="2147481597" r:id="rId31"/>
    <p:sldId id="2147481598" r:id="rId32"/>
    <p:sldId id="2147481599" r:id="rId33"/>
    <p:sldId id="2147481600" r:id="rId34"/>
    <p:sldId id="2147481601" r:id="rId35"/>
    <p:sldId id="2147481602" r:id="rId36"/>
    <p:sldId id="2147481603" r:id="rId37"/>
    <p:sldId id="2147481604" r:id="rId38"/>
    <p:sldId id="2147481605" r:id="rId39"/>
    <p:sldId id="2147481606" r:id="rId40"/>
    <p:sldId id="2147481607" r:id="rId41"/>
    <p:sldId id="2147481608" r:id="rId42"/>
    <p:sldId id="2147481609" r:id="rId43"/>
    <p:sldId id="2147481610" r:id="rId44"/>
    <p:sldId id="2147481611" r:id="rId45"/>
    <p:sldId id="2147481612" r:id="rId46"/>
    <p:sldId id="2147481613" r:id="rId47"/>
    <p:sldId id="2147481614" r:id="rId48"/>
    <p:sldId id="2147481615" r:id="rId49"/>
    <p:sldId id="2147481616" r:id="rId50"/>
    <p:sldId id="2147481617" r:id="rId51"/>
    <p:sldId id="2147481618" r:id="rId52"/>
    <p:sldId id="2147481619" r:id="rId53"/>
    <p:sldId id="2147481620" r:id="rId54"/>
    <p:sldId id="2147481621" r:id="rId55"/>
    <p:sldId id="2147481622" r:id="rId56"/>
    <p:sldId id="2147481623" r:id="rId57"/>
    <p:sldId id="2147481624" r:id="rId58"/>
    <p:sldId id="2147481625" r:id="rId59"/>
    <p:sldId id="2147481626" r:id="rId60"/>
    <p:sldId id="2147481627" r:id="rId61"/>
    <p:sldId id="2147481628" r:id="rId62"/>
    <p:sldId id="2147481629" r:id="rId63"/>
    <p:sldId id="2147481630" r:id="rId64"/>
    <p:sldId id="2147481631" r:id="rId65"/>
    <p:sldId id="2147481632" r:id="rId66"/>
    <p:sldId id="2147481633" r:id="rId67"/>
    <p:sldId id="2147481634" r:id="rId68"/>
    <p:sldId id="2147481635" r:id="rId69"/>
    <p:sldId id="2147481636" r:id="rId70"/>
    <p:sldId id="2147481637" r:id="rId7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A91D2F-A356-BCF7-281B-8F2A2C14200B}" name="María Abella Kuri" initials="MK" userId="S::a01731792_tec.mx#ext#@femcom.onmicrosoft.com::5706abf0-9aca-4ad1-b41b-e5d844eda4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40"/>
    <a:srgbClr val="FA5050"/>
    <a:srgbClr val="FCD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18F43-95EC-781F-F225-C438B8BEA477}" v="377" dt="2026-04-22T20:35:10.211"/>
    <p1510:client id="{4EDA0673-A03B-BBBC-C78A-3E388E14135F}" v="111" dt="2026-04-22T16:55:20.389"/>
    <p1510:client id="{CD0C4A4F-E364-11B7-5E36-B04DDA7A10F2}" v="2" dt="2026-04-22T21:17:06.511"/>
    <p1510:client id="{D04B64B7-A3D5-EF91-13EE-10C44830D471}" v="19" dt="2026-04-22T17:24:22.550"/>
    <p1510:client id="{EF8B05BC-4DE0-E002-FD7D-5241D9F9AE3A}" v="2" dt="2026-04-22T16:23:37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3.xml"/><Relationship Id="rId9" Type="http://schemas.openxmlformats.org/officeDocument/2006/relationships/slide" Target="slides/slide26.xml"/><Relationship Id="rId10" Type="http://schemas.openxmlformats.org/officeDocument/2006/relationships/slide" Target="slides/slide25.xml"/><Relationship Id="rId11" Type="http://schemas.openxmlformats.org/officeDocument/2006/relationships/slide" Target="slides/slide24.xml"/><Relationship Id="rId12" Type="http://schemas.openxmlformats.org/officeDocument/2006/relationships/slide" Target="slides/slide23.xml"/><Relationship Id="rId13" Type="http://schemas.openxmlformats.org/officeDocument/2006/relationships/slide" Target="slides/slide22.xml"/><Relationship Id="rId14" Type="http://schemas.openxmlformats.org/officeDocument/2006/relationships/slide" Target="slides/slide21.xml"/><Relationship Id="rId15" Type="http://schemas.openxmlformats.org/officeDocument/2006/relationships/slide" Target="slides/slide20.xml"/><Relationship Id="rId16" Type="http://schemas.openxmlformats.org/officeDocument/2006/relationships/slide" Target="slides/slide19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microsoft.com/office/2018/10/relationships/authors" Target="authors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7.xml"/><Relationship Id="rId73" Type="http://schemas.openxmlformats.org/officeDocument/2006/relationships/slide" Target="slides/slide8.xml"/><Relationship Id="rId74" Type="http://schemas.openxmlformats.org/officeDocument/2006/relationships/slide" Target="slides/slide9.xml"/><Relationship Id="rId75" Type="http://schemas.openxmlformats.org/officeDocument/2006/relationships/slide" Target="slides/slide10.xml"/><Relationship Id="rId76" Type="http://schemas.openxmlformats.org/officeDocument/2006/relationships/slide" Target="slides/slide11.xml"/><Relationship Id="rId77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Angelina Meléndez Gargiulo" userId="S::a01283098_tec.mx#ext#@femcom.onmicrosoft.com::1f3f6eb7-544f-422f-bb47-d463065ad179" providerId="AD" clId="Web-{391B84E3-C675-51AA-C1FE-BC25CD74A05F}"/>
    <pc:docChg chg="modSld">
      <pc:chgData name="Laura Angelina Meléndez Gargiulo" userId="S::a01283098_tec.mx#ext#@femcom.onmicrosoft.com::1f3f6eb7-544f-422f-bb47-d463065ad179" providerId="AD" clId="Web-{391B84E3-C675-51AA-C1FE-BC25CD74A05F}" dt="2026-04-16T23:33:15.587" v="1" actId="20577"/>
      <pc:docMkLst>
        <pc:docMk/>
      </pc:docMkLst>
      <pc:sldChg chg="modSp">
        <pc:chgData name="Laura Angelina Meléndez Gargiulo" userId="S::a01283098_tec.mx#ext#@femcom.onmicrosoft.com::1f3f6eb7-544f-422f-bb47-d463065ad179" providerId="AD" clId="Web-{391B84E3-C675-51AA-C1FE-BC25CD74A05F}" dt="2026-04-16T23:33:15.587" v="1" actId="20577"/>
        <pc:sldMkLst>
          <pc:docMk/>
          <pc:sldMk cId="2022758790" sldId="2147481581"/>
        </pc:sldMkLst>
        <pc:spChg chg="mod">
          <ac:chgData name="Laura Angelina Meléndez Gargiulo" userId="S::a01283098_tec.mx#ext#@femcom.onmicrosoft.com::1f3f6eb7-544f-422f-bb47-d463065ad179" providerId="AD" clId="Web-{391B84E3-C675-51AA-C1FE-BC25CD74A05F}" dt="2026-04-16T23:33:15.587" v="1" actId="20577"/>
          <ac:spMkLst>
            <pc:docMk/>
            <pc:sldMk cId="2022758790" sldId="2147481581"/>
            <ac:spMk id="2830" creationId="{95788F8B-664D-D8D5-883E-EDC9214E3510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4979BAEE-A67E-D443-7D7F-6CEA39D730B1}"/>
    <pc:docChg chg="addSld modSld">
      <pc:chgData name="María Abella Kuri" userId="S::a01731792_tec.mx#ext#@femcom.onmicrosoft.com::5706abf0-9aca-4ad1-b41b-e5d844eda4e0" providerId="AD" clId="Web-{4979BAEE-A67E-D443-7D7F-6CEA39D730B1}" dt="2026-03-25T17:24:49.458" v="162" actId="1076"/>
      <pc:docMkLst>
        <pc:docMk/>
      </pc:docMkLst>
      <pc:sldChg chg="addSp modSp">
        <pc:chgData name="María Abella Kuri" userId="S::a01731792_tec.mx#ext#@femcom.onmicrosoft.com::5706abf0-9aca-4ad1-b41b-e5d844eda4e0" providerId="AD" clId="Web-{4979BAEE-A67E-D443-7D7F-6CEA39D730B1}" dt="2026-03-25T17:24:49.458" v="162" actId="1076"/>
        <pc:sldMkLst>
          <pc:docMk/>
          <pc:sldMk cId="1784338245" sldId="2147481560"/>
        </pc:sldMkLst>
      </pc:sldChg>
      <pc:sldChg chg="addSp modSp new">
        <pc:chgData name="María Abella Kuri" userId="S::a01731792_tec.mx#ext#@femcom.onmicrosoft.com::5706abf0-9aca-4ad1-b41b-e5d844eda4e0" providerId="AD" clId="Web-{4979BAEE-A67E-D443-7D7F-6CEA39D730B1}" dt="2026-03-25T17:24:27.646" v="156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979BAEE-A67E-D443-7D7F-6CEA39D730B1}" dt="2026-03-25T17:24:27.646" v="156" actId="1076"/>
          <ac:spMkLst>
            <pc:docMk/>
            <pc:sldMk cId="3752170448" sldId="2147481561"/>
            <ac:spMk id="2" creationId="{A11BF50A-417F-3118-06C5-7663BA60713A}"/>
          </ac:spMkLst>
        </pc:spChg>
        <pc:graphicFrameChg chg="add">
          <ac:chgData name="María Abella Kuri" userId="S::a01731792_tec.mx#ext#@femcom.onmicrosoft.com::5706abf0-9aca-4ad1-b41b-e5d844eda4e0" providerId="AD" clId="Web-{4979BAEE-A67E-D443-7D7F-6CEA39D730B1}" dt="2026-03-25T17:24:21.114" v="155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4EDA0673-A03B-BBBC-C78A-3E388E14135F}"/>
    <pc:docChg chg="modSld">
      <pc:chgData name="María Abella Kuri" userId="S::a01731792_tec.mx#ext#@femcom.onmicrosoft.com::5706abf0-9aca-4ad1-b41b-e5d844eda4e0" providerId="AD" clId="Web-{4EDA0673-A03B-BBBC-C78A-3E388E14135F}" dt="2026-04-22T16:55:20.389" v="111" actId="20577"/>
      <pc:docMkLst>
        <pc:docMk/>
      </pc:docMkLst>
      <pc:sldChg chg="modSp">
        <pc:chgData name="María Abella Kuri" userId="S::a01731792_tec.mx#ext#@femcom.onmicrosoft.com::5706abf0-9aca-4ad1-b41b-e5d844eda4e0" providerId="AD" clId="Web-{4EDA0673-A03B-BBBC-C78A-3E388E14135F}" dt="2026-04-22T16:34:25.236" v="3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4:25.236" v="3"/>
          <ac:spMkLst>
            <pc:docMk/>
            <pc:sldMk cId="1784338245" sldId="2147481560"/>
            <ac:spMk id="2443" creationId="{5793800F-4A48-B4CE-C268-9AFC38B89674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23.002" v="2"/>
          <ac:spMkLst>
            <pc:docMk/>
            <pc:sldMk cId="1784338245" sldId="2147481560"/>
            <ac:spMk id="2445" creationId="{90471BC2-3615-BD7C-CD55-C28BB445131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267" v="0"/>
          <ac:spMkLst>
            <pc:docMk/>
            <pc:sldMk cId="1784338245" sldId="2147481560"/>
            <ac:spMk id="2447" creationId="{825A23A5-57A7-14F3-E610-DAE113A394F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346" v="1"/>
          <ac:spMkLst>
            <pc:docMk/>
            <pc:sldMk cId="1784338245" sldId="2147481560"/>
            <ac:spMk id="2451" creationId="{49F3D735-5E6D-47C4-F5E1-B8C6D9CB5CA3}"/>
          </ac:spMkLst>
        </pc:sp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55:20.389" v="111" actId="20577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52:57.994" v="104" actId="20577"/>
          <ac:spMkLst>
            <pc:docMk/>
            <pc:sldMk cId="3752170448" sldId="2147481561"/>
            <ac:spMk id="3" creationId="{C0FE3CA8-921E-4980-7BB6-898AF6D0D257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4:43.388" v="108" actId="20577"/>
          <ac:spMkLst>
            <pc:docMk/>
            <pc:sldMk cId="3752170448" sldId="2147481561"/>
            <ac:spMk id="225" creationId="{80B91190-A5F9-39BD-089C-969560F3C398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5:20.389" v="111" actId="20577"/>
          <ac:spMkLst>
            <pc:docMk/>
            <pc:sldMk cId="3752170448" sldId="2147481561"/>
            <ac:spMk id="226" creationId="{231CF91D-FE43-95A3-DC5A-CDAF0BFFDBC3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09.021" v="93"/>
          <ac:spMkLst>
            <pc:docMk/>
            <pc:sldMk cId="3752170448" sldId="2147481561"/>
            <ac:spMk id="240" creationId="{625D261D-2AEB-FB0D-92CF-4C08E45891F8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25.849" v="96"/>
          <ac:spMkLst>
            <pc:docMk/>
            <pc:sldMk cId="3752170448" sldId="2147481561"/>
            <ac:spMk id="241" creationId="{ED14C175-3936-5C74-5194-B4F11E4A759C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0:56.958" v="90"/>
          <ac:spMkLst>
            <pc:docMk/>
            <pc:sldMk cId="3752170448" sldId="2147481561"/>
            <ac:spMk id="242" creationId="{E2B435FF-40CB-3B17-7E0A-FE59DEE9C40F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40:27.489" v="83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  <pc:cxnChg chg="add mod">
          <ac:chgData name="María Abella Kuri" userId="S::a01731792_tec.mx#ext#@femcom.onmicrosoft.com::5706abf0-9aca-4ad1-b41b-e5d844eda4e0" providerId="AD" clId="Web-{4EDA0673-A03B-BBBC-C78A-3E388E14135F}" dt="2026-04-22T16:41:06.989" v="92" actId="1076"/>
          <ac:cxnSpMkLst>
            <pc:docMk/>
            <pc:sldMk cId="3752170448" sldId="2147481561"/>
            <ac:cxnSpMk id="22" creationId="{38B73D58-3072-E0D9-E59A-865B60CB9694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23.583" v="95" actId="1076"/>
          <ac:cxnSpMkLst>
            <pc:docMk/>
            <pc:sldMk cId="3752170448" sldId="2147481561"/>
            <ac:cxnSpMk id="23" creationId="{B560DB80-FB97-E092-9593-AF714C91C48E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34.380" v="98" actId="1076"/>
          <ac:cxnSpMkLst>
            <pc:docMk/>
            <pc:sldMk cId="3752170448" sldId="2147481561"/>
            <ac:cxnSpMk id="24" creationId="{DC238B43-3461-5F03-2CA6-8963C9480D86}"/>
          </ac:cxnSpMkLst>
        </pc:cxn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39:58.833" v="81" actId="1076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7:55.582" v="35"/>
          <ac:spMkLst>
            <pc:docMk/>
            <pc:sldMk cId="82694868" sldId="2147481563"/>
            <ac:spMk id="1817" creationId="{74B3448C-8B0C-58C0-F8EC-71DAC18CDC0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82" v="36"/>
          <ac:spMkLst>
            <pc:docMk/>
            <pc:sldMk cId="82694868" sldId="2147481563"/>
            <ac:spMk id="1818" creationId="{B24FE816-7288-849B-F016-285BAA2FD4A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7"/>
          <ac:spMkLst>
            <pc:docMk/>
            <pc:sldMk cId="82694868" sldId="2147481563"/>
            <ac:spMk id="1819" creationId="{FEA42574-F0AE-9B66-897D-072AEAD2D925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8"/>
          <ac:spMkLst>
            <pc:docMk/>
            <pc:sldMk cId="82694868" sldId="2147481563"/>
            <ac:spMk id="1820" creationId="{73E7F013-F61D-41B2-E1A6-AC6C8DB72C1A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9"/>
          <ac:spMkLst>
            <pc:docMk/>
            <pc:sldMk cId="82694868" sldId="2147481563"/>
            <ac:spMk id="1821" creationId="{856DB7FC-DFB4-9A39-EA84-A17DEE9630B6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6.098" v="40"/>
          <ac:spMkLst>
            <pc:docMk/>
            <pc:sldMk cId="82694868" sldId="2147481563"/>
            <ac:spMk id="1822" creationId="{F42282A9-4C65-942D-9C87-FE78DFC815D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15.395" v="59"/>
          <ac:spMkLst>
            <pc:docMk/>
            <pc:sldMk cId="82694868" sldId="2147481563"/>
            <ac:spMk id="1908" creationId="{EC5BBAE9-EF20-EFFC-15C8-97F5F0C8A7C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51.973" v="66"/>
          <ac:spMkLst>
            <pc:docMk/>
            <pc:sldMk cId="82694868" sldId="2147481563"/>
            <ac:spMk id="1909" creationId="{67698489-B231-5B23-DB63-8B6D5448FF53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0.926" v="69"/>
          <ac:spMkLst>
            <pc:docMk/>
            <pc:sldMk cId="82694868" sldId="2147481563"/>
            <ac:spMk id="1910" creationId="{9F8A916E-FAC6-F96C-0615-AE0547095309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9.926" v="72"/>
          <ac:spMkLst>
            <pc:docMk/>
            <pc:sldMk cId="82694868" sldId="2147481563"/>
            <ac:spMk id="1911" creationId="{B6105174-D119-BFF1-E249-29654A99404E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18.051" v="75"/>
          <ac:spMkLst>
            <pc:docMk/>
            <pc:sldMk cId="82694868" sldId="2147481563"/>
            <ac:spMk id="1912" creationId="{57B21AA3-499E-8AF0-4D3F-288289FC4191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32.801" v="78"/>
          <ac:spMkLst>
            <pc:docMk/>
            <pc:sldMk cId="82694868" sldId="2147481563"/>
            <ac:spMk id="1913" creationId="{DFE0365B-6CCF-FF94-43D3-A8078E656A6D}"/>
          </ac:spMkLst>
        </pc:spChg>
        <pc:graphicFrameChg chg="mod modGraphic">
          <ac:chgData name="María Abella Kuri" userId="S::a01731792_tec.mx#ext#@femcom.onmicrosoft.com::5706abf0-9aca-4ad1-b41b-e5d844eda4e0" providerId="AD" clId="Web-{4EDA0673-A03B-BBBC-C78A-3E388E14135F}" dt="2026-04-22T16:39:58.833" v="81" actId="1076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  <pc:cxnChg chg="add del mod">
          <ac:chgData name="María Abella Kuri" userId="S::a01731792_tec.mx#ext#@femcom.onmicrosoft.com::5706abf0-9aca-4ad1-b41b-e5d844eda4e0" providerId="AD" clId="Web-{4EDA0673-A03B-BBBC-C78A-3E388E14135F}" dt="2026-04-22T16:38:36.004" v="62"/>
          <ac:cxnSpMkLst>
            <pc:docMk/>
            <pc:sldMk cId="82694868" sldId="2147481563"/>
            <ac:cxnSpMk id="39" creationId="{3617A0EA-66CA-E8AB-2C0A-B0C4C062D419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0.176" v="65"/>
          <ac:cxnSpMkLst>
            <pc:docMk/>
            <pc:sldMk cId="82694868" sldId="2147481563"/>
            <ac:cxnSpMk id="40" creationId="{D7A0CBBD-FA15-A2CF-76C3-14ACE3D22FFA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9.036" v="68" actId="1076"/>
          <ac:cxnSpMkLst>
            <pc:docMk/>
            <pc:sldMk cId="82694868" sldId="2147481563"/>
            <ac:cxnSpMk id="41" creationId="{DF82175F-670F-4935-B029-9EEBF576A4E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08.473" v="71" actId="1076"/>
          <ac:cxnSpMkLst>
            <pc:docMk/>
            <pc:sldMk cId="82694868" sldId="2147481563"/>
            <ac:cxnSpMk id="42" creationId="{F042C94E-7B07-B97A-134B-D48A6D844F3F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15.473" v="74" actId="1076"/>
          <ac:cxnSpMkLst>
            <pc:docMk/>
            <pc:sldMk cId="82694868" sldId="2147481563"/>
            <ac:cxnSpMk id="43" creationId="{A23A1A92-14C2-6458-EAB8-DFE332CE092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1.426" v="77" actId="1076"/>
          <ac:cxnSpMkLst>
            <pc:docMk/>
            <pc:sldMk cId="82694868" sldId="2147481563"/>
            <ac:cxnSpMk id="44" creationId="{4007F0EC-06D0-C183-6797-B0EFF0EDD9C3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8.723" v="80" actId="1076"/>
          <ac:cxnSpMkLst>
            <pc:docMk/>
            <pc:sldMk cId="82694868" sldId="2147481563"/>
            <ac:cxnSpMk id="45" creationId="{3D17573E-84D7-AA6A-47C3-4CA8D2326317}"/>
          </ac:cxnSpMkLst>
        </pc:cxnChg>
      </pc:sldChg>
      <pc:sldChg chg="modSp">
        <pc:chgData name="María Abella Kuri" userId="S::a01731792_tec.mx#ext#@femcom.onmicrosoft.com::5706abf0-9aca-4ad1-b41b-e5d844eda4e0" providerId="AD" clId="Web-{4EDA0673-A03B-BBBC-C78A-3E388E14135F}" dt="2026-04-22T16:36:11.753" v="13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5:41.519" v="9"/>
          <ac:spMkLst>
            <pc:docMk/>
            <pc:sldMk cId="2022758790" sldId="2147481581"/>
            <ac:spMk id="2489" creationId="{D55B2DF0-7E47-574D-BD0D-9319D5F7B899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36:11.753" v="13"/>
          <ac:graphicFrameMkLst>
            <pc:docMk/>
            <pc:sldMk cId="2022758790" sldId="2147481581"/>
            <ac:graphicFrameMk id="349" creationId="{102BF7F2-7C97-E988-8A18-09E80F2AE012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1D2C1CAE-56A0-077D-1AF9-57915F764DEA}"/>
    <pc:docChg chg="addSld modSld">
      <pc:chgData name="María Abella Kuri" userId="S::a01731792_tec.mx#ext#@femcom.onmicrosoft.com::5706abf0-9aca-4ad1-b41b-e5d844eda4e0" providerId="AD" clId="Web-{1D2C1CAE-56A0-077D-1AF9-57915F764DEA}" dt="2026-04-08T14:53:29.609" v="19" actId="20577"/>
      <pc:docMkLst>
        <pc:docMk/>
      </pc:docMkLst>
      <pc:sldChg chg="modSp">
        <pc:chgData name="María Abella Kuri" userId="S::a01731792_tec.mx#ext#@femcom.onmicrosoft.com::5706abf0-9aca-4ad1-b41b-e5d844eda4e0" providerId="AD" clId="Web-{1D2C1CAE-56A0-077D-1AF9-57915F764DEA}" dt="2026-04-08T14:53:29.609" v="19" actId="20577"/>
        <pc:sldMkLst>
          <pc:docMk/>
          <pc:sldMk cId="3604345892" sldId="2147481564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3:29.609" v="19" actId="20577"/>
          <ac:spMkLst>
            <pc:docMk/>
            <pc:sldMk cId="3604345892" sldId="2147481564"/>
            <ac:spMk id="6" creationId="{B4225F67-89D0-08CE-8F23-8A44E9A07412}"/>
          </ac:spMkLst>
        </pc:spChg>
      </pc:sldChg>
      <pc:sldChg chg="addSp delSp modSp add">
        <pc:chgData name="María Abella Kuri" userId="S::a01731792_tec.mx#ext#@femcom.onmicrosoft.com::5706abf0-9aca-4ad1-b41b-e5d844eda4e0" providerId="AD" clId="Web-{1D2C1CAE-56A0-077D-1AF9-57915F764DEA}" dt="2026-04-08T14:50:38.420" v="14"/>
        <pc:sldMkLst>
          <pc:docMk/>
          <pc:sldMk cId="1898561718" sldId="2147481565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0:29.279" v="12" actId="20577"/>
          <ac:spMkLst>
            <pc:docMk/>
            <pc:sldMk cId="1898561718" sldId="2147481565"/>
            <ac:spMk id="2" creationId="{29C83E80-090F-F565-E1A3-7F2F32ACFB8A}"/>
          </ac:spMkLst>
        </pc:spChg>
      </pc:sldChg>
    </pc:docChg>
  </pc:docChgLst>
  <pc:docChgLst>
    <pc:chgData name="Rodriguez Barcenas Beatriz Adriana" userId="9d0e2705-d1ec-45d6-a10d-58461a4a334f" providerId="ADAL" clId="{812CDC9A-941A-4B28-B06D-1FCB72D96FFB}"/>
    <pc:docChg chg="undo custSel addSld modSld sldOrd">
      <pc:chgData name="Rodriguez Barcenas Beatriz Adriana" userId="9d0e2705-d1ec-45d6-a10d-58461a4a334f" providerId="ADAL" clId="{812CDC9A-941A-4B28-B06D-1FCB72D96FFB}" dt="2026-04-15T15:55:55.732" v="366" actId="179"/>
      <pc:docMkLst>
        <pc:docMk/>
      </pc:docMkLst>
      <pc:sldChg chg="modSp mod">
        <pc:chgData name="Rodriguez Barcenas Beatriz Adriana" userId="9d0e2705-d1ec-45d6-a10d-58461a4a334f" providerId="ADAL" clId="{812CDC9A-941A-4B28-B06D-1FCB72D96FFB}" dt="2026-04-15T15:43:56.126" v="147" actId="113"/>
        <pc:sldMkLst>
          <pc:docMk/>
          <pc:sldMk cId="1784338245" sldId="2147481560"/>
        </pc:sldMkLst>
        <pc:spChg chg="mod">
          <ac:chgData name="Rodriguez Barcenas Beatriz Adriana" userId="9d0e2705-d1ec-45d6-a10d-58461a4a334f" providerId="ADAL" clId="{812CDC9A-941A-4B28-B06D-1FCB72D96FFB}" dt="2026-04-15T15:42:02.936" v="64" actId="20577"/>
          <ac:spMkLst>
            <pc:docMk/>
            <pc:sldMk cId="1784338245" sldId="2147481560"/>
            <ac:spMk id="2" creationId="{5FFDE155-12A8-430E-2175-4575A5D1CFC2}"/>
          </ac:spMkLst>
        </pc:spChg>
      </pc:sldChg>
      <pc:sldChg chg="addSp modSp mod">
        <pc:chgData name="Rodriguez Barcenas Beatriz Adriana" userId="9d0e2705-d1ec-45d6-a10d-58461a4a334f" providerId="ADAL" clId="{812CDC9A-941A-4B28-B06D-1FCB72D96FFB}" dt="2026-04-15T15:46:39.319" v="152" actId="1076"/>
        <pc:sldMkLst>
          <pc:docMk/>
          <pc:sldMk cId="3752170448" sldId="2147481561"/>
        </pc:sldMkLst>
        <pc:spChg chg="add">
          <ac:chgData name="Rodriguez Barcenas Beatriz Adriana" userId="9d0e2705-d1ec-45d6-a10d-58461a4a334f" providerId="ADAL" clId="{812CDC9A-941A-4B28-B06D-1FCB72D96FFB}" dt="2026-04-15T15:46:35.602" v="148" actId="11529"/>
          <ac:spMkLst>
            <pc:docMk/>
            <pc:sldMk cId="3752170448" sldId="2147481561"/>
            <ac:spMk id="3" creationId="{C0FE3CA8-921E-4980-7BB6-898AF6D0D257}"/>
          </ac:spMkLst>
        </pc:spChg>
      </pc:sldChg>
      <pc:sldChg chg="ord">
        <pc:chgData name="Rodriguez Barcenas Beatriz Adriana" userId="9d0e2705-d1ec-45d6-a10d-58461a4a334f" providerId="ADAL" clId="{812CDC9A-941A-4B28-B06D-1FCB72D96FFB}" dt="2026-04-15T15:51:11.708" v="240"/>
        <pc:sldMkLst>
          <pc:docMk/>
          <pc:sldMk cId="3604345892" sldId="2147481564"/>
        </pc:sldMkLst>
      </pc:sldChg>
      <pc:sldChg chg="addSp modSp mod">
        <pc:chgData name="Rodriguez Barcenas Beatriz Adriana" userId="9d0e2705-d1ec-45d6-a10d-58461a4a334f" providerId="ADAL" clId="{812CDC9A-941A-4B28-B06D-1FCB72D96FFB}" dt="2026-04-15T15:48:33.990" v="194" actId="20577"/>
        <pc:sldMkLst>
          <pc:docMk/>
          <pc:sldMk cId="1898561718" sldId="2147481565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5:55.732" v="366" actId="179"/>
        <pc:sldMkLst>
          <pc:docMk/>
          <pc:sldMk cId="2237882429" sldId="2147481568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3:33.206" v="263" actId="207"/>
        <pc:sldMkLst>
          <pc:docMk/>
          <pc:sldMk cId="3856742588" sldId="2147481569"/>
        </pc:sldMkLst>
        <pc:spChg chg="mod">
          <ac:chgData name="Rodriguez Barcenas Beatriz Adriana" userId="9d0e2705-d1ec-45d6-a10d-58461a4a334f" providerId="ADAL" clId="{812CDC9A-941A-4B28-B06D-1FCB72D96FFB}" dt="2026-04-15T15:53:23.316" v="250" actId="5793"/>
          <ac:spMkLst>
            <pc:docMk/>
            <pc:sldMk cId="3856742588" sldId="2147481569"/>
            <ac:spMk id="2" creationId="{1CB9ED3D-C9F2-0304-177E-864F5563D312}"/>
          </ac:spMkLst>
        </pc:spChg>
        <pc:spChg chg="add mod">
          <ac:chgData name="Rodriguez Barcenas Beatriz Adriana" userId="9d0e2705-d1ec-45d6-a10d-58461a4a334f" providerId="ADAL" clId="{812CDC9A-941A-4B28-B06D-1FCB72D96FFB}" dt="2026-04-15T15:53:33.206" v="263" actId="207"/>
          <ac:spMkLst>
            <pc:docMk/>
            <pc:sldMk cId="3856742588" sldId="2147481569"/>
            <ac:spMk id="3" creationId="{B93CD87A-7A41-1703-5CC4-07DB563C3144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CCA2F479-9ADA-C2D6-99BE-873678D88553}"/>
    <pc:docChg chg="addSld delSld modSld">
      <pc:chgData name="María Abella Kuri" userId="S::a01731792_tec.mx#ext#@femcom.onmicrosoft.com::5706abf0-9aca-4ad1-b41b-e5d844eda4e0" providerId="AD" clId="Web-{CCA2F479-9ADA-C2D6-99BE-873678D88553}" dt="2026-03-25T17:57:54.528" v="469" actId="20577"/>
      <pc:docMkLst>
        <pc:docMk/>
      </pc:docMkLst>
      <pc:sldChg chg="modTransition addAnim delAnim">
        <pc:chgData name="María Abella Kuri" userId="S::a01731792_tec.mx#ext#@femcom.onmicrosoft.com::5706abf0-9aca-4ad1-b41b-e5d844eda4e0" providerId="AD" clId="Web-{CCA2F479-9ADA-C2D6-99BE-873678D88553}" dt="2026-03-25T17:30:27.544" v="107"/>
        <pc:sldMkLst>
          <pc:docMk/>
          <pc:sldMk cId="1784338245" sldId="2147481560"/>
        </pc:sldMkLst>
      </pc:sldChg>
      <pc:sldChg chg="addSp delSp modSp">
        <pc:chgData name="María Abella Kuri" userId="S::a01731792_tec.mx#ext#@femcom.onmicrosoft.com::5706abf0-9aca-4ad1-b41b-e5d844eda4e0" providerId="AD" clId="Web-{CCA2F479-9ADA-C2D6-99BE-873678D88553}" dt="2026-03-25T17:57:43.856" v="466"/>
        <pc:sldMkLst>
          <pc:docMk/>
          <pc:sldMk cId="3752170448" sldId="2147481561"/>
        </pc:sldMkLst>
        <pc:graphicFrameChg chg="mod modGraphic">
          <ac:chgData name="María Abella Kuri" userId="S::a01731792_tec.mx#ext#@femcom.onmicrosoft.com::5706abf0-9aca-4ad1-b41b-e5d844eda4e0" providerId="AD" clId="Web-{CCA2F479-9ADA-C2D6-99BE-873678D88553}" dt="2026-03-25T17:57:43.856" v="46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modSp add replId">
        <pc:chgData name="María Abella Kuri" userId="S::a01731792_tec.mx#ext#@femcom.onmicrosoft.com::5706abf0-9aca-4ad1-b41b-e5d844eda4e0" providerId="AD" clId="Web-{CCA2F479-9ADA-C2D6-99BE-873678D88553}" dt="2026-03-25T17:57:54.528" v="469" actId="20577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CCA2F479-9ADA-C2D6-99BE-873678D88553}" dt="2026-03-25T17:56:25.168" v="394" actId="20577"/>
          <ac:spMkLst>
            <pc:docMk/>
            <pc:sldMk cId="82694868" sldId="2147481563"/>
            <ac:spMk id="2" creationId="{2F07C081-0FD8-B23F-5A51-1751DEAA9591}"/>
          </ac:spMkLst>
        </pc:spChg>
        <pc:graphicFrameChg chg="modGraphic">
          <ac:chgData name="María Abella Kuri" userId="S::a01731792_tec.mx#ext#@femcom.onmicrosoft.com::5706abf0-9aca-4ad1-b41b-e5d844eda4e0" providerId="AD" clId="Web-{CCA2F479-9ADA-C2D6-99BE-873678D88553}" dt="2026-03-25T17:57:54.528" v="469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91EA5269-0CDA-1048-22AA-193622003B2B}"/>
    <pc:docChg chg="modSld">
      <pc:chgData name="María Abella Kuri" userId="S::a01731792_tec.mx#ext#@femcom.onmicrosoft.com::5706abf0-9aca-4ad1-b41b-e5d844eda4e0" providerId="AD" clId="Web-{91EA5269-0CDA-1048-22AA-193622003B2B}" dt="2026-03-25T17:17:26.250" v="226" actId="20577"/>
      <pc:docMkLst>
        <pc:docMk/>
      </pc:docMkLst>
      <pc:sldChg chg="modSp">
        <pc:chgData name="María Abella Kuri" userId="S::a01731792_tec.mx#ext#@femcom.onmicrosoft.com::5706abf0-9aca-4ad1-b41b-e5d844eda4e0" providerId="AD" clId="Web-{91EA5269-0CDA-1048-22AA-193622003B2B}" dt="2026-03-25T17:11:48.954" v="39" actId="20577"/>
        <pc:sldMkLst>
          <pc:docMk/>
          <pc:sldMk cId="3074664155" sldId="331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1:41.704" v="23" actId="20577"/>
          <ac:spMkLst>
            <pc:docMk/>
            <pc:sldMk cId="3074664155" sldId="331"/>
            <ac:spMk id="16" creationId="{55C30284-E7FF-5309-74E9-C85BFFDFBE0E}"/>
          </ac:spMkLst>
        </pc:spChg>
        <pc:spChg chg="mod">
          <ac:chgData name="María Abella Kuri" userId="S::a01731792_tec.mx#ext#@femcom.onmicrosoft.com::5706abf0-9aca-4ad1-b41b-e5d844eda4e0" providerId="AD" clId="Web-{91EA5269-0CDA-1048-22AA-193622003B2B}" dt="2026-03-25T17:11:48.954" v="39" actId="20577"/>
          <ac:spMkLst>
            <pc:docMk/>
            <pc:sldMk cId="3074664155" sldId="331"/>
            <ac:spMk id="17" creationId="{EBAABF6F-6E00-6442-7964-C7E31BE11C94}"/>
          </ac:spMkLst>
        </pc:spChg>
      </pc:sldChg>
      <pc:sldChg chg="addSp delSp modSp">
        <pc:chgData name="María Abella Kuri" userId="S::a01731792_tec.mx#ext#@femcom.onmicrosoft.com::5706abf0-9aca-4ad1-b41b-e5d844eda4e0" providerId="AD" clId="Web-{91EA5269-0CDA-1048-22AA-193622003B2B}" dt="2026-03-25T17:17:26.250" v="226" actId="20577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3:53.532" v="75" actId="20577"/>
          <ac:spMkLst>
            <pc:docMk/>
            <pc:sldMk cId="1784338245" sldId="2147481560"/>
            <ac:spMk id="2" creationId="{5FFDE155-12A8-430E-2175-4575A5D1CFC2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EF8B05BC-4DE0-E002-FD7D-5241D9F9AE3A}"/>
    <pc:docChg chg="mod">
      <pc:chgData name="María Abella Kuri" userId="S::a01731792_tec.mx#ext#@femcom.onmicrosoft.com::5706abf0-9aca-4ad1-b41b-e5d844eda4e0" providerId="AD" clId="Web-{EF8B05BC-4DE0-E002-FD7D-5241D9F9AE3A}" dt="2026-04-22T16:23:37.795" v="0"/>
      <pc:docMkLst>
        <pc:docMk/>
      </pc:docMkLst>
    </pc:docChg>
  </pc:docChgLst>
  <pc:docChgLst>
    <pc:chgData name="María Abella Kuri" userId="S::a01731792_tec.mx#ext#@femcom.onmicrosoft.com::5706abf0-9aca-4ad1-b41b-e5d844eda4e0" providerId="AD" clId="Web-{F2B0F749-0966-F0B9-4CE9-E8CB94331806}"/>
    <pc:docChg chg="addSld modSld">
      <pc:chgData name="María Abella Kuri" userId="S::a01731792_tec.mx#ext#@femcom.onmicrosoft.com::5706abf0-9aca-4ad1-b41b-e5d844eda4e0" providerId="AD" clId="Web-{F2B0F749-0966-F0B9-4CE9-E8CB94331806}" dt="2026-04-08T14:14:31.259" v="53" actId="1076"/>
      <pc:docMkLst>
        <pc:docMk/>
      </pc:docMkLst>
      <pc:sldChg chg="addSp delSp modSp">
        <pc:chgData name="María Abella Kuri" userId="S::a01731792_tec.mx#ext#@femcom.onmicrosoft.com::5706abf0-9aca-4ad1-b41b-e5d844eda4e0" providerId="AD" clId="Web-{F2B0F749-0966-F0B9-4CE9-E8CB94331806}" dt="2026-04-08T14:13:29.412" v="24" actId="14100"/>
        <pc:sldMkLst>
          <pc:docMk/>
          <pc:sldMk cId="3752170448" sldId="2147481561"/>
        </pc:sldMkLst>
        <pc:graphicFrameChg chg="mod">
          <ac:chgData name="María Abella Kuri" userId="S::a01731792_tec.mx#ext#@femcom.onmicrosoft.com::5706abf0-9aca-4ad1-b41b-e5d844eda4e0" providerId="AD" clId="Web-{F2B0F749-0966-F0B9-4CE9-E8CB94331806}" dt="2026-04-08T14:13:29.412" v="24" actId="14100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new">
        <pc:chgData name="María Abella Kuri" userId="S::a01731792_tec.mx#ext#@femcom.onmicrosoft.com::5706abf0-9aca-4ad1-b41b-e5d844eda4e0" providerId="AD" clId="Web-{F2B0F749-0966-F0B9-4CE9-E8CB94331806}" dt="2026-04-08T14:14:31.259" v="53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F2B0F749-0966-F0B9-4CE9-E8CB94331806}" dt="2026-04-08T14:14:16.882" v="51" actId="20577"/>
          <ac:spMkLst>
            <pc:docMk/>
            <pc:sldMk cId="3604345892" sldId="2147481564"/>
            <ac:spMk id="6" creationId="{B4225F67-89D0-08CE-8F23-8A44E9A07412}"/>
          </ac:spMkLst>
        </pc:spChg>
      </pc:sldChg>
    </pc:docChg>
  </pc:docChgLst>
  <pc:docChgLst>
    <pc:chgData name="Laura Angelina Meléndez Gargiulo" userId="S::a01283098_tec.mx#ext#@femcom.onmicrosoft.com::1f3f6eb7-544f-422f-bb47-d463065ad179" providerId="AD" clId="Web-{D04B64B7-A3D5-EF91-13EE-10C44830D471}"/>
    <pc:docChg chg="modSld">
      <pc:chgData name="Laura Angelina Meléndez Gargiulo" userId="S::a01283098_tec.mx#ext#@femcom.onmicrosoft.com::1f3f6eb7-544f-422f-bb47-d463065ad179" providerId="AD" clId="Web-{D04B64B7-A3D5-EF91-13EE-10C44830D471}" dt="2026-04-22T17:24:22.550" v="18"/>
      <pc:docMkLst>
        <pc:docMk/>
      </pc:docMkLst>
      <pc:sldChg chg="addSp delSp modSp">
        <pc:chgData name="Laura Angelina Meléndez Gargiulo" userId="S::a01283098_tec.mx#ext#@femcom.onmicrosoft.com::1f3f6eb7-544f-422f-bb47-d463065ad179" providerId="AD" clId="Web-{D04B64B7-A3D5-EF91-13EE-10C44830D471}" dt="2026-04-22T17:24:22.550" v="18"/>
        <pc:sldMkLst>
          <pc:docMk/>
          <pc:sldMk cId="2022758790" sldId="2147481581"/>
        </pc:sldMkLst>
        <pc:spChg chg="add mod">
          <ac:chgData name="Laura Angelina Meléndez Gargiulo" userId="S::a01283098_tec.mx#ext#@femcom.onmicrosoft.com::1f3f6eb7-544f-422f-bb47-d463065ad179" providerId="AD" clId="Web-{D04B64B7-A3D5-EF91-13EE-10C44830D471}" dt="2026-04-22T17:24:22.550" v="18"/>
          <ac:spMkLst>
            <pc:docMk/>
            <pc:sldMk cId="2022758790" sldId="2147481581"/>
            <ac:spMk id="29" creationId="{D55B2DF0-7E47-574D-BD0D-9319D5F7B899}"/>
          </ac:spMkLst>
        </pc:spChg>
        <pc:spChg chg="mod">
          <ac:chgData name="Laura Angelina Meléndez Gargiulo" userId="S::a01283098_tec.mx#ext#@femcom.onmicrosoft.com::1f3f6eb7-544f-422f-bb47-d463065ad179" providerId="AD" clId="Web-{D04B64B7-A3D5-EF91-13EE-10C44830D471}" dt="2026-04-22T17:18:58.916" v="1"/>
          <ac:spMkLst>
            <pc:docMk/>
            <pc:sldMk cId="2022758790" sldId="2147481581"/>
            <ac:spMk id="2489" creationId="{D55B2DF0-7E47-574D-BD0D-9319D5F7B899}"/>
          </ac:spMkLst>
        </pc:spChg>
        <pc:spChg chg="add mod">
          <ac:chgData name="Laura Angelina Meléndez Gargiulo" userId="S::a01283098_tec.mx#ext#@femcom.onmicrosoft.com::1f3f6eb7-544f-422f-bb47-d463065ad179" providerId="AD" clId="Web-{D04B64B7-A3D5-EF91-13EE-10C44830D471}" dt="2026-04-22T17:22:27.249" v="3" actId="1076"/>
          <ac:spMkLst>
            <pc:docMk/>
            <pc:sldMk cId="2022758790" sldId="2147481581"/>
            <ac:spMk id="2845" creationId="{D55B2DF0-7E47-574D-BD0D-9319D5F7B899}"/>
          </ac:spMkLst>
        </pc:spChg>
        <pc:spChg chg="add del mod">
          <ac:chgData name="Laura Angelina Meléndez Gargiulo" userId="S::a01283098_tec.mx#ext#@femcom.onmicrosoft.com::1f3f6eb7-544f-422f-bb47-d463065ad179" providerId="AD" clId="Web-{D04B64B7-A3D5-EF91-13EE-10C44830D471}" dt="2026-04-22T17:23:19.001" v="12" actId="1076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AA60DCDC-01F1-D785-E724-9BBEF1B60D56}"/>
    <pc:docChg chg="addSld delSld modSld sldOrd">
      <pc:chgData name="María Abella Kuri" userId="S::a01731792_tec.mx#ext#@femcom.onmicrosoft.com::5706abf0-9aca-4ad1-b41b-e5d844eda4e0" providerId="AD" clId="Web-{AA60DCDC-01F1-D785-E724-9BBEF1B60D56}" dt="2026-04-15T22:04:50.712" v="1994" actId="20577"/>
      <pc:docMkLst>
        <pc:docMk/>
      </pc:docMkLst>
      <pc:sldChg chg="addSp delSp modSp">
        <pc:chgData name="María Abella Kuri" userId="S::a01731792_tec.mx#ext#@femcom.onmicrosoft.com::5706abf0-9aca-4ad1-b41b-e5d844eda4e0" providerId="AD" clId="Web-{AA60DCDC-01F1-D785-E724-9BBEF1B60D56}" dt="2026-04-15T22:04:50.712" v="1994" actId="20577"/>
        <pc:sldMkLst>
          <pc:docMk/>
          <pc:sldMk cId="1784338245" sldId="2147481560"/>
        </pc:sldMkLst>
        <pc:spChg chg="add del mod">
          <ac:chgData name="María Abella Kuri" userId="S::a01731792_tec.mx#ext#@femcom.onmicrosoft.com::5706abf0-9aca-4ad1-b41b-e5d844eda4e0" providerId="AD" clId="Web-{AA60DCDC-01F1-D785-E724-9BBEF1B60D56}" dt="2026-04-15T22:03:56.144" v="1936" actId="20577"/>
          <ac:spMkLst>
            <pc:docMk/>
            <pc:sldMk cId="1784338245" sldId="2147481560"/>
            <ac:spMk id="2" creationId="{5FFDE155-12A8-430E-2175-4575A5D1CFC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68" v="1965" actId="1076"/>
          <ac:spMkLst>
            <pc:docMk/>
            <pc:sldMk cId="1784338245" sldId="2147481560"/>
            <ac:spMk id="2443" creationId="{5793800F-4A48-B4CE-C268-9AFC38B8967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84" v="1966" actId="1076"/>
          <ac:spMkLst>
            <pc:docMk/>
            <pc:sldMk cId="1784338245" sldId="2147481560"/>
            <ac:spMk id="2445" creationId="{90471BC2-3615-BD7C-CD55-C28BB445131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99" v="1967" actId="1076"/>
          <ac:spMkLst>
            <pc:docMk/>
            <pc:sldMk cId="1784338245" sldId="2147481560"/>
            <ac:spMk id="2447" creationId="{825A23A5-57A7-14F3-E610-DAE113A394F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15" v="1968" actId="1076"/>
          <ac:spMkLst>
            <pc:docMk/>
            <pc:sldMk cId="1784338245" sldId="2147481560"/>
            <ac:spMk id="2451" creationId="{49F3D735-5E6D-47C4-F5E1-B8C6D9CB5CA3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50.712" v="1994" actId="20577"/>
          <ac:spMkLst>
            <pc:docMk/>
            <pc:sldMk cId="1784338245" sldId="2147481560"/>
            <ac:spMk id="2453" creationId="{C0C19CD1-584F-C280-F1EF-B3C7929298C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62" v="1970" actId="1076"/>
          <ac:spMkLst>
            <pc:docMk/>
            <pc:sldMk cId="1784338245" sldId="2147481560"/>
            <ac:spMk id="2455" creationId="{E048CA0B-5B81-D9C6-CA9F-850D0997252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1" actId="1076"/>
          <ac:spMkLst>
            <pc:docMk/>
            <pc:sldMk cId="1784338245" sldId="2147481560"/>
            <ac:spMk id="2457" creationId="{3A13DAC1-48E7-FA72-93F5-41B502E0910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2" actId="1076"/>
          <ac:spMkLst>
            <pc:docMk/>
            <pc:sldMk cId="1784338245" sldId="2147481560"/>
            <ac:spMk id="2459" creationId="{3348A300-233A-0B74-EEAA-8F4782ED66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18:49:32.220" v="308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18:48:30.189" v="293"/>
          <ac:spMkLst>
            <pc:docMk/>
            <pc:sldMk cId="3752170448" sldId="2147481561"/>
            <ac:spMk id="3" creationId="{C0FE3CA8-921E-4980-7BB6-898AF6D0D25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20" v="294"/>
          <ac:spMkLst>
            <pc:docMk/>
            <pc:sldMk cId="3752170448" sldId="2147481561"/>
            <ac:spMk id="225" creationId="{80B91190-A5F9-39BD-089C-969560F3C39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51" v="295"/>
          <ac:spMkLst>
            <pc:docMk/>
            <pc:sldMk cId="3752170448" sldId="2147481561"/>
            <ac:spMk id="226" creationId="{231CF91D-FE43-95A3-DC5A-CDAF0BFFDBC3}"/>
          </ac:spMkLst>
        </pc:spChg>
        <pc:graphicFrameChg chg="mod">
          <ac:chgData name="María Abella Kuri" userId="S::a01731792_tec.mx#ext#@femcom.onmicrosoft.com::5706abf0-9aca-4ad1-b41b-e5d844eda4e0" providerId="AD" clId="Web-{AA60DCDC-01F1-D785-E724-9BBEF1B60D56}" dt="2026-04-15T18:48:46.548" v="296" actId="107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4.134" v="1310" actId="1076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8.493" v="1303" actId="1076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09" v="1304" actId="1076"/>
          <ac:spMkLst>
            <pc:docMk/>
            <pc:sldMk cId="2993574246" sldId="2147481562"/>
            <ac:spMk id="11" creationId="{1877DBCD-4EA9-9683-79F3-BF5249653AC9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40" v="1305" actId="1076"/>
          <ac:spMkLst>
            <pc:docMk/>
            <pc:sldMk cId="2993574246" sldId="2147481562"/>
            <ac:spMk id="13" creationId="{CF95019D-5484-1210-89FE-639F8F75242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56" v="1306" actId="1076"/>
          <ac:spMkLst>
            <pc:docMk/>
            <pc:sldMk cId="2993574246" sldId="2147481562"/>
            <ac:spMk id="15" creationId="{D63BEA9F-18B6-1B08-1AA8-55DB017607C9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24.199" v="778"/>
          <ac:spMkLst>
            <pc:docMk/>
            <pc:sldMk cId="2993574246" sldId="2147481562"/>
            <ac:spMk id="16" creationId="{F750906F-9ED6-C8C3-BB1B-D467231FDD3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71" v="1307" actId="1076"/>
          <ac:spMkLst>
            <pc:docMk/>
            <pc:sldMk cId="2993574246" sldId="2147481562"/>
            <ac:spMk id="17" creationId="{C4368A19-AE67-598D-B2E8-83CFB63D0A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87" v="1308" actId="1076"/>
          <ac:spMkLst>
            <pc:docMk/>
            <pc:sldMk cId="2993574246" sldId="2147481562"/>
            <ac:spMk id="19" creationId="{F92786DC-4830-2692-91B6-8678BD23FC89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4.134" v="1310" actId="1076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5:48.933" v="1402" actId="20577"/>
        <pc:sldMkLst>
          <pc:docMk/>
          <pc:sldMk cId="82694868" sldId="2147481563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28:34.991" v="612" actId="1076"/>
          <ac:spMkLst>
            <pc:docMk/>
            <pc:sldMk cId="82694868" sldId="2147481563"/>
            <ac:spMk id="1817" creationId="{74B3448C-8B0C-58C0-F8EC-71DAC18CDC0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069" v="613" actId="1076"/>
          <ac:spMkLst>
            <pc:docMk/>
            <pc:sldMk cId="82694868" sldId="2147481563"/>
            <ac:spMk id="1818" creationId="{B24FE816-7288-849B-F016-285BAA2FD4A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147" v="614" actId="1076"/>
          <ac:spMkLst>
            <pc:docMk/>
            <pc:sldMk cId="82694868" sldId="2147481563"/>
            <ac:spMk id="1819" creationId="{FEA42574-F0AE-9B66-897D-072AEAD2D925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225" v="615" actId="1076"/>
          <ac:spMkLst>
            <pc:docMk/>
            <pc:sldMk cId="82694868" sldId="2147481563"/>
            <ac:spMk id="1820" creationId="{73E7F013-F61D-41B2-E1A6-AC6C8DB72C1A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03" v="616" actId="1076"/>
          <ac:spMkLst>
            <pc:docMk/>
            <pc:sldMk cId="82694868" sldId="2147481563"/>
            <ac:spMk id="1821" creationId="{856DB7FC-DFB4-9A39-EA84-A17DEE9630B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81" v="617" actId="1076"/>
          <ac:spMkLst>
            <pc:docMk/>
            <pc:sldMk cId="82694868" sldId="2147481563"/>
            <ac:spMk id="1822" creationId="{F42282A9-4C65-942D-9C87-FE78DFC815DB}"/>
          </ac:spMkLst>
        </pc:spChg>
        <pc:graphicFrameChg chg="add del mod modGraphic">
          <ac:chgData name="María Abella Kuri" userId="S::a01731792_tec.mx#ext#@femcom.onmicrosoft.com::5706abf0-9aca-4ad1-b41b-e5d844eda4e0" providerId="AD" clId="Web-{AA60DCDC-01F1-D785-E724-9BBEF1B60D56}" dt="2026-04-15T21:45:48.933" v="1402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0:42:41.334" v="651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42:41.334" v="651" actId="1076"/>
          <ac:spMkLst>
            <pc:docMk/>
            <pc:sldMk cId="3604345892" sldId="2147481564"/>
            <ac:spMk id="2" creationId="{0C2CDB79-69D6-793C-7F3B-CE8449512E2B}"/>
          </ac:spMkLst>
        </pc:spChg>
        <pc:picChg chg="add mod ord modCrop">
          <ac:chgData name="María Abella Kuri" userId="S::a01731792_tec.mx#ext#@femcom.onmicrosoft.com::5706abf0-9aca-4ad1-b41b-e5d844eda4e0" providerId="AD" clId="Web-{AA60DCDC-01F1-D785-E724-9BBEF1B60D56}" dt="2026-04-15T20:42:41.334" v="650" actId="1076"/>
          <ac:picMkLst>
            <pc:docMk/>
            <pc:sldMk cId="3604345892" sldId="2147481564"/>
            <ac:picMk id="3" creationId="{B04C8374-75E9-B0DF-4F29-A6B9EB900B22}"/>
          </ac:picMkLst>
        </pc:pic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1:41.227" v="1295" actId="1076"/>
        <pc:sldMkLst>
          <pc:docMk/>
          <pc:sldMk cId="1898561718" sldId="2147481565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1:41.227" v="1295" actId="1076"/>
          <ac:spMkLst>
            <pc:docMk/>
            <pc:sldMk cId="1898561718" sldId="2147481565"/>
            <ac:spMk id="10" creationId="{D55EA777-B0B7-A20D-6515-91475FD1FD6A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0.494" v="1342"/>
        <pc:sldMkLst>
          <pc:docMk/>
          <pc:sldMk cId="1462005177" sldId="214748156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2:01.269" v="1141" actId="20577"/>
          <ac:spMkLst>
            <pc:docMk/>
            <pc:sldMk cId="1462005177" sldId="2147481567"/>
            <ac:spMk id="7" creationId="{1F75C422-A41B-60F1-9AB3-3D352E5839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0.494" v="1342"/>
          <ac:spMkLst>
            <pc:docMk/>
            <pc:sldMk cId="1462005177" sldId="2147481567"/>
            <ac:spMk id="8" creationId="{7F5C26AA-AD5C-25CC-4518-CAE42BF8B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8.925" v="1144" actId="14100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57.987" v="1139"/>
          <ac:spMkLst>
            <pc:docMk/>
            <pc:sldMk cId="1462005177" sldId="2147481567"/>
            <ac:spMk id="11" creationId="{45559CBD-D7D3-DEF2-D5C6-D8733620F7F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1.690" v="1142" actId="20577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07" v="1110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22" v="1111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38" v="1112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5.863" v="1143" actId="14100"/>
          <ac:spMkLst>
            <pc:docMk/>
            <pc:sldMk cId="1462005177" sldId="2147481567"/>
            <ac:spMk id="23" creationId="{FE9A25C6-0EF6-AC6A-2AE3-D295794834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9:11.822" v="1592"/>
        <pc:sldMkLst>
          <pc:docMk/>
          <pc:sldMk cId="2237882429" sldId="2147481568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9:04.869" v="1591" actId="20577"/>
          <ac:spMkLst>
            <pc:docMk/>
            <pc:sldMk cId="2237882429" sldId="2147481568"/>
            <ac:spMk id="4" creationId="{6258EEAF-AFCA-BE11-DF1F-02D8DF987C20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9:01:23.178" v="371" actId="20577"/>
          <ac:spMkLst>
            <pc:docMk/>
            <pc:sldMk cId="2237882429" sldId="2147481568"/>
            <ac:spMk id="5" creationId="{738663E0-BB27-FFB6-07F4-4CEE53176264}"/>
          </ac:spMkLst>
        </pc:spChg>
      </pc:sldChg>
      <pc:sldChg chg="addSp delSp modSp add mod ord modShow">
        <pc:chgData name="María Abella Kuri" userId="S::a01731792_tec.mx#ext#@femcom.onmicrosoft.com::5706abf0-9aca-4ad1-b41b-e5d844eda4e0" providerId="AD" clId="Web-{AA60DCDC-01F1-D785-E724-9BBEF1B60D56}" dt="2026-04-15T21:42:14.743" v="1302" actId="1076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4.634" v="1296" actId="1076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49" v="1297" actId="1076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65" v="1298" actId="1076"/>
          <ac:spMkLst>
            <pc:docMk/>
            <pc:sldMk cId="1437329266" sldId="2147481572"/>
            <ac:spMk id="7" creationId="{C596FC52-FF22-E00F-B02F-46C9F49125EE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96" v="1299" actId="1076"/>
          <ac:spMkLst>
            <pc:docMk/>
            <pc:sldMk cId="1437329266" sldId="2147481572"/>
            <ac:spMk id="8" creationId="{61EC8E57-F1D3-ABCE-1267-FDA63C97BF2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12" v="1300" actId="1076"/>
          <ac:spMkLst>
            <pc:docMk/>
            <pc:sldMk cId="1437329266" sldId="2147481572"/>
            <ac:spMk id="9" creationId="{1A3FBF50-776A-6452-1046-3F069365FDC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27" v="1301" actId="1076"/>
          <ac:spMkLst>
            <pc:docMk/>
            <pc:sldMk cId="1437329266" sldId="2147481572"/>
            <ac:spMk id="10" creationId="{E114A953-5CB3-8766-F466-C0DFEDCD409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19.871" v="777" actId="1076"/>
          <ac:spMkLst>
            <pc:docMk/>
            <pc:sldMk cId="1437329266" sldId="2147481572"/>
            <ac:spMk id="23" creationId="{F67C6B05-BF5B-673A-8BA1-0CA7C46DF288}"/>
          </ac:spMkLst>
        </pc:spChg>
        <pc:graphicFrameChg chg="add mod">
          <ac:chgData name="María Abella Kuri" userId="S::a01731792_tec.mx#ext#@femcom.onmicrosoft.com::5706abf0-9aca-4ad1-b41b-e5d844eda4e0" providerId="AD" clId="Web-{AA60DCDC-01F1-D785-E724-9BBEF1B60D56}" dt="2026-04-15T21:42:14.743" v="1302" actId="1076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9.837" v="1311" actId="1076"/>
        <pc:sldMkLst>
          <pc:docMk/>
          <pc:sldMk cId="1633078687" sldId="2147481573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17:00.692" v="930" actId="20577"/>
          <ac:spMkLst>
            <pc:docMk/>
            <pc:sldMk cId="1633078687" sldId="2147481573"/>
            <ac:spMk id="7" creationId="{8A306750-4297-247D-A0FD-A094F2C2363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9:22.528" v="795"/>
          <ac:spMkLst>
            <pc:docMk/>
            <pc:sldMk cId="1633078687" sldId="2147481573"/>
            <ac:spMk id="8" creationId="{94B4EB3A-0ECA-C1A8-02C2-CE9B1CE9B8F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6:56.019" v="929" actId="20577"/>
          <ac:spMkLst>
            <pc:docMk/>
            <pc:sldMk cId="1633078687" sldId="2147481573"/>
            <ac:spMk id="11" creationId="{C03F2741-FFD8-8596-D035-A8CC48A9C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33.591" v="812" actId="20577"/>
          <ac:spMkLst>
            <pc:docMk/>
            <pc:sldMk cId="1633078687" sldId="2147481573"/>
            <ac:spMk id="13" creationId="{0A90C18B-8CB1-B45F-49D0-E6BA871458C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09:12.028" v="791" actId="1076"/>
          <ac:spMkLst>
            <pc:docMk/>
            <pc:sldMk cId="1633078687" sldId="2147481573"/>
            <ac:spMk id="15" creationId="{F4B15DD0-6D91-9840-70DC-8338B6A459D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11.598" v="933" actId="14100"/>
          <ac:spMkLst>
            <pc:docMk/>
            <pc:sldMk cId="1633078687" sldId="2147481573"/>
            <ac:spMk id="16" creationId="{E8B88E11-A52D-54C2-1F6E-BFFF3BDECE0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07.982" v="803" actId="14100"/>
          <ac:spMkLst>
            <pc:docMk/>
            <pc:sldMk cId="1633078687" sldId="2147481573"/>
            <ac:spMk id="17" creationId="{C0724838-72B5-CC91-1601-878BCCD06C40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2:40.734" v="818"/>
          <ac:spMkLst>
            <pc:docMk/>
            <pc:sldMk cId="1633078687" sldId="2147481573"/>
            <ac:spMk id="19" creationId="{7EEC19DF-E1EF-3A09-8E9F-F5326955B25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07.739" v="932" actId="14100"/>
          <ac:spMkLst>
            <pc:docMk/>
            <pc:sldMk cId="1633078687" sldId="2147481573"/>
            <ac:spMk id="20" creationId="{672E5CE3-EA75-8D49-06DF-DA93F9F4169E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9.837" v="1311" actId="1076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addSp delSp modSp add del mod modShow">
        <pc:chgData name="María Abella Kuri" userId="S::a01731792_tec.mx#ext#@femcom.onmicrosoft.com::5706abf0-9aca-4ad1-b41b-e5d844eda4e0" providerId="AD" clId="Web-{AA60DCDC-01F1-D785-E724-9BBEF1B60D56}" dt="2026-04-15T21:42:48.322" v="1339" actId="1076"/>
        <pc:sldMkLst>
          <pc:docMk/>
          <pc:sldMk cId="3942005899" sldId="2147481574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48.197" v="1333" actId="1076"/>
          <ac:spMkLst>
            <pc:docMk/>
            <pc:sldMk cId="3942005899" sldId="2147481574"/>
            <ac:spMk id="8" creationId="{C3AEE891-3D0A-3832-4F18-050EC802F2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12" v="1334" actId="1076"/>
          <ac:spMkLst>
            <pc:docMk/>
            <pc:sldMk cId="3942005899" sldId="2147481574"/>
            <ac:spMk id="10" creationId="{D232AEF2-AA6C-B333-D06B-85FD8DEC832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35.150" v="1312"/>
          <ac:spMkLst>
            <pc:docMk/>
            <pc:sldMk cId="3942005899" sldId="2147481574"/>
            <ac:spMk id="11" creationId="{C96A2723-FE96-81B3-3A0A-177DAB9BE94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44" v="1335" actId="1076"/>
          <ac:spMkLst>
            <pc:docMk/>
            <pc:sldMk cId="3942005899" sldId="2147481574"/>
            <ac:spMk id="12" creationId="{E4C07704-FFF9-AE4A-B34D-D00CE4B7735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59" v="1336" actId="1076"/>
          <ac:spMkLst>
            <pc:docMk/>
            <pc:sldMk cId="3942005899" sldId="2147481574"/>
            <ac:spMk id="16" creationId="{7FB8FE63-7798-78CC-C406-CA61E35A4BC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75" v="1337" actId="1076"/>
          <ac:spMkLst>
            <pc:docMk/>
            <pc:sldMk cId="3942005899" sldId="2147481574"/>
            <ac:spMk id="18" creationId="{9337CBEE-EE07-A1BF-B748-21736650208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90" v="1338" actId="1076"/>
          <ac:spMkLst>
            <pc:docMk/>
            <pc:sldMk cId="3942005899" sldId="2147481574"/>
            <ac:spMk id="24" creationId="{EB7FF2D4-F354-AD28-A710-6A32B05A48C4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48.322" v="1339" actId="1076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2.853" v="1340"/>
        <pc:sldMkLst>
          <pc:docMk/>
          <pc:sldMk cId="1688633394" sldId="2147481575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24:54.236" v="982" actId="20577"/>
          <ac:spMkLst>
            <pc:docMk/>
            <pc:sldMk cId="1688633394" sldId="2147481575"/>
            <ac:spMk id="7" creationId="{C50721C2-6E0A-C803-B11B-91035523443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19" v="966" actId="1076"/>
          <ac:spMkLst>
            <pc:docMk/>
            <pc:sldMk cId="1688633394" sldId="2147481575"/>
            <ac:spMk id="9" creationId="{2DACD8F6-AB3B-87FE-B1D3-E1A8F01BCCF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34" v="967" actId="1076"/>
          <ac:spMkLst>
            <pc:docMk/>
            <pc:sldMk cId="1688633394" sldId="2147481575"/>
            <ac:spMk id="11" creationId="{99B08386-3D20-AC0B-842F-246F43B20E2E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2.853" v="1340"/>
          <ac:spMkLst>
            <pc:docMk/>
            <pc:sldMk cId="1688633394" sldId="2147481575"/>
            <ac:spMk id="12" creationId="{12BFA324-84A5-2215-6187-6F185015B7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50" v="968" actId="1076"/>
          <ac:spMkLst>
            <pc:docMk/>
            <pc:sldMk cId="1688633394" sldId="2147481575"/>
            <ac:spMk id="13" creationId="{13B3ABE9-8808-E064-58B8-E7B30AAD438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66" v="969" actId="1076"/>
          <ac:spMkLst>
            <pc:docMk/>
            <pc:sldMk cId="1688633394" sldId="2147481575"/>
            <ac:spMk id="15" creationId="{9CC61422-2707-F10B-8F34-2992A36D90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81" v="970" actId="1076"/>
          <ac:spMkLst>
            <pc:docMk/>
            <pc:sldMk cId="1688633394" sldId="2147481575"/>
            <ac:spMk id="17" creationId="{BBDF4E61-CE46-D1F1-8764-0A034A63A8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97" v="971" actId="1076"/>
          <ac:spMkLst>
            <pc:docMk/>
            <pc:sldMk cId="1688633394" sldId="2147481575"/>
            <ac:spMk id="19" creationId="{FCB849C5-3C9B-F001-7789-67408E9ACE5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813" v="972" actId="1076"/>
          <ac:spMkLst>
            <pc:docMk/>
            <pc:sldMk cId="1688633394" sldId="2147481575"/>
            <ac:spMk id="23" creationId="{0644465B-A4A4-566B-6B49-6D275F77B689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7.931" v="1341"/>
        <pc:sldMkLst>
          <pc:docMk/>
          <pc:sldMk cId="2234807866" sldId="2147481576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27:48.333" v="1092" actId="1076"/>
          <ac:spMkLst>
            <pc:docMk/>
            <pc:sldMk cId="2234807866" sldId="2147481576"/>
            <ac:spMk id="4" creationId="{05CC9BF0-83D4-7CE8-CF78-70F204D48AB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23" v="1086" actId="1076"/>
          <ac:spMkLst>
            <pc:docMk/>
            <pc:sldMk cId="2234807866" sldId="2147481576"/>
            <ac:spMk id="7" creationId="{FD991522-D2C2-06C8-DAE5-FE2ECD43E2A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31:15.437" v="1121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39" v="1087" actId="1076"/>
          <ac:spMkLst>
            <pc:docMk/>
            <pc:sldMk cId="2234807866" sldId="2147481576"/>
            <ac:spMk id="11" creationId="{6DA513EB-982E-034C-011D-F80D84D9F22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54" v="1088" actId="1076"/>
          <ac:spMkLst>
            <pc:docMk/>
            <pc:sldMk cId="2234807866" sldId="2147481576"/>
            <ac:spMk id="13" creationId="{94E7C47B-9929-05F1-35E2-2EEEBD043E7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7.931" v="1341"/>
          <ac:spMkLst>
            <pc:docMk/>
            <pc:sldMk cId="2234807866" sldId="2147481576"/>
            <ac:spMk id="14" creationId="{73C3C848-BF16-E34D-E618-E8B94AFA557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8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9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20"/>
          <ac:spMkLst>
            <pc:docMk/>
            <pc:sldMk cId="2234807866" sldId="2147481576"/>
            <ac:spMk id="19" creationId="{6A35042B-0464-663C-372E-25E410566DD6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7.916" v="1352" actId="1076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3:07.634" v="1344" actId="1076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681" v="1345" actId="1076"/>
          <ac:spMkLst>
            <pc:docMk/>
            <pc:sldMk cId="2495042151" sldId="2147481577"/>
            <ac:spMk id="7" creationId="{B1BC06D5-5936-E60F-7DB2-FB935A12FC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3.634" v="1343"/>
          <ac:spMkLst>
            <pc:docMk/>
            <pc:sldMk cId="2495042151" sldId="2147481577"/>
            <ac:spMk id="8" creationId="{9ED327EB-DD13-26F8-D362-8753A068F91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28" v="1346" actId="1076"/>
          <ac:spMkLst>
            <pc:docMk/>
            <pc:sldMk cId="2495042151" sldId="2147481577"/>
            <ac:spMk id="9" creationId="{945F0245-D503-8FAA-14CF-4A44DBDBF7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59" v="1347" actId="1076"/>
          <ac:spMkLst>
            <pc:docMk/>
            <pc:sldMk cId="2495042151" sldId="2147481577"/>
            <ac:spMk id="11" creationId="{AECBB58B-4BCB-9212-F625-10F1404CBBD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91" v="1348" actId="1076"/>
          <ac:spMkLst>
            <pc:docMk/>
            <pc:sldMk cId="2495042151" sldId="2147481577"/>
            <ac:spMk id="15" creationId="{F258A45B-CD3E-D0F3-DA76-EA9101807F7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22" v="1349" actId="1076"/>
          <ac:spMkLst>
            <pc:docMk/>
            <pc:sldMk cId="2495042151" sldId="2147481577"/>
            <ac:spMk id="17" creationId="{195DEC17-504C-C82C-3A56-EE288BC7CEB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53" v="1350" actId="1076"/>
          <ac:spMkLst>
            <pc:docMk/>
            <pc:sldMk cId="2495042151" sldId="2147481577"/>
            <ac:spMk id="21" creationId="{171FB286-6D3C-A7DE-A2BD-44A3B7B96DC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84" v="1351" actId="1076"/>
          <ac:spMkLst>
            <pc:docMk/>
            <pc:sldMk cId="2495042151" sldId="2147481577"/>
            <ac:spMk id="23" creationId="{DB12E6F3-4902-5E0D-4A07-6C7AF1A6E577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24.557" v="1355"/>
        <pc:sldMkLst>
          <pc:docMk/>
          <pc:sldMk cId="203729794" sldId="2147481578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7:16.190" v="1248" actId="14100"/>
          <ac:spMkLst>
            <pc:docMk/>
            <pc:sldMk cId="203729794" sldId="2147481578"/>
            <ac:spMk id="7" creationId="{F7F03795-B26A-685B-2EDC-E349B67B9C2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24.557" v="1355"/>
          <ac:spMkLst>
            <pc:docMk/>
            <pc:sldMk cId="203729794" sldId="2147481578"/>
            <ac:spMk id="8" creationId="{474C1308-BAAF-2053-481A-99CD46F9C4E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59" v="1256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1.315" v="1254" actId="14100"/>
          <ac:spMkLst>
            <pc:docMk/>
            <pc:sldMk cId="203729794" sldId="2147481578"/>
            <ac:spMk id="11" creationId="{A91565D3-76AC-6DB9-828B-4BC8333A60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20.252" v="1249" actId="14100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3.971" v="1255" actId="14100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90" v="1257" actId="1076"/>
          <ac:spMkLst>
            <pc:docMk/>
            <pc:sldMk cId="203729794" sldId="2147481578"/>
            <ac:spMk id="23" creationId="{EB9BADD3-CD36-6FE8-4814-52F7E1ADC10A}"/>
          </ac:spMkLst>
        </pc:spChg>
      </pc:sldChg>
      <pc:sldChg chg="addSp delSp modSp new">
        <pc:chgData name="María Abella Kuri" userId="S::a01731792_tec.mx#ext#@femcom.onmicrosoft.com::5706abf0-9aca-4ad1-b41b-e5d844eda4e0" providerId="AD" clId="Web-{AA60DCDC-01F1-D785-E724-9BBEF1B60D56}" dt="2026-04-15T20:48:16.033" v="663" actId="20577"/>
        <pc:sldMkLst>
          <pc:docMk/>
          <pc:sldMk cId="4270454931" sldId="2147481580"/>
        </pc:sldMkLst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4" creationId="{9175310A-6EA4-1FF9-2B9F-005F73A285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7" creationId="{34628AC3-8E2B-3413-B5C5-A2ECD60BB4E5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9" creationId="{BFA990ED-272C-A49E-9AAD-6D006404E4DA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0" creationId="{39FC4F6D-1024-3811-4DEF-17E66851F0FC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8" creationId="{74EC73B5-6220-359E-00E6-2ADC773AF11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2" creationId="{75D7B90A-773C-56ED-337B-7D9937CC6E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4" creationId="{277706FA-4EF6-0FFF-1073-56C74374EFC8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9" creationId="{C6773386-3C78-A3A4-2508-AA1AA90D327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3" creationId="{8E5B66FD-1F6E-7B0F-EA9B-C6F0118179E0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4" creationId="{4016DCAA-E238-A430-F957-6CC0A7A4081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48:16.033" v="663" actId="20577"/>
          <ac:spMkLst>
            <pc:docMk/>
            <pc:sldMk cId="4270454931" sldId="2147481580"/>
            <ac:spMk id="39" creationId="{5F0C8A48-7F1A-369F-CFB5-DDCBB9E4EEF9}"/>
          </ac:spMkLst>
        </pc:spChg>
      </pc:sldChg>
      <pc:sldChg chg="add replId">
        <pc:chgData name="María Abella Kuri" userId="S::a01731792_tec.mx#ext#@femcom.onmicrosoft.com::5706abf0-9aca-4ad1-b41b-e5d844eda4e0" providerId="AD" clId="Web-{AA60DCDC-01F1-D785-E724-9BBEF1B60D56}" dt="2026-04-15T21:52:49.459" v="1793"/>
        <pc:sldMkLst>
          <pc:docMk/>
          <pc:sldMk cId="2022758790" sldId="2147481581"/>
        </pc:sldMkLst>
      </pc:sldChg>
      <pc:sldChg chg="add replId">
        <pc:chgData name="María Abella Kuri" userId="S::a01731792_tec.mx#ext#@femcom.onmicrosoft.com::5706abf0-9aca-4ad1-b41b-e5d844eda4e0" providerId="AD" clId="Web-{AA60DCDC-01F1-D785-E724-9BBEF1B60D56}" dt="2026-04-15T22:03:24.550" v="1926"/>
        <pc:sldMkLst>
          <pc:docMk/>
          <pc:sldMk cId="157114347" sldId="2147481582"/>
        </pc:sldMkLst>
      </pc:sldChg>
    </pc:docChg>
  </pc:docChgLst>
  <pc:docChgLst>
    <pc:chgData name="María Abella Kuri" userId="S::a01731792_tec.mx#ext#@femcom.onmicrosoft.com::5706abf0-9aca-4ad1-b41b-e5d844eda4e0" providerId="AD" clId="Web-{41018F43-95EC-781F-F225-C438B8BEA477}"/>
    <pc:docChg chg="modSld">
      <pc:chgData name="María Abella Kuri" userId="S::a01731792_tec.mx#ext#@femcom.onmicrosoft.com::5706abf0-9aca-4ad1-b41b-e5d844eda4e0" providerId="AD" clId="Web-{41018F43-95EC-781F-F225-C438B8BEA477}" dt="2026-04-22T20:35:09.414" v="260"/>
      <pc:docMkLst>
        <pc:docMk/>
      </pc:docMkLst>
      <pc:sldChg chg="modSp">
        <pc:chgData name="María Abella Kuri" userId="S::a01731792_tec.mx#ext#@femcom.onmicrosoft.com::5706abf0-9aca-4ad1-b41b-e5d844eda4e0" providerId="AD" clId="Web-{41018F43-95EC-781F-F225-C438B8BEA477}" dt="2026-04-22T20:32:31.788" v="228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18:02.994" v="34" actId="20577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8:01.119" v="33" actId="20577"/>
          <ac:spMkLst>
            <pc:docMk/>
            <pc:sldMk cId="2993574246" sldId="2147481562"/>
            <ac:spMk id="11" creationId="{1877DBCD-4EA9-9683-79F3-BF5249653AC9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31.788" v="228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5:09.414" v="260"/>
        <pc:sldMkLst>
          <pc:docMk/>
          <pc:sldMk cId="1898561718" sldId="2147481565"/>
        </pc:sldMkLst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5:09.414" v="260"/>
          <ac:graphicFrameMkLst>
            <pc:docMk/>
            <pc:sldMk cId="1898561718" sldId="2147481565"/>
            <ac:graphicFrameMk id="4" creationId="{3FD86372-B169-72C1-8C07-F892CE398459}"/>
          </ac:graphicFrameMkLst>
        </pc:graphicFrameChg>
        <pc:graphicFrameChg chg="del modGraphic">
          <ac:chgData name="María Abella Kuri" userId="S::a01731792_tec.mx#ext#@femcom.onmicrosoft.com::5706abf0-9aca-4ad1-b41b-e5d844eda4e0" providerId="AD" clId="Web-{41018F43-95EC-781F-F225-C438B8BEA477}" dt="2026-04-22T20:31:43.819" v="223"/>
          <ac:graphicFrameMkLst>
            <pc:docMk/>
            <pc:sldMk cId="1898561718" sldId="2147481565"/>
            <ac:graphicFrameMk id="9" creationId="{F3A4A9BA-EE13-2DE3-A06B-7A595FDD1E1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1.445" v="234"/>
        <pc:sldMkLst>
          <pc:docMk/>
          <pc:sldMk cId="1462005177" sldId="2147481567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9:15:36.768" v="148" actId="20577"/>
          <ac:spMkLst>
            <pc:docMk/>
            <pc:sldMk cId="1462005177" sldId="2147481567"/>
            <ac:spMk id="6" creationId="{C62713D5-B99D-4016-ED5A-48E03A43D72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077" v="133" actId="1076"/>
          <ac:spMkLst>
            <pc:docMk/>
            <pc:sldMk cId="1462005177" sldId="2147481567"/>
            <ac:spMk id="7" creationId="{1F75C422-A41B-60F1-9AB3-3D352E5839A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09" v="134" actId="1076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40" v="135" actId="1076"/>
          <ac:spMkLst>
            <pc:docMk/>
            <pc:sldMk cId="1462005177" sldId="2147481567"/>
            <ac:spMk id="11" creationId="{45559CBD-D7D3-DEF2-D5C6-D8733620F7FF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36.421" v="143" actId="1076"/>
          <ac:spMkLst>
            <pc:docMk/>
            <pc:sldMk cId="1462005177" sldId="2147481567"/>
            <ac:spMk id="12" creationId="{0824D5DA-D72A-D067-64E6-1514B2B9934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71" v="136" actId="1076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18" v="137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49" v="138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65" v="139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96" v="140" actId="1076"/>
          <ac:spMkLst>
            <pc:docMk/>
            <pc:sldMk cId="1462005177" sldId="2147481567"/>
            <ac:spMk id="23" creationId="{FE9A25C6-0EF6-AC6A-2AE3-D295794834A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1.445" v="234"/>
          <ac:graphicFrameMkLst>
            <pc:docMk/>
            <pc:sldMk cId="1462005177" sldId="2147481567"/>
            <ac:graphicFrameMk id="3" creationId="{84B1832B-B3D8-1D5A-1FF4-A9D51BBE4F77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3:39.434" v="121"/>
          <ac:graphicFrameMkLst>
            <pc:docMk/>
            <pc:sldMk cId="1462005177" sldId="2147481567"/>
            <ac:graphicFrameMk id="4" creationId="{65BC14CD-8247-9820-4C89-D1BAF19421A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23.429" v="227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09:27.398" v="16" actId="20577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09:41.492" v="20" actId="20577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0:06.008" v="23"/>
          <ac:spMkLst>
            <pc:docMk/>
            <pc:sldMk cId="1437329266" sldId="2147481572"/>
            <ac:spMk id="7" creationId="{C596FC52-FF22-E00F-B02F-46C9F49125EE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23.429" v="227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39.070" v="229"/>
        <pc:sldMkLst>
          <pc:docMk/>
          <pc:sldMk cId="1633078687" sldId="2147481573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39.070" v="229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44.335" v="230"/>
        <pc:sldMkLst>
          <pc:docMk/>
          <pc:sldMk cId="3942005899" sldId="2147481574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44.335" v="230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2:59.429" v="232"/>
        <pc:sldMkLst>
          <pc:docMk/>
          <pc:sldMk cId="1688633394" sldId="2147481575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8:53:59.052" v="52" actId="20577"/>
          <ac:spMkLst>
            <pc:docMk/>
            <pc:sldMk cId="1688633394" sldId="2147481575"/>
            <ac:spMk id="10" creationId="{D783CD0F-ED13-9A7C-57E4-1C48D490F010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8:53:17.219" v="46" actId="1076"/>
          <ac:spMkLst>
            <pc:docMk/>
            <pc:sldMk cId="1688633394" sldId="2147481575"/>
            <ac:spMk id="16" creationId="{6F5E28C1-476F-1129-DA30-AF4BD95C0AAC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8:52:15.858" v="37"/>
          <ac:graphicFrameMkLst>
            <pc:docMk/>
            <pc:sldMk cId="1688633394" sldId="2147481575"/>
            <ac:graphicFrameMk id="3" creationId="{61854C41-4AA7-979C-45E1-C431BF27B3E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2:59.429" v="232"/>
          <ac:graphicFrameMkLst>
            <pc:docMk/>
            <pc:sldMk cId="1688633394" sldId="2147481575"/>
            <ac:graphicFrameMk id="5" creationId="{D154B947-EC77-FC15-48CA-2FC02B15964F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8:52:12.249" v="35"/>
          <ac:graphicFrameMkLst>
            <pc:docMk/>
            <pc:sldMk cId="1688633394" sldId="2147481575"/>
            <ac:graphicFrameMk id="8" creationId="{96FC7A1F-E7CE-A6BF-BFF5-C663FFA06F69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04.726" v="233"/>
        <pc:sldMkLst>
          <pc:docMk/>
          <pc:sldMk cId="2234807866" sldId="2147481576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9:12:04.130" v="104" actId="1076"/>
          <ac:spMkLst>
            <pc:docMk/>
            <pc:sldMk cId="2234807866" sldId="2147481576"/>
            <ac:spMk id="4" creationId="{05CC9BF0-83D4-7CE8-CF78-70F204D48ABD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55.610" v="144" actId="20577"/>
          <ac:spMkLst>
            <pc:docMk/>
            <pc:sldMk cId="2234807866" sldId="2147481576"/>
            <ac:spMk id="6" creationId="{50EF8675-8D1B-B513-3DAD-BD46DF5988BA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58" v="98" actId="1076"/>
          <ac:spMkLst>
            <pc:docMk/>
            <pc:sldMk cId="2234807866" sldId="2147481576"/>
            <ac:spMk id="7" creationId="{FD991522-D2C2-06C8-DAE5-FE2ECD43E2A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161" v="105" actId="1076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74" v="99" actId="1076"/>
          <ac:spMkLst>
            <pc:docMk/>
            <pc:sldMk cId="2234807866" sldId="2147481576"/>
            <ac:spMk id="11" creationId="{6DA513EB-982E-034C-011D-F80D84D9F226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2:08.521" v="109" actId="1076"/>
          <ac:spMkLst>
            <pc:docMk/>
            <pc:sldMk cId="2234807866" sldId="2147481576"/>
            <ac:spMk id="12" creationId="{21902432-724D-CF51-7337-48A1C243D1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05" v="100" actId="1076"/>
          <ac:spMkLst>
            <pc:docMk/>
            <pc:sldMk cId="2234807866" sldId="2147481576"/>
            <ac:spMk id="13" creationId="{94E7C47B-9929-05F1-35E2-2EEEBD043E7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38" v="101" actId="1076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68" v="102" actId="1076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99" v="103" actId="1076"/>
          <ac:spMkLst>
            <pc:docMk/>
            <pc:sldMk cId="2234807866" sldId="2147481576"/>
            <ac:spMk id="19" creationId="{6A35042B-0464-663C-372E-25E410566DD6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04.726" v="233"/>
          <ac:graphicFrameMkLst>
            <pc:docMk/>
            <pc:sldMk cId="2234807866" sldId="2147481576"/>
            <ac:graphicFrameMk id="3" creationId="{CAA28EDC-BDDE-7A31-D633-092AEC2A3B38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1:03.265" v="87"/>
          <ac:graphicFrameMkLst>
            <pc:docMk/>
            <pc:sldMk cId="2234807866" sldId="2147481576"/>
            <ac:graphicFrameMk id="10" creationId="{85992736-A56D-7644-D51D-D25774E8ADB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8.101" v="235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20:23:38.426" v="188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1:46.598" v="163" actId="14100"/>
          <ac:spMkLst>
            <pc:docMk/>
            <pc:sldMk cId="2495042151" sldId="2147481577"/>
            <ac:spMk id="21" creationId="{171FB286-6D3C-A7DE-A2BD-44A3B7B96DCD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9:16:04.363" v="151"/>
          <ac:graphicFrameMkLst>
            <pc:docMk/>
            <pc:sldMk cId="2495042151" sldId="2147481577"/>
            <ac:graphicFrameMk id="3" creationId="{CB3E37BB-9662-98B3-0251-E86FA91787C5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6:00.925" v="149"/>
          <ac:graphicFrameMkLst>
            <pc:docMk/>
            <pc:sldMk cId="2495042151" sldId="2147481577"/>
            <ac:graphicFrameMk id="4" creationId="{6FE33B4C-F1F8-CD7D-1CF0-0B99AE97359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8.101" v="235"/>
          <ac:graphicFrameMkLst>
            <pc:docMk/>
            <pc:sldMk cId="2495042151" sldId="2147481577"/>
            <ac:graphicFrameMk id="10" creationId="{AE7C0A71-4E87-E074-1469-F6CD05AEBB0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23.085" v="236"/>
        <pc:sldMkLst>
          <pc:docMk/>
          <pc:sldMk cId="203729794" sldId="2147481578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20:29:48.647" v="217" actId="20577"/>
          <ac:spMkLst>
            <pc:docMk/>
            <pc:sldMk cId="203729794" sldId="2147481578"/>
            <ac:spMk id="6" creationId="{566339A0-F9DD-A8B9-C432-D0B514E863B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36" v="194" actId="1076"/>
          <ac:spMkLst>
            <pc:docMk/>
            <pc:sldMk cId="203729794" sldId="2147481578"/>
            <ac:spMk id="7" creationId="{F7F03795-B26A-685B-2EDC-E349B67B9C2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67" v="195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98" v="196" actId="1076"/>
          <ac:spMkLst>
            <pc:docMk/>
            <pc:sldMk cId="203729794" sldId="2147481578"/>
            <ac:spMk id="11" creationId="{A91565D3-76AC-6DB9-828B-4BC8333A60A3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20:29:46.241" v="216" actId="14100"/>
          <ac:spMkLst>
            <pc:docMk/>
            <pc:sldMk cId="203729794" sldId="2147481578"/>
            <ac:spMk id="12" creationId="{CBE9899A-D028-E26C-DE51-B28E4414F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14" v="197" actId="1076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45" v="198" actId="1076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61" v="199" actId="1076"/>
          <ac:spMkLst>
            <pc:docMk/>
            <pc:sldMk cId="203729794" sldId="2147481578"/>
            <ac:spMk id="23" creationId="{EB9BADD3-CD36-6FE8-4814-52F7E1ADC10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23.085" v="236"/>
          <ac:graphicFrameMkLst>
            <pc:docMk/>
            <pc:sldMk cId="203729794" sldId="2147481578"/>
            <ac:graphicFrameMk id="3" creationId="{A08953EE-5836-5253-723F-4DB1766B53E9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20:24:31.223" v="189"/>
          <ac:graphicFrameMkLst>
            <pc:docMk/>
            <pc:sldMk cId="203729794" sldId="2147481578"/>
            <ac:graphicFrameMk id="4" creationId="{FC60CBB9-72AD-4484-7A0D-E202D6ACDAC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17:24:39.399" v="12" actId="1076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7:24:39.399" v="12" actId="1076"/>
          <ac:spMkLst>
            <pc:docMk/>
            <pc:sldMk cId="2022758790" sldId="2147481581"/>
            <ac:spMk id="29" creationId="{D55B2DF0-7E47-574D-BD0D-9319D5F7B899}"/>
          </ac:spMkLst>
        </pc:spChg>
        <pc:spChg chg="add del mod">
          <ac:chgData name="María Abella Kuri" userId="S::a01731792_tec.mx#ext#@femcom.onmicrosoft.com::5706abf0-9aca-4ad1-b41b-e5d844eda4e0" providerId="AD" clId="Web-{41018F43-95EC-781F-F225-C438B8BEA477}" dt="2026-04-22T17:24:04.306" v="10"/>
          <ac:spMkLst>
            <pc:docMk/>
            <pc:sldMk cId="2022758790" sldId="2147481581"/>
            <ac:spMk id="324" creationId="{7BC4DF81-3784-3C78-0777-DD9A3202B99F}"/>
          </ac:spMkLst>
        </pc:spChg>
        <pc:spChg chg="del">
          <ac:chgData name="María Abella Kuri" userId="S::a01731792_tec.mx#ext#@femcom.onmicrosoft.com::5706abf0-9aca-4ad1-b41b-e5d844eda4e0" providerId="AD" clId="Web-{41018F43-95EC-781F-F225-C438B8BEA477}" dt="2026-04-22T17:23:01.806" v="1"/>
          <ac:spMkLst>
            <pc:docMk/>
            <pc:sldMk cId="2022758790" sldId="2147481581"/>
            <ac:spMk id="2489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02.634" v="9"/>
          <ac:spMkLst>
            <pc:docMk/>
            <pc:sldMk cId="2022758790" sldId="2147481581"/>
            <ac:spMk id="2845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35.743" v="11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rtl="0"/>
          <a:r>
            <a:rPr lang="en-US"/>
            <a:t>Director División OXXO Mx</a:t>
          </a: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574F29B6-6059-4245-BD7C-748F6628DF6D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Comercial</a:t>
          </a:r>
          <a:endParaRPr lang="en-US"/>
        </a:p>
      </dgm:t>
    </dgm:pt>
    <dgm:pt modelId="{FE45F168-FDC1-412A-BC6E-DEFEEF3D0C77}" type="parTrans" cxnId="{768D41EF-4425-4A9F-BCFE-CE8AF5A87760}">
      <dgm:prSet/>
      <dgm:spPr/>
      <dgm:t>
        <a:bodyPr/>
        <a:lstStyle/>
        <a:p>
          <a:endParaRPr lang="en-US"/>
        </a:p>
      </dgm:t>
    </dgm:pt>
    <dgm:pt modelId="{8A50B29F-7F04-4C33-956A-FFFCE2546870}" type="sibTrans" cxnId="{768D41EF-4425-4A9F-BCFE-CE8AF5A87760}">
      <dgm:prSet/>
      <dgm:spPr/>
      <dgm:t>
        <a:bodyPr/>
        <a:lstStyle/>
        <a:p>
          <a:endParaRPr lang="en-US"/>
        </a:p>
      </dgm:t>
    </dgm:pt>
    <dgm:pt modelId="{055283CE-0811-46EF-A28B-736A79538517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Operaciones</a:t>
          </a:r>
          <a:r>
            <a:rPr lang="en-US"/>
            <a:t> y </a:t>
          </a:r>
          <a:r>
            <a:rPr lang="en-US" err="1"/>
            <a:t>Expansión</a:t>
          </a:r>
          <a:endParaRPr lang="en-US"/>
        </a:p>
      </dgm:t>
    </dgm:pt>
    <dgm:pt modelId="{91499970-3723-4196-997E-A604DE4ABFB6}" type="parTrans" cxnId="{A139A5E0-3CB6-4C6C-9CA8-B9F0365EEE9E}">
      <dgm:prSet/>
      <dgm:spPr/>
      <dgm:t>
        <a:bodyPr/>
        <a:lstStyle/>
        <a:p>
          <a:endParaRPr lang="en-US"/>
        </a:p>
      </dgm:t>
    </dgm:pt>
    <dgm:pt modelId="{37934462-DDB3-4ECE-9DE1-202071C01159}" type="sibTrans" cxnId="{A139A5E0-3CB6-4C6C-9CA8-B9F0365EEE9E}">
      <dgm:prSet/>
      <dgm:spPr/>
      <dgm:t>
        <a:bodyPr/>
        <a:lstStyle/>
        <a:p>
          <a:endParaRPr lang="en-US"/>
        </a:p>
      </dgm:t>
    </dgm:pt>
    <dgm:pt modelId="{A036DBE6-67FC-4909-A13A-AD460E50526C}">
      <dgm:prSet phldrT="[Text]" phldr="0"/>
      <dgm:spPr/>
      <dgm:t>
        <a:bodyPr/>
        <a:lstStyle/>
        <a:p>
          <a:pPr rtl="0"/>
          <a:r>
            <a:rPr lang="en-US"/>
            <a:t>Director Cadena de </a:t>
          </a:r>
          <a:r>
            <a:rPr lang="en-US" err="1"/>
            <a:t>Suministro</a:t>
          </a:r>
          <a:endParaRPr lang="en-US"/>
        </a:p>
      </dgm:t>
    </dgm:pt>
    <dgm:pt modelId="{21A83DD7-B4F1-47F9-96B3-FD6C136C5FE9}" type="parTrans" cxnId="{32A3CC72-8ADA-45EE-A2A8-7DC0BB1D237C}">
      <dgm:prSet/>
      <dgm:spPr/>
      <dgm:t>
        <a:bodyPr/>
        <a:lstStyle/>
        <a:p>
          <a:endParaRPr lang="en-US"/>
        </a:p>
      </dgm:t>
    </dgm:pt>
    <dgm:pt modelId="{D049433C-A23F-47B7-8988-9A4848E89983}" type="sibTrans" cxnId="{32A3CC72-8ADA-45EE-A2A8-7DC0BB1D237C}">
      <dgm:prSet/>
      <dgm:spPr/>
      <dgm:t>
        <a:bodyPr/>
        <a:lstStyle/>
        <a:p>
          <a:endParaRPr lang="en-US"/>
        </a:p>
      </dgm:t>
    </dgm:pt>
    <dgm:pt modelId="{D7E9D407-10AC-4FA2-857F-D21540563BDF}">
      <dgm:prSet phldrT="[Text]" phldr="0"/>
      <dgm:spPr/>
      <dgm:t>
        <a:bodyPr/>
        <a:lstStyle/>
        <a:p>
          <a:pPr rtl="0"/>
          <a:r>
            <a:rPr lang="en-US" b="1"/>
            <a:t>Director Excelencia </a:t>
          </a:r>
          <a:r>
            <a:rPr lang="en-US" b="1" err="1"/>
            <a:t>Operativa</a:t>
          </a:r>
          <a:endParaRPr lang="en-US" b="1"/>
        </a:p>
      </dgm:t>
    </dgm:pt>
    <dgm:pt modelId="{E348B7C0-E754-446C-9708-2F225789F3F1}" type="parTrans" cxnId="{A383970F-1853-4609-A6DC-FF420BDC6CD2}">
      <dgm:prSet/>
      <dgm:spPr/>
      <dgm:t>
        <a:bodyPr/>
        <a:lstStyle/>
        <a:p>
          <a:endParaRPr lang="en-US"/>
        </a:p>
      </dgm:t>
    </dgm:pt>
    <dgm:pt modelId="{76DABB42-8C7B-4DBA-8171-5127D084628C}" type="sibTrans" cxnId="{A383970F-1853-4609-A6DC-FF420BDC6CD2}">
      <dgm:prSet/>
      <dgm:spPr/>
      <dgm:t>
        <a:bodyPr/>
        <a:lstStyle/>
        <a:p>
          <a:endParaRPr lang="en-US"/>
        </a:p>
      </dgm:t>
    </dgm:pt>
    <dgm:pt modelId="{0194C298-65A0-45F3-B0D5-5371E9D4B75A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Estrategia</a:t>
          </a:r>
          <a:r>
            <a:rPr lang="en-US"/>
            <a:t> y </a:t>
          </a:r>
          <a:r>
            <a:rPr lang="en-US" err="1"/>
            <a:t>Transformación</a:t>
          </a:r>
          <a:endParaRPr lang="en-US"/>
        </a:p>
      </dgm:t>
    </dgm:pt>
    <dgm:pt modelId="{DD9B2E04-0F43-4AB4-8866-B0EDA7067AC0}" type="parTrans" cxnId="{91F30B45-2DC3-4F87-91C7-52661057B126}">
      <dgm:prSet/>
      <dgm:spPr/>
      <dgm:t>
        <a:bodyPr/>
        <a:lstStyle/>
        <a:p>
          <a:endParaRPr lang="en-US"/>
        </a:p>
      </dgm:t>
    </dgm:pt>
    <dgm:pt modelId="{A14D1D8E-3EBD-4A44-87CF-6F54A82B835C}" type="sibTrans" cxnId="{91F30B45-2DC3-4F87-91C7-52661057B126}">
      <dgm:prSet/>
      <dgm:spPr/>
      <dgm:t>
        <a:bodyPr/>
        <a:lstStyle/>
        <a:p>
          <a:endParaRPr lang="en-US"/>
        </a:p>
      </dgm:t>
    </dgm:pt>
    <dgm:pt modelId="{C5AF03B3-B2E1-4128-88CE-1E63D6B8C2E4}">
      <dgm:prSet phldr="0"/>
      <dgm:spPr/>
      <dgm:t>
        <a:bodyPr/>
        <a:lstStyle/>
        <a:p>
          <a:pPr rtl="0"/>
          <a:r>
            <a:rPr lang="en-US"/>
            <a:t>Director Administración y </a:t>
          </a:r>
          <a:r>
            <a:rPr lang="en-US" err="1"/>
            <a:t>Finanzas</a:t>
          </a:r>
          <a:endParaRPr lang="en-US"/>
        </a:p>
      </dgm:t>
    </dgm:pt>
    <dgm:pt modelId="{7D81860D-972C-4F32-8694-53EBC9B4053E}" type="parTrans" cxnId="{73536A9A-A073-49A0-93DF-3FD5E80CD649}">
      <dgm:prSet/>
      <dgm:spPr/>
      <dgm:t>
        <a:bodyPr/>
        <a:lstStyle/>
        <a:p>
          <a:endParaRPr lang="es-MX"/>
        </a:p>
      </dgm:t>
    </dgm:pt>
    <dgm:pt modelId="{3C27CB43-1C02-4461-B218-3AA71F324CBB}" type="sibTrans" cxnId="{73536A9A-A073-49A0-93DF-3FD5E80CD649}">
      <dgm:prSet/>
      <dgm:spPr/>
      <dgm:t>
        <a:bodyPr/>
        <a:lstStyle/>
        <a:p>
          <a:endParaRPr lang="es-MX"/>
        </a:p>
      </dgm:t>
    </dgm:pt>
    <dgm:pt modelId="{E2FECA66-04A6-459D-B5A3-282FD34D0D2F}">
      <dgm:prSet phldr="0"/>
      <dgm:spPr/>
      <dgm:t>
        <a:bodyPr/>
        <a:lstStyle/>
        <a:p>
          <a:pPr rtl="0"/>
          <a:r>
            <a:rPr lang="en-US"/>
            <a:t>Director Customer &amp; Marketing</a:t>
          </a:r>
        </a:p>
      </dgm:t>
    </dgm:pt>
    <dgm:pt modelId="{58882672-1384-4E83-8008-D3A8CD1EE901}" type="parTrans" cxnId="{D080BC85-B88F-47A0-AA1A-653EA98DD0FC}">
      <dgm:prSet/>
      <dgm:spPr/>
      <dgm:t>
        <a:bodyPr/>
        <a:lstStyle/>
        <a:p>
          <a:endParaRPr lang="es-MX"/>
        </a:p>
      </dgm:t>
    </dgm:pt>
    <dgm:pt modelId="{AE949FA8-7731-4EF3-ABCE-FC55E979F4D7}" type="sibTrans" cxnId="{D080BC85-B88F-47A0-AA1A-653EA98DD0FC}">
      <dgm:prSet/>
      <dgm:spPr/>
      <dgm:t>
        <a:bodyPr/>
        <a:lstStyle/>
        <a:p>
          <a:endParaRPr lang="es-MX"/>
        </a:p>
      </dgm:t>
    </dgm:pt>
    <dgm:pt modelId="{40DD60B7-D2B8-43A0-AFA5-BA8C5ED10BEC}">
      <dgm:prSet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Recursos</a:t>
          </a:r>
          <a:r>
            <a:rPr lang="en-US"/>
            <a:t> Humanos</a:t>
          </a:r>
        </a:p>
      </dgm:t>
    </dgm:pt>
    <dgm:pt modelId="{C3190E48-8162-4433-84EB-70C4131BF3A9}" type="parTrans" cxnId="{5FEA629F-C966-408E-8942-8600F07ABABF}">
      <dgm:prSet/>
      <dgm:spPr/>
      <dgm:t>
        <a:bodyPr/>
        <a:lstStyle/>
        <a:p>
          <a:endParaRPr lang="es-MX"/>
        </a:p>
      </dgm:t>
    </dgm:pt>
    <dgm:pt modelId="{4B8A4E21-4859-46AF-BB1F-CA3081054FD2}" type="sibTrans" cxnId="{5FEA629F-C966-408E-8942-8600F07ABABF}">
      <dgm:prSet/>
      <dgm:spPr/>
      <dgm:t>
        <a:bodyPr/>
        <a:lstStyle/>
        <a:p>
          <a:endParaRPr lang="es-MX"/>
        </a:p>
      </dgm:t>
    </dgm:pt>
    <dgm:pt modelId="{21A2A746-AE0C-49B0-BB80-D3353F593DDC}">
      <dgm:prSet phldr="0"/>
      <dgm:spPr/>
      <dgm:t>
        <a:bodyPr/>
        <a:lstStyle/>
        <a:p>
          <a:pPr rtl="0"/>
          <a:r>
            <a:rPr lang="en-US"/>
            <a:t>Director TI</a:t>
          </a:r>
        </a:p>
      </dgm:t>
    </dgm:pt>
    <dgm:pt modelId="{F363EE3B-0B02-438D-860A-94C970A7F07C}" type="parTrans" cxnId="{C133465F-F5DF-4339-B902-5790079C0CE5}">
      <dgm:prSet/>
      <dgm:spPr/>
      <dgm:t>
        <a:bodyPr/>
        <a:lstStyle/>
        <a:p>
          <a:endParaRPr lang="es-MX"/>
        </a:p>
      </dgm:t>
    </dgm:pt>
    <dgm:pt modelId="{206BE741-2D66-4988-ACD6-E88489E0E599}" type="sibTrans" cxnId="{C133465F-F5DF-4339-B902-5790079C0CE5}">
      <dgm:prSet/>
      <dgm:spPr/>
      <dgm:t>
        <a:bodyPr/>
        <a:lstStyle/>
        <a:p>
          <a:endParaRPr lang="es-MX"/>
        </a:p>
      </dgm:t>
    </dgm:pt>
    <dgm:pt modelId="{F3CD3DC9-0B07-4879-82E5-DFEA5772A0AF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B6103B-FAFF-4B1A-A385-FEE2792FB00D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7E158349-A700-48A2-A521-5E703F5BF5D0}" type="pres">
      <dgm:prSet presAssocID="{7069F878-BEAC-4202-A7A2-698347235709}" presName="rootComposite1" presStyleCnt="0"/>
      <dgm:spPr/>
    </dgm:pt>
    <dgm:pt modelId="{94397DD4-2F67-46BF-B359-34BF334F8E6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4F83A67-F3E6-41B2-A7F0-0214877A74F1}" type="pres">
      <dgm:prSet presAssocID="{7069F878-BEAC-4202-A7A2-698347235709}" presName="rootConnector1" presStyleLbl="node1" presStyleIdx="0" presStyleCnt="0"/>
      <dgm:spPr/>
    </dgm:pt>
    <dgm:pt modelId="{7B3C8588-87DC-47E0-A38B-CCD08594DCE1}" type="pres">
      <dgm:prSet presAssocID="{7069F878-BEAC-4202-A7A2-698347235709}" presName="hierChild2" presStyleCnt="0"/>
      <dgm:spPr/>
    </dgm:pt>
    <dgm:pt modelId="{197677B1-452C-4508-9E82-9BDD3322CD2D}" type="pres">
      <dgm:prSet presAssocID="{FE45F168-FDC1-412A-BC6E-DEFEEF3D0C77}" presName="Name37" presStyleLbl="parChTrans1D2" presStyleIdx="0" presStyleCnt="9"/>
      <dgm:spPr/>
    </dgm:pt>
    <dgm:pt modelId="{32CE2E6A-1A3B-4822-862A-989F0CE99542}" type="pres">
      <dgm:prSet presAssocID="{574F29B6-6059-4245-BD7C-748F6628DF6D}" presName="hierRoot2" presStyleCnt="0">
        <dgm:presLayoutVars>
          <dgm:hierBranch val="init"/>
        </dgm:presLayoutVars>
      </dgm:prSet>
      <dgm:spPr/>
    </dgm:pt>
    <dgm:pt modelId="{4EBE9C49-D5C7-4B5B-B179-45AD00ECED74}" type="pres">
      <dgm:prSet presAssocID="{574F29B6-6059-4245-BD7C-748F6628DF6D}" presName="rootComposite" presStyleCnt="0"/>
      <dgm:spPr/>
    </dgm:pt>
    <dgm:pt modelId="{0EED9B07-E706-491B-97B4-B7D934F0EBB3}" type="pres">
      <dgm:prSet presAssocID="{574F29B6-6059-4245-BD7C-748F6628DF6D}" presName="rootText" presStyleLbl="node2" presStyleIdx="0" presStyleCnt="9">
        <dgm:presLayoutVars>
          <dgm:chPref val="3"/>
        </dgm:presLayoutVars>
      </dgm:prSet>
      <dgm:spPr/>
    </dgm:pt>
    <dgm:pt modelId="{3B884915-9A29-4347-9279-439BB791CB12}" type="pres">
      <dgm:prSet presAssocID="{574F29B6-6059-4245-BD7C-748F6628DF6D}" presName="rootConnector" presStyleLbl="node2" presStyleIdx="0" presStyleCnt="9"/>
      <dgm:spPr/>
    </dgm:pt>
    <dgm:pt modelId="{55D21F41-431A-47C7-B7CF-CAF06CD8FE59}" type="pres">
      <dgm:prSet presAssocID="{574F29B6-6059-4245-BD7C-748F6628DF6D}" presName="hierChild4" presStyleCnt="0"/>
      <dgm:spPr/>
    </dgm:pt>
    <dgm:pt modelId="{BBF98ED9-ADFC-4144-BDBD-E42B0BE32E1F}" type="pres">
      <dgm:prSet presAssocID="{574F29B6-6059-4245-BD7C-748F6628DF6D}" presName="hierChild5" presStyleCnt="0"/>
      <dgm:spPr/>
    </dgm:pt>
    <dgm:pt modelId="{8EAF3B7D-C0DC-41C2-9AF2-7198DF42FE27}" type="pres">
      <dgm:prSet presAssocID="{58882672-1384-4E83-8008-D3A8CD1EE901}" presName="Name37" presStyleLbl="parChTrans1D2" presStyleIdx="1" presStyleCnt="9"/>
      <dgm:spPr/>
    </dgm:pt>
    <dgm:pt modelId="{DFEDD6C9-E205-4C9A-A55B-6899D32894A8}" type="pres">
      <dgm:prSet presAssocID="{E2FECA66-04A6-459D-B5A3-282FD34D0D2F}" presName="hierRoot2" presStyleCnt="0">
        <dgm:presLayoutVars>
          <dgm:hierBranch val="init"/>
        </dgm:presLayoutVars>
      </dgm:prSet>
      <dgm:spPr/>
    </dgm:pt>
    <dgm:pt modelId="{0952AB8C-DAC7-4697-AE90-505E7F9469B3}" type="pres">
      <dgm:prSet presAssocID="{E2FECA66-04A6-459D-B5A3-282FD34D0D2F}" presName="rootComposite" presStyleCnt="0"/>
      <dgm:spPr/>
    </dgm:pt>
    <dgm:pt modelId="{5B8BD311-755F-4AC2-8C1E-5B07577ACC22}" type="pres">
      <dgm:prSet presAssocID="{E2FECA66-04A6-459D-B5A3-282FD34D0D2F}" presName="rootText" presStyleLbl="node2" presStyleIdx="1" presStyleCnt="9">
        <dgm:presLayoutVars>
          <dgm:chPref val="3"/>
        </dgm:presLayoutVars>
      </dgm:prSet>
      <dgm:spPr/>
    </dgm:pt>
    <dgm:pt modelId="{6113B4B6-3D2B-410B-BF9D-B0FAA51C7E02}" type="pres">
      <dgm:prSet presAssocID="{E2FECA66-04A6-459D-B5A3-282FD34D0D2F}" presName="rootConnector" presStyleLbl="node2" presStyleIdx="1" presStyleCnt="9"/>
      <dgm:spPr/>
    </dgm:pt>
    <dgm:pt modelId="{D2AEC326-57E5-4C21-8861-061EFFB1A0A4}" type="pres">
      <dgm:prSet presAssocID="{E2FECA66-04A6-459D-B5A3-282FD34D0D2F}" presName="hierChild4" presStyleCnt="0"/>
      <dgm:spPr/>
    </dgm:pt>
    <dgm:pt modelId="{1A7BC09A-B610-43FC-BA70-AF3218906210}" type="pres">
      <dgm:prSet presAssocID="{E2FECA66-04A6-459D-B5A3-282FD34D0D2F}" presName="hierChild5" presStyleCnt="0"/>
      <dgm:spPr/>
    </dgm:pt>
    <dgm:pt modelId="{8E1BA7CD-BF05-498D-9BD0-71391A53D65B}" type="pres">
      <dgm:prSet presAssocID="{91499970-3723-4196-997E-A604DE4ABFB6}" presName="Name37" presStyleLbl="parChTrans1D2" presStyleIdx="2" presStyleCnt="9"/>
      <dgm:spPr/>
    </dgm:pt>
    <dgm:pt modelId="{0497E288-9CC4-4BBC-BA58-3048CFC7BD9E}" type="pres">
      <dgm:prSet presAssocID="{055283CE-0811-46EF-A28B-736A79538517}" presName="hierRoot2" presStyleCnt="0">
        <dgm:presLayoutVars>
          <dgm:hierBranch val="init"/>
        </dgm:presLayoutVars>
      </dgm:prSet>
      <dgm:spPr/>
    </dgm:pt>
    <dgm:pt modelId="{056A90C0-C1BA-4130-BB29-4DC474CC941D}" type="pres">
      <dgm:prSet presAssocID="{055283CE-0811-46EF-A28B-736A79538517}" presName="rootComposite" presStyleCnt="0"/>
      <dgm:spPr/>
    </dgm:pt>
    <dgm:pt modelId="{EDDBF22D-DE0C-422C-BBA3-156DFA46E976}" type="pres">
      <dgm:prSet presAssocID="{055283CE-0811-46EF-A28B-736A79538517}" presName="rootText" presStyleLbl="node2" presStyleIdx="2" presStyleCnt="9">
        <dgm:presLayoutVars>
          <dgm:chPref val="3"/>
        </dgm:presLayoutVars>
      </dgm:prSet>
      <dgm:spPr/>
    </dgm:pt>
    <dgm:pt modelId="{42E69EE8-A8B4-48E2-B3B8-20E74222C69C}" type="pres">
      <dgm:prSet presAssocID="{055283CE-0811-46EF-A28B-736A79538517}" presName="rootConnector" presStyleLbl="node2" presStyleIdx="2" presStyleCnt="9"/>
      <dgm:spPr/>
    </dgm:pt>
    <dgm:pt modelId="{371F15A3-67AA-4DE4-B0ED-98F33950BB1E}" type="pres">
      <dgm:prSet presAssocID="{055283CE-0811-46EF-A28B-736A79538517}" presName="hierChild4" presStyleCnt="0"/>
      <dgm:spPr/>
    </dgm:pt>
    <dgm:pt modelId="{D9A12098-EB81-47EA-8067-F3865C8763AC}" type="pres">
      <dgm:prSet presAssocID="{055283CE-0811-46EF-A28B-736A79538517}" presName="hierChild5" presStyleCnt="0"/>
      <dgm:spPr/>
    </dgm:pt>
    <dgm:pt modelId="{23D49FF4-6FB6-4495-81F5-47E61C3F2ED9}" type="pres">
      <dgm:prSet presAssocID="{21A83DD7-B4F1-47F9-96B3-FD6C136C5FE9}" presName="Name37" presStyleLbl="parChTrans1D2" presStyleIdx="3" presStyleCnt="9"/>
      <dgm:spPr/>
    </dgm:pt>
    <dgm:pt modelId="{B74C402E-9FE2-4518-95C8-C6A4A57A5095}" type="pres">
      <dgm:prSet presAssocID="{A036DBE6-67FC-4909-A13A-AD460E50526C}" presName="hierRoot2" presStyleCnt="0">
        <dgm:presLayoutVars>
          <dgm:hierBranch val="init"/>
        </dgm:presLayoutVars>
      </dgm:prSet>
      <dgm:spPr/>
    </dgm:pt>
    <dgm:pt modelId="{88A27C35-8BB5-45EB-A9CB-00121D6EADC1}" type="pres">
      <dgm:prSet presAssocID="{A036DBE6-67FC-4909-A13A-AD460E50526C}" presName="rootComposite" presStyleCnt="0"/>
      <dgm:spPr/>
    </dgm:pt>
    <dgm:pt modelId="{D3564F0F-1BB3-4425-BF9A-4B955D559D91}" type="pres">
      <dgm:prSet presAssocID="{A036DBE6-67FC-4909-A13A-AD460E50526C}" presName="rootText" presStyleLbl="node2" presStyleIdx="3" presStyleCnt="9">
        <dgm:presLayoutVars>
          <dgm:chPref val="3"/>
        </dgm:presLayoutVars>
      </dgm:prSet>
      <dgm:spPr/>
    </dgm:pt>
    <dgm:pt modelId="{FDD41007-3290-41E4-B603-22D3E85CF340}" type="pres">
      <dgm:prSet presAssocID="{A036DBE6-67FC-4909-A13A-AD460E50526C}" presName="rootConnector" presStyleLbl="node2" presStyleIdx="3" presStyleCnt="9"/>
      <dgm:spPr/>
    </dgm:pt>
    <dgm:pt modelId="{ACACDD72-5F20-4DEF-B3A7-145C442B04E8}" type="pres">
      <dgm:prSet presAssocID="{A036DBE6-67FC-4909-A13A-AD460E50526C}" presName="hierChild4" presStyleCnt="0"/>
      <dgm:spPr/>
    </dgm:pt>
    <dgm:pt modelId="{206BD35C-1640-4E18-8AE7-4152AFDAE292}" type="pres">
      <dgm:prSet presAssocID="{A036DBE6-67FC-4909-A13A-AD460E50526C}" presName="hierChild5" presStyleCnt="0"/>
      <dgm:spPr/>
    </dgm:pt>
    <dgm:pt modelId="{BC720031-835C-4992-BAE1-AE27CBB60C2A}" type="pres">
      <dgm:prSet presAssocID="{E348B7C0-E754-446C-9708-2F225789F3F1}" presName="Name37" presStyleLbl="parChTrans1D2" presStyleIdx="4" presStyleCnt="9"/>
      <dgm:spPr/>
    </dgm:pt>
    <dgm:pt modelId="{95A5B8CC-9A3A-418B-9774-3AFBAD2876B5}" type="pres">
      <dgm:prSet presAssocID="{D7E9D407-10AC-4FA2-857F-D21540563BDF}" presName="hierRoot2" presStyleCnt="0">
        <dgm:presLayoutVars>
          <dgm:hierBranch val="init"/>
        </dgm:presLayoutVars>
      </dgm:prSet>
      <dgm:spPr/>
    </dgm:pt>
    <dgm:pt modelId="{487FFB48-E6A5-4981-BA6B-34B2DA4FD9AD}" type="pres">
      <dgm:prSet presAssocID="{D7E9D407-10AC-4FA2-857F-D21540563BDF}" presName="rootComposite" presStyleCnt="0"/>
      <dgm:spPr/>
    </dgm:pt>
    <dgm:pt modelId="{F59A7C1C-20FF-4421-8458-BECA8B26AAF3}" type="pres">
      <dgm:prSet presAssocID="{D7E9D407-10AC-4FA2-857F-D21540563BDF}" presName="rootText" presStyleLbl="node2" presStyleIdx="4" presStyleCnt="9">
        <dgm:presLayoutVars>
          <dgm:chPref val="3"/>
        </dgm:presLayoutVars>
      </dgm:prSet>
      <dgm:spPr/>
    </dgm:pt>
    <dgm:pt modelId="{A150312C-8F86-49B6-8073-3289A03BCC55}" type="pres">
      <dgm:prSet presAssocID="{D7E9D407-10AC-4FA2-857F-D21540563BDF}" presName="rootConnector" presStyleLbl="node2" presStyleIdx="4" presStyleCnt="9"/>
      <dgm:spPr/>
    </dgm:pt>
    <dgm:pt modelId="{C5C1ABD0-31F1-420B-8802-8AACD414EB51}" type="pres">
      <dgm:prSet presAssocID="{D7E9D407-10AC-4FA2-857F-D21540563BDF}" presName="hierChild4" presStyleCnt="0"/>
      <dgm:spPr/>
    </dgm:pt>
    <dgm:pt modelId="{82DDAED1-C447-43BB-A5DD-5ECE042EE658}" type="pres">
      <dgm:prSet presAssocID="{D7E9D407-10AC-4FA2-857F-D21540563BDF}" presName="hierChild5" presStyleCnt="0"/>
      <dgm:spPr/>
    </dgm:pt>
    <dgm:pt modelId="{4D7ADD35-9B0A-4FB2-BCE2-178EBA4BD4D6}" type="pres">
      <dgm:prSet presAssocID="{DD9B2E04-0F43-4AB4-8866-B0EDA7067AC0}" presName="Name37" presStyleLbl="parChTrans1D2" presStyleIdx="5" presStyleCnt="9"/>
      <dgm:spPr/>
    </dgm:pt>
    <dgm:pt modelId="{9578D728-E999-42A5-B53E-F6345919356A}" type="pres">
      <dgm:prSet presAssocID="{0194C298-65A0-45F3-B0D5-5371E9D4B75A}" presName="hierRoot2" presStyleCnt="0">
        <dgm:presLayoutVars>
          <dgm:hierBranch val="init"/>
        </dgm:presLayoutVars>
      </dgm:prSet>
      <dgm:spPr/>
    </dgm:pt>
    <dgm:pt modelId="{A76BC02A-D8A1-4250-836B-31702197DD81}" type="pres">
      <dgm:prSet presAssocID="{0194C298-65A0-45F3-B0D5-5371E9D4B75A}" presName="rootComposite" presStyleCnt="0"/>
      <dgm:spPr/>
    </dgm:pt>
    <dgm:pt modelId="{697796EA-8529-4EFE-B5D9-7C9F923B4E9B}" type="pres">
      <dgm:prSet presAssocID="{0194C298-65A0-45F3-B0D5-5371E9D4B75A}" presName="rootText" presStyleLbl="node2" presStyleIdx="5" presStyleCnt="9">
        <dgm:presLayoutVars>
          <dgm:chPref val="3"/>
        </dgm:presLayoutVars>
      </dgm:prSet>
      <dgm:spPr/>
    </dgm:pt>
    <dgm:pt modelId="{3AAD2945-3B58-4297-B1D2-5C2E96689B33}" type="pres">
      <dgm:prSet presAssocID="{0194C298-65A0-45F3-B0D5-5371E9D4B75A}" presName="rootConnector" presStyleLbl="node2" presStyleIdx="5" presStyleCnt="9"/>
      <dgm:spPr/>
    </dgm:pt>
    <dgm:pt modelId="{ADA8EACC-0F21-48E3-B080-34C8ECDCB091}" type="pres">
      <dgm:prSet presAssocID="{0194C298-65A0-45F3-B0D5-5371E9D4B75A}" presName="hierChild4" presStyleCnt="0"/>
      <dgm:spPr/>
    </dgm:pt>
    <dgm:pt modelId="{285ACA8E-6466-4867-9217-70D0AF779542}" type="pres">
      <dgm:prSet presAssocID="{0194C298-65A0-45F3-B0D5-5371E9D4B75A}" presName="hierChild5" presStyleCnt="0"/>
      <dgm:spPr/>
    </dgm:pt>
    <dgm:pt modelId="{81368F04-6CE2-4059-80C7-E8442577A42F}" type="pres">
      <dgm:prSet presAssocID="{7D81860D-972C-4F32-8694-53EBC9B4053E}" presName="Name37" presStyleLbl="parChTrans1D2" presStyleIdx="6" presStyleCnt="9"/>
      <dgm:spPr/>
    </dgm:pt>
    <dgm:pt modelId="{9A2BEE75-FCD8-46F2-B734-44758D75CF38}" type="pres">
      <dgm:prSet presAssocID="{C5AF03B3-B2E1-4128-88CE-1E63D6B8C2E4}" presName="hierRoot2" presStyleCnt="0">
        <dgm:presLayoutVars>
          <dgm:hierBranch val="init"/>
        </dgm:presLayoutVars>
      </dgm:prSet>
      <dgm:spPr/>
    </dgm:pt>
    <dgm:pt modelId="{267DF917-8B9D-4B7A-9059-A1C3185AA323}" type="pres">
      <dgm:prSet presAssocID="{C5AF03B3-B2E1-4128-88CE-1E63D6B8C2E4}" presName="rootComposite" presStyleCnt="0"/>
      <dgm:spPr/>
    </dgm:pt>
    <dgm:pt modelId="{9B81FB97-4622-4384-831D-499A837676D2}" type="pres">
      <dgm:prSet presAssocID="{C5AF03B3-B2E1-4128-88CE-1E63D6B8C2E4}" presName="rootText" presStyleLbl="node2" presStyleIdx="6" presStyleCnt="9">
        <dgm:presLayoutVars>
          <dgm:chPref val="3"/>
        </dgm:presLayoutVars>
      </dgm:prSet>
      <dgm:spPr/>
    </dgm:pt>
    <dgm:pt modelId="{5534140A-D45B-41EB-92C1-1B32489A0626}" type="pres">
      <dgm:prSet presAssocID="{C5AF03B3-B2E1-4128-88CE-1E63D6B8C2E4}" presName="rootConnector" presStyleLbl="node2" presStyleIdx="6" presStyleCnt="9"/>
      <dgm:spPr/>
    </dgm:pt>
    <dgm:pt modelId="{60C5B3F7-CA0F-4D36-BE63-7037A6286C71}" type="pres">
      <dgm:prSet presAssocID="{C5AF03B3-B2E1-4128-88CE-1E63D6B8C2E4}" presName="hierChild4" presStyleCnt="0"/>
      <dgm:spPr/>
    </dgm:pt>
    <dgm:pt modelId="{54ABDA4E-573D-45CB-9388-A37EE779E5E0}" type="pres">
      <dgm:prSet presAssocID="{C5AF03B3-B2E1-4128-88CE-1E63D6B8C2E4}" presName="hierChild5" presStyleCnt="0"/>
      <dgm:spPr/>
    </dgm:pt>
    <dgm:pt modelId="{4D201456-16D8-4181-A742-2FBBE8FE8CF5}" type="pres">
      <dgm:prSet presAssocID="{C3190E48-8162-4433-84EB-70C4131BF3A9}" presName="Name37" presStyleLbl="parChTrans1D2" presStyleIdx="7" presStyleCnt="9"/>
      <dgm:spPr/>
    </dgm:pt>
    <dgm:pt modelId="{8F7506CF-4EF7-43AA-AD44-19E195D3D1EE}" type="pres">
      <dgm:prSet presAssocID="{40DD60B7-D2B8-43A0-AFA5-BA8C5ED10BEC}" presName="hierRoot2" presStyleCnt="0">
        <dgm:presLayoutVars>
          <dgm:hierBranch val="init"/>
        </dgm:presLayoutVars>
      </dgm:prSet>
      <dgm:spPr/>
    </dgm:pt>
    <dgm:pt modelId="{062EE015-FEF7-4DDD-B1FC-101D445CCC12}" type="pres">
      <dgm:prSet presAssocID="{40DD60B7-D2B8-43A0-AFA5-BA8C5ED10BEC}" presName="rootComposite" presStyleCnt="0"/>
      <dgm:spPr/>
    </dgm:pt>
    <dgm:pt modelId="{FCF59EA8-8C54-4DF4-B5C1-A7D22D2A0AFB}" type="pres">
      <dgm:prSet presAssocID="{40DD60B7-D2B8-43A0-AFA5-BA8C5ED10BEC}" presName="rootText" presStyleLbl="node2" presStyleIdx="7" presStyleCnt="9">
        <dgm:presLayoutVars>
          <dgm:chPref val="3"/>
        </dgm:presLayoutVars>
      </dgm:prSet>
      <dgm:spPr/>
    </dgm:pt>
    <dgm:pt modelId="{44827AC9-F91E-46E9-82AD-BB087932126B}" type="pres">
      <dgm:prSet presAssocID="{40DD60B7-D2B8-43A0-AFA5-BA8C5ED10BEC}" presName="rootConnector" presStyleLbl="node2" presStyleIdx="7" presStyleCnt="9"/>
      <dgm:spPr/>
    </dgm:pt>
    <dgm:pt modelId="{06DA51B4-F665-4907-9ECF-F6CAAF8F4998}" type="pres">
      <dgm:prSet presAssocID="{40DD60B7-D2B8-43A0-AFA5-BA8C5ED10BEC}" presName="hierChild4" presStyleCnt="0"/>
      <dgm:spPr/>
    </dgm:pt>
    <dgm:pt modelId="{EB66728C-9DBD-416E-B8B1-3098B4B59607}" type="pres">
      <dgm:prSet presAssocID="{40DD60B7-D2B8-43A0-AFA5-BA8C5ED10BEC}" presName="hierChild5" presStyleCnt="0"/>
      <dgm:spPr/>
    </dgm:pt>
    <dgm:pt modelId="{75EF5D99-E210-41FA-9529-2FA7FAB6AABC}" type="pres">
      <dgm:prSet presAssocID="{F363EE3B-0B02-438D-860A-94C970A7F07C}" presName="Name37" presStyleLbl="parChTrans1D2" presStyleIdx="8" presStyleCnt="9"/>
      <dgm:spPr/>
    </dgm:pt>
    <dgm:pt modelId="{D8B4C5F3-BD79-4ED3-8B46-937EEFBA3905}" type="pres">
      <dgm:prSet presAssocID="{21A2A746-AE0C-49B0-BB80-D3353F593DDC}" presName="hierRoot2" presStyleCnt="0">
        <dgm:presLayoutVars>
          <dgm:hierBranch val="init"/>
        </dgm:presLayoutVars>
      </dgm:prSet>
      <dgm:spPr/>
    </dgm:pt>
    <dgm:pt modelId="{BA3C46FC-C8F2-4687-BC35-7F639B47362A}" type="pres">
      <dgm:prSet presAssocID="{21A2A746-AE0C-49B0-BB80-D3353F593DDC}" presName="rootComposite" presStyleCnt="0"/>
      <dgm:spPr/>
    </dgm:pt>
    <dgm:pt modelId="{73129E05-F29E-404F-8C7D-421E9D3F125F}" type="pres">
      <dgm:prSet presAssocID="{21A2A746-AE0C-49B0-BB80-D3353F593DDC}" presName="rootText" presStyleLbl="node2" presStyleIdx="8" presStyleCnt="9">
        <dgm:presLayoutVars>
          <dgm:chPref val="3"/>
        </dgm:presLayoutVars>
      </dgm:prSet>
      <dgm:spPr/>
    </dgm:pt>
    <dgm:pt modelId="{F48BA005-592C-4D10-97B2-F94EE77882FB}" type="pres">
      <dgm:prSet presAssocID="{21A2A746-AE0C-49B0-BB80-D3353F593DDC}" presName="rootConnector" presStyleLbl="node2" presStyleIdx="8" presStyleCnt="9"/>
      <dgm:spPr/>
    </dgm:pt>
    <dgm:pt modelId="{7D08E39F-B7B2-4CC3-929E-08196A0840D3}" type="pres">
      <dgm:prSet presAssocID="{21A2A746-AE0C-49B0-BB80-D3353F593DDC}" presName="hierChild4" presStyleCnt="0"/>
      <dgm:spPr/>
    </dgm:pt>
    <dgm:pt modelId="{CEA0A379-99BC-4F99-8EE7-74508CE7F9A7}" type="pres">
      <dgm:prSet presAssocID="{21A2A746-AE0C-49B0-BB80-D3353F593DDC}" presName="hierChild5" presStyleCnt="0"/>
      <dgm:spPr/>
    </dgm:pt>
    <dgm:pt modelId="{15D5C4CB-C856-4105-9625-6A7D511CBDEC}" type="pres">
      <dgm:prSet presAssocID="{7069F878-BEAC-4202-A7A2-698347235709}" presName="hierChild3" presStyleCnt="0"/>
      <dgm:spPr/>
    </dgm:pt>
  </dgm:ptLst>
  <dgm:cxnLst>
    <dgm:cxn modelId="{A383970F-1853-4609-A6DC-FF420BDC6CD2}" srcId="{7069F878-BEAC-4202-A7A2-698347235709}" destId="{D7E9D407-10AC-4FA2-857F-D21540563BDF}" srcOrd="4" destOrd="0" parTransId="{E348B7C0-E754-446C-9708-2F225789F3F1}" sibTransId="{76DABB42-8C7B-4DBA-8171-5127D084628C}"/>
    <dgm:cxn modelId="{2F491115-5313-45BB-8367-DE010ED43FA6}" type="presOf" srcId="{40DD60B7-D2B8-43A0-AFA5-BA8C5ED10BEC}" destId="{FCF59EA8-8C54-4DF4-B5C1-A7D22D2A0AFB}" srcOrd="0" destOrd="0" presId="urn:microsoft.com/office/officeart/2005/8/layout/orgChart1"/>
    <dgm:cxn modelId="{314FBB18-3028-4C82-8053-3AC83A00304D}" type="presOf" srcId="{E348B7C0-E754-446C-9708-2F225789F3F1}" destId="{BC720031-835C-4992-BAE1-AE27CBB60C2A}" srcOrd="0" destOrd="0" presId="urn:microsoft.com/office/officeart/2005/8/layout/orgChart1"/>
    <dgm:cxn modelId="{B46A3B1A-419E-4314-80E7-604910D9B66D}" type="presOf" srcId="{E2FECA66-04A6-459D-B5A3-282FD34D0D2F}" destId="{5B8BD311-755F-4AC2-8C1E-5B07577ACC22}" srcOrd="0" destOrd="0" presId="urn:microsoft.com/office/officeart/2005/8/layout/orgChart1"/>
    <dgm:cxn modelId="{89F6591F-6732-4A13-9705-5A3543D536E4}" type="presOf" srcId="{C3190E48-8162-4433-84EB-70C4131BF3A9}" destId="{4D201456-16D8-4181-A742-2FBBE8FE8CF5}" srcOrd="0" destOrd="0" presId="urn:microsoft.com/office/officeart/2005/8/layout/orgChart1"/>
    <dgm:cxn modelId="{F739A320-E920-46C1-86FD-B060FF067CA4}" type="presOf" srcId="{0194C298-65A0-45F3-B0D5-5371E9D4B75A}" destId="{697796EA-8529-4EFE-B5D9-7C9F923B4E9B}" srcOrd="0" destOrd="0" presId="urn:microsoft.com/office/officeart/2005/8/layout/orgChart1"/>
    <dgm:cxn modelId="{34B40325-CE93-4742-968B-2603C8659016}" type="presOf" srcId="{E2FECA66-04A6-459D-B5A3-282FD34D0D2F}" destId="{6113B4B6-3D2B-410B-BF9D-B0FAA51C7E02}" srcOrd="1" destOrd="0" presId="urn:microsoft.com/office/officeart/2005/8/layout/orgChart1"/>
    <dgm:cxn modelId="{4F378F3E-64D3-44D8-9098-D9BA94DACB94}" type="presOf" srcId="{FE45F168-FDC1-412A-BC6E-DEFEEF3D0C77}" destId="{197677B1-452C-4508-9E82-9BDD3322CD2D}" srcOrd="0" destOrd="0" presId="urn:microsoft.com/office/officeart/2005/8/layout/orgChart1"/>
    <dgm:cxn modelId="{F32B573F-000D-4763-9D2B-D4E6ADAAE971}" type="presOf" srcId="{FC1EBC01-D8B7-4632-8B75-853A8FC8A9F8}" destId="{F3CD3DC9-0B07-4879-82E5-DFEA5772A0AF}" srcOrd="0" destOrd="0" presId="urn:microsoft.com/office/officeart/2005/8/layout/orgChart1"/>
    <dgm:cxn modelId="{C133465F-F5DF-4339-B902-5790079C0CE5}" srcId="{7069F878-BEAC-4202-A7A2-698347235709}" destId="{21A2A746-AE0C-49B0-BB80-D3353F593DDC}" srcOrd="8" destOrd="0" parTransId="{F363EE3B-0B02-438D-860A-94C970A7F07C}" sibTransId="{206BE741-2D66-4988-ACD6-E88489E0E599}"/>
    <dgm:cxn modelId="{91F30B45-2DC3-4F87-91C7-52661057B126}" srcId="{7069F878-BEAC-4202-A7A2-698347235709}" destId="{0194C298-65A0-45F3-B0D5-5371E9D4B75A}" srcOrd="5" destOrd="0" parTransId="{DD9B2E04-0F43-4AB4-8866-B0EDA7067AC0}" sibTransId="{A14D1D8E-3EBD-4A44-87CF-6F54A82B835C}"/>
    <dgm:cxn modelId="{CFBA4366-5BD6-4AAD-8180-208ABC623F0E}" type="presOf" srcId="{40DD60B7-D2B8-43A0-AFA5-BA8C5ED10BEC}" destId="{44827AC9-F91E-46E9-82AD-BB087932126B}" srcOrd="1" destOrd="0" presId="urn:microsoft.com/office/officeart/2005/8/layout/orgChart1"/>
    <dgm:cxn modelId="{92F5086B-A73F-4F99-BC7C-2A66EBC757A0}" type="presOf" srcId="{F363EE3B-0B02-438D-860A-94C970A7F07C}" destId="{75EF5D99-E210-41FA-9529-2FA7FAB6AABC}" srcOrd="0" destOrd="0" presId="urn:microsoft.com/office/officeart/2005/8/layout/orgChart1"/>
    <dgm:cxn modelId="{7942BF4F-402D-4987-9D42-5BE3AA47FEE0}" type="presOf" srcId="{21A2A746-AE0C-49B0-BB80-D3353F593DDC}" destId="{73129E05-F29E-404F-8C7D-421E9D3F125F}" srcOrd="0" destOrd="0" presId="urn:microsoft.com/office/officeart/2005/8/layout/orgChart1"/>
    <dgm:cxn modelId="{D003D151-AB06-468E-9B5A-6F470754AD26}" type="presOf" srcId="{D7E9D407-10AC-4FA2-857F-D21540563BDF}" destId="{A150312C-8F86-49B6-8073-3289A03BCC55}" srcOrd="1" destOrd="0" presId="urn:microsoft.com/office/officeart/2005/8/layout/orgChart1"/>
    <dgm:cxn modelId="{32A3CC72-8ADA-45EE-A2A8-7DC0BB1D237C}" srcId="{7069F878-BEAC-4202-A7A2-698347235709}" destId="{A036DBE6-67FC-4909-A13A-AD460E50526C}" srcOrd="3" destOrd="0" parTransId="{21A83DD7-B4F1-47F9-96B3-FD6C136C5FE9}" sibTransId="{D049433C-A23F-47B7-8988-9A4848E89983}"/>
    <dgm:cxn modelId="{9A9EC357-70D9-4BCC-8D5F-48952F386432}" type="presOf" srcId="{21A83DD7-B4F1-47F9-96B3-FD6C136C5FE9}" destId="{23D49FF4-6FB6-4495-81F5-47E61C3F2ED9}" srcOrd="0" destOrd="0" presId="urn:microsoft.com/office/officeart/2005/8/layout/orgChart1"/>
    <dgm:cxn modelId="{F8C2E977-E75C-4B9B-AB4B-9CC37A8B0E61}" type="presOf" srcId="{A036DBE6-67FC-4909-A13A-AD460E50526C}" destId="{FDD41007-3290-41E4-B603-22D3E85CF340}" srcOrd="1" destOrd="0" presId="urn:microsoft.com/office/officeart/2005/8/layout/orgChart1"/>
    <dgm:cxn modelId="{18B3B978-6C5D-40A1-985B-C98CE31C6E33}" type="presOf" srcId="{0194C298-65A0-45F3-B0D5-5371E9D4B75A}" destId="{3AAD2945-3B58-4297-B1D2-5C2E96689B33}" srcOrd="1" destOrd="0" presId="urn:microsoft.com/office/officeart/2005/8/layout/orgChart1"/>
    <dgm:cxn modelId="{BC555F59-4909-4D29-AE04-DA0D3F91410A}" type="presOf" srcId="{055283CE-0811-46EF-A28B-736A79538517}" destId="{42E69EE8-A8B4-48E2-B3B8-20E74222C69C}" srcOrd="1" destOrd="0" presId="urn:microsoft.com/office/officeart/2005/8/layout/orgChart1"/>
    <dgm:cxn modelId="{0C68DD7B-844A-4D60-AD61-9B1F277D07AF}" type="presOf" srcId="{C5AF03B3-B2E1-4128-88CE-1E63D6B8C2E4}" destId="{9B81FB97-4622-4384-831D-499A837676D2}" srcOrd="0" destOrd="0" presId="urn:microsoft.com/office/officeart/2005/8/layout/orgChart1"/>
    <dgm:cxn modelId="{E66A197C-68D2-41AA-A753-D268821D5EBD}" type="presOf" srcId="{C5AF03B3-B2E1-4128-88CE-1E63D6B8C2E4}" destId="{5534140A-D45B-41EB-92C1-1B32489A0626}" srcOrd="1" destOrd="0" presId="urn:microsoft.com/office/officeart/2005/8/layout/orgChart1"/>
    <dgm:cxn modelId="{123A2B7C-2874-455B-8A57-1D950D11E943}" type="presOf" srcId="{91499970-3723-4196-997E-A604DE4ABFB6}" destId="{8E1BA7CD-BF05-498D-9BD0-71391A53D65B}" srcOrd="0" destOrd="0" presId="urn:microsoft.com/office/officeart/2005/8/layout/orgChart1"/>
    <dgm:cxn modelId="{8216187D-46D8-4CE0-9B8B-11CC1F83C048}" type="presOf" srcId="{D7E9D407-10AC-4FA2-857F-D21540563BDF}" destId="{F59A7C1C-20FF-4421-8458-BECA8B26AAF3}" srcOrd="0" destOrd="0" presId="urn:microsoft.com/office/officeart/2005/8/layout/orgChart1"/>
    <dgm:cxn modelId="{D080BC85-B88F-47A0-AA1A-653EA98DD0FC}" srcId="{7069F878-BEAC-4202-A7A2-698347235709}" destId="{E2FECA66-04A6-459D-B5A3-282FD34D0D2F}" srcOrd="1" destOrd="0" parTransId="{58882672-1384-4E83-8008-D3A8CD1EE901}" sibTransId="{AE949FA8-7731-4EF3-ABCE-FC55E979F4D7}"/>
    <dgm:cxn modelId="{6D4A7A8B-E8BD-46C7-9D86-D4668E2EDA79}" type="presOf" srcId="{7069F878-BEAC-4202-A7A2-698347235709}" destId="{94397DD4-2F67-46BF-B359-34BF334F8E67}" srcOrd="0" destOrd="0" presId="urn:microsoft.com/office/officeart/2005/8/layout/orgChart1"/>
    <dgm:cxn modelId="{82F23793-FF0F-4F34-8DBB-2C3BECF796A3}" type="presOf" srcId="{7D81860D-972C-4F32-8694-53EBC9B4053E}" destId="{81368F04-6CE2-4059-80C7-E8442577A42F}" srcOrd="0" destOrd="0" presId="urn:microsoft.com/office/officeart/2005/8/layout/orgChart1"/>
    <dgm:cxn modelId="{73536A9A-A073-49A0-93DF-3FD5E80CD649}" srcId="{7069F878-BEAC-4202-A7A2-698347235709}" destId="{C5AF03B3-B2E1-4128-88CE-1E63D6B8C2E4}" srcOrd="6" destOrd="0" parTransId="{7D81860D-972C-4F32-8694-53EBC9B4053E}" sibTransId="{3C27CB43-1C02-4461-B218-3AA71F324CBB}"/>
    <dgm:cxn modelId="{ADE4959E-508B-477D-8129-46E0F4AD623F}" type="presOf" srcId="{21A2A746-AE0C-49B0-BB80-D3353F593DDC}" destId="{F48BA005-592C-4D10-97B2-F94EE77882FB}" srcOrd="1" destOrd="0" presId="urn:microsoft.com/office/officeart/2005/8/layout/orgChart1"/>
    <dgm:cxn modelId="{5FEA629F-C966-408E-8942-8600F07ABABF}" srcId="{7069F878-BEAC-4202-A7A2-698347235709}" destId="{40DD60B7-D2B8-43A0-AFA5-BA8C5ED10BEC}" srcOrd="7" destOrd="0" parTransId="{C3190E48-8162-4433-84EB-70C4131BF3A9}" sibTransId="{4B8A4E21-4859-46AF-BB1F-CA3081054FD2}"/>
    <dgm:cxn modelId="{AF4486AB-FADD-42E7-A230-A5A9F0D826C8}" type="presOf" srcId="{574F29B6-6059-4245-BD7C-748F6628DF6D}" destId="{0EED9B07-E706-491B-97B4-B7D934F0EBB3}" srcOrd="0" destOrd="0" presId="urn:microsoft.com/office/officeart/2005/8/layout/orgChart1"/>
    <dgm:cxn modelId="{317BFFAC-2579-4687-8AA3-ACFF03B2E755}" type="presOf" srcId="{A036DBE6-67FC-4909-A13A-AD460E50526C}" destId="{D3564F0F-1BB3-4425-BF9A-4B955D559D91}" srcOrd="0" destOrd="0" presId="urn:microsoft.com/office/officeart/2005/8/layout/orgChart1"/>
    <dgm:cxn modelId="{0E39D7AF-A867-46B5-AFAD-47ABA2EFC8F9}" type="presOf" srcId="{58882672-1384-4E83-8008-D3A8CD1EE901}" destId="{8EAF3B7D-C0DC-41C2-9AF2-7198DF42FE27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093C89BA-A1EA-4C61-BCEB-C308ED58F39D}" type="presOf" srcId="{574F29B6-6059-4245-BD7C-748F6628DF6D}" destId="{3B884915-9A29-4347-9279-439BB791CB12}" srcOrd="1" destOrd="0" presId="urn:microsoft.com/office/officeart/2005/8/layout/orgChart1"/>
    <dgm:cxn modelId="{E369E1C1-2F0C-41A6-9903-607CC169533D}" type="presOf" srcId="{7069F878-BEAC-4202-A7A2-698347235709}" destId="{D4F83A67-F3E6-41B2-A7F0-0214877A74F1}" srcOrd="1" destOrd="0" presId="urn:microsoft.com/office/officeart/2005/8/layout/orgChart1"/>
    <dgm:cxn modelId="{1C1BD5D2-4393-4D1F-A72F-A9E2F18F0EF5}" type="presOf" srcId="{055283CE-0811-46EF-A28B-736A79538517}" destId="{EDDBF22D-DE0C-422C-BBA3-156DFA46E976}" srcOrd="0" destOrd="0" presId="urn:microsoft.com/office/officeart/2005/8/layout/orgChart1"/>
    <dgm:cxn modelId="{A139A5E0-3CB6-4C6C-9CA8-B9F0365EEE9E}" srcId="{7069F878-BEAC-4202-A7A2-698347235709}" destId="{055283CE-0811-46EF-A28B-736A79538517}" srcOrd="2" destOrd="0" parTransId="{91499970-3723-4196-997E-A604DE4ABFB6}" sibTransId="{37934462-DDB3-4ECE-9DE1-202071C01159}"/>
    <dgm:cxn modelId="{79809DE9-F5ED-4969-83EE-AEE2A87983BD}" type="presOf" srcId="{DD9B2E04-0F43-4AB4-8866-B0EDA7067AC0}" destId="{4D7ADD35-9B0A-4FB2-BCE2-178EBA4BD4D6}" srcOrd="0" destOrd="0" presId="urn:microsoft.com/office/officeart/2005/8/layout/orgChart1"/>
    <dgm:cxn modelId="{768D41EF-4425-4A9F-BCFE-CE8AF5A87760}" srcId="{7069F878-BEAC-4202-A7A2-698347235709}" destId="{574F29B6-6059-4245-BD7C-748F6628DF6D}" srcOrd="0" destOrd="0" parTransId="{FE45F168-FDC1-412A-BC6E-DEFEEF3D0C77}" sibTransId="{8A50B29F-7F04-4C33-956A-FFFCE2546870}"/>
    <dgm:cxn modelId="{8B779A2A-AC4E-4036-BF3E-5ADEF1F23A3F}" type="presParOf" srcId="{F3CD3DC9-0B07-4879-82E5-DFEA5772A0AF}" destId="{FCB6103B-FAFF-4B1A-A385-FEE2792FB00D}" srcOrd="0" destOrd="0" presId="urn:microsoft.com/office/officeart/2005/8/layout/orgChart1"/>
    <dgm:cxn modelId="{917D4D09-0A67-4273-8E95-C42C3DDB9901}" type="presParOf" srcId="{FCB6103B-FAFF-4B1A-A385-FEE2792FB00D}" destId="{7E158349-A700-48A2-A521-5E703F5BF5D0}" srcOrd="0" destOrd="0" presId="urn:microsoft.com/office/officeart/2005/8/layout/orgChart1"/>
    <dgm:cxn modelId="{E289FDF6-45FC-4977-B651-65C7DBE0FEFE}" type="presParOf" srcId="{7E158349-A700-48A2-A521-5E703F5BF5D0}" destId="{94397DD4-2F67-46BF-B359-34BF334F8E67}" srcOrd="0" destOrd="0" presId="urn:microsoft.com/office/officeart/2005/8/layout/orgChart1"/>
    <dgm:cxn modelId="{6BAAB25D-133B-453F-ABFC-2B0860FF5F66}" type="presParOf" srcId="{7E158349-A700-48A2-A521-5E703F5BF5D0}" destId="{D4F83A67-F3E6-41B2-A7F0-0214877A74F1}" srcOrd="1" destOrd="0" presId="urn:microsoft.com/office/officeart/2005/8/layout/orgChart1"/>
    <dgm:cxn modelId="{DAF55D1B-D772-461A-873A-D65F7D102DC4}" type="presParOf" srcId="{FCB6103B-FAFF-4B1A-A385-FEE2792FB00D}" destId="{7B3C8588-87DC-47E0-A38B-CCD08594DCE1}" srcOrd="1" destOrd="0" presId="urn:microsoft.com/office/officeart/2005/8/layout/orgChart1"/>
    <dgm:cxn modelId="{CAFCBDA6-BBF8-4F0F-8356-EA83C3C67E9F}" type="presParOf" srcId="{7B3C8588-87DC-47E0-A38B-CCD08594DCE1}" destId="{197677B1-452C-4508-9E82-9BDD3322CD2D}" srcOrd="0" destOrd="0" presId="urn:microsoft.com/office/officeart/2005/8/layout/orgChart1"/>
    <dgm:cxn modelId="{01B0399C-82CD-4307-A64C-8EDED6775AA7}" type="presParOf" srcId="{7B3C8588-87DC-47E0-A38B-CCD08594DCE1}" destId="{32CE2E6A-1A3B-4822-862A-989F0CE99542}" srcOrd="1" destOrd="0" presId="urn:microsoft.com/office/officeart/2005/8/layout/orgChart1"/>
    <dgm:cxn modelId="{001037F5-65D4-49B1-9F3B-BF0C977619B8}" type="presParOf" srcId="{32CE2E6A-1A3B-4822-862A-989F0CE99542}" destId="{4EBE9C49-D5C7-4B5B-B179-45AD00ECED74}" srcOrd="0" destOrd="0" presId="urn:microsoft.com/office/officeart/2005/8/layout/orgChart1"/>
    <dgm:cxn modelId="{2882E0BA-8E79-4048-808F-50735C1FBB69}" type="presParOf" srcId="{4EBE9C49-D5C7-4B5B-B179-45AD00ECED74}" destId="{0EED9B07-E706-491B-97B4-B7D934F0EBB3}" srcOrd="0" destOrd="0" presId="urn:microsoft.com/office/officeart/2005/8/layout/orgChart1"/>
    <dgm:cxn modelId="{5D84C619-DFAB-469D-AEA4-F33AB013928D}" type="presParOf" srcId="{4EBE9C49-D5C7-4B5B-B179-45AD00ECED74}" destId="{3B884915-9A29-4347-9279-439BB791CB12}" srcOrd="1" destOrd="0" presId="urn:microsoft.com/office/officeart/2005/8/layout/orgChart1"/>
    <dgm:cxn modelId="{32584FCB-CD65-4FAE-A6C9-E22AD18E986A}" type="presParOf" srcId="{32CE2E6A-1A3B-4822-862A-989F0CE99542}" destId="{55D21F41-431A-47C7-B7CF-CAF06CD8FE59}" srcOrd="1" destOrd="0" presId="urn:microsoft.com/office/officeart/2005/8/layout/orgChart1"/>
    <dgm:cxn modelId="{3B2A9691-7E4F-427C-A9BF-9F0D17E66A11}" type="presParOf" srcId="{32CE2E6A-1A3B-4822-862A-989F0CE99542}" destId="{BBF98ED9-ADFC-4144-BDBD-E42B0BE32E1F}" srcOrd="2" destOrd="0" presId="urn:microsoft.com/office/officeart/2005/8/layout/orgChart1"/>
    <dgm:cxn modelId="{BD7DB5F9-90D7-4A68-98E6-A5E6D2FBACDC}" type="presParOf" srcId="{7B3C8588-87DC-47E0-A38B-CCD08594DCE1}" destId="{8EAF3B7D-C0DC-41C2-9AF2-7198DF42FE27}" srcOrd="2" destOrd="0" presId="urn:microsoft.com/office/officeart/2005/8/layout/orgChart1"/>
    <dgm:cxn modelId="{1375BD30-C85E-4F1B-A447-3F1AC9CE8F87}" type="presParOf" srcId="{7B3C8588-87DC-47E0-A38B-CCD08594DCE1}" destId="{DFEDD6C9-E205-4C9A-A55B-6899D32894A8}" srcOrd="3" destOrd="0" presId="urn:microsoft.com/office/officeart/2005/8/layout/orgChart1"/>
    <dgm:cxn modelId="{8E6BAA18-9535-465C-BC9C-ADE48698D42E}" type="presParOf" srcId="{DFEDD6C9-E205-4C9A-A55B-6899D32894A8}" destId="{0952AB8C-DAC7-4697-AE90-505E7F9469B3}" srcOrd="0" destOrd="0" presId="urn:microsoft.com/office/officeart/2005/8/layout/orgChart1"/>
    <dgm:cxn modelId="{4C2C717C-6909-41E4-9636-F8AE749F966A}" type="presParOf" srcId="{0952AB8C-DAC7-4697-AE90-505E7F9469B3}" destId="{5B8BD311-755F-4AC2-8C1E-5B07577ACC22}" srcOrd="0" destOrd="0" presId="urn:microsoft.com/office/officeart/2005/8/layout/orgChart1"/>
    <dgm:cxn modelId="{642B0358-EA4C-440E-8F55-575428308345}" type="presParOf" srcId="{0952AB8C-DAC7-4697-AE90-505E7F9469B3}" destId="{6113B4B6-3D2B-410B-BF9D-B0FAA51C7E02}" srcOrd="1" destOrd="0" presId="urn:microsoft.com/office/officeart/2005/8/layout/orgChart1"/>
    <dgm:cxn modelId="{A853761C-742B-4DD6-A408-0F9CC335C14B}" type="presParOf" srcId="{DFEDD6C9-E205-4C9A-A55B-6899D32894A8}" destId="{D2AEC326-57E5-4C21-8861-061EFFB1A0A4}" srcOrd="1" destOrd="0" presId="urn:microsoft.com/office/officeart/2005/8/layout/orgChart1"/>
    <dgm:cxn modelId="{84DABC0B-79CE-4FA3-93D2-2ACBF02EAB2B}" type="presParOf" srcId="{DFEDD6C9-E205-4C9A-A55B-6899D32894A8}" destId="{1A7BC09A-B610-43FC-BA70-AF3218906210}" srcOrd="2" destOrd="0" presId="urn:microsoft.com/office/officeart/2005/8/layout/orgChart1"/>
    <dgm:cxn modelId="{BB77A5A5-4C75-4A7D-9351-D4BCED1533B4}" type="presParOf" srcId="{7B3C8588-87DC-47E0-A38B-CCD08594DCE1}" destId="{8E1BA7CD-BF05-498D-9BD0-71391A53D65B}" srcOrd="4" destOrd="0" presId="urn:microsoft.com/office/officeart/2005/8/layout/orgChart1"/>
    <dgm:cxn modelId="{D4D4FCE7-1E5F-494B-8FEC-045C61B88CB4}" type="presParOf" srcId="{7B3C8588-87DC-47E0-A38B-CCD08594DCE1}" destId="{0497E288-9CC4-4BBC-BA58-3048CFC7BD9E}" srcOrd="5" destOrd="0" presId="urn:microsoft.com/office/officeart/2005/8/layout/orgChart1"/>
    <dgm:cxn modelId="{9C77096F-8DFA-461C-A04D-02F72C6B558A}" type="presParOf" srcId="{0497E288-9CC4-4BBC-BA58-3048CFC7BD9E}" destId="{056A90C0-C1BA-4130-BB29-4DC474CC941D}" srcOrd="0" destOrd="0" presId="urn:microsoft.com/office/officeart/2005/8/layout/orgChart1"/>
    <dgm:cxn modelId="{CECA5ACA-EB36-4CE2-B6CB-84B9E69A4A73}" type="presParOf" srcId="{056A90C0-C1BA-4130-BB29-4DC474CC941D}" destId="{EDDBF22D-DE0C-422C-BBA3-156DFA46E976}" srcOrd="0" destOrd="0" presId="urn:microsoft.com/office/officeart/2005/8/layout/orgChart1"/>
    <dgm:cxn modelId="{AC4760EC-DC97-4697-B2C6-7F24E9084A37}" type="presParOf" srcId="{056A90C0-C1BA-4130-BB29-4DC474CC941D}" destId="{42E69EE8-A8B4-48E2-B3B8-20E74222C69C}" srcOrd="1" destOrd="0" presId="urn:microsoft.com/office/officeart/2005/8/layout/orgChart1"/>
    <dgm:cxn modelId="{68196951-1867-4AFA-9971-A31FA6035EB8}" type="presParOf" srcId="{0497E288-9CC4-4BBC-BA58-3048CFC7BD9E}" destId="{371F15A3-67AA-4DE4-B0ED-98F33950BB1E}" srcOrd="1" destOrd="0" presId="urn:microsoft.com/office/officeart/2005/8/layout/orgChart1"/>
    <dgm:cxn modelId="{1D38C580-6471-490E-813B-532C691CA005}" type="presParOf" srcId="{0497E288-9CC4-4BBC-BA58-3048CFC7BD9E}" destId="{D9A12098-EB81-47EA-8067-F3865C8763AC}" srcOrd="2" destOrd="0" presId="urn:microsoft.com/office/officeart/2005/8/layout/orgChart1"/>
    <dgm:cxn modelId="{E8F1BDAB-06A6-4F57-BD9F-15E4B121C753}" type="presParOf" srcId="{7B3C8588-87DC-47E0-A38B-CCD08594DCE1}" destId="{23D49FF4-6FB6-4495-81F5-47E61C3F2ED9}" srcOrd="6" destOrd="0" presId="urn:microsoft.com/office/officeart/2005/8/layout/orgChart1"/>
    <dgm:cxn modelId="{7E8B2109-DB5B-40CD-B4D6-55A229D4E620}" type="presParOf" srcId="{7B3C8588-87DC-47E0-A38B-CCD08594DCE1}" destId="{B74C402E-9FE2-4518-95C8-C6A4A57A5095}" srcOrd="7" destOrd="0" presId="urn:microsoft.com/office/officeart/2005/8/layout/orgChart1"/>
    <dgm:cxn modelId="{8AEBCC82-09C7-4B5E-AE23-87D15DBD78D0}" type="presParOf" srcId="{B74C402E-9FE2-4518-95C8-C6A4A57A5095}" destId="{88A27C35-8BB5-45EB-A9CB-00121D6EADC1}" srcOrd="0" destOrd="0" presId="urn:microsoft.com/office/officeart/2005/8/layout/orgChart1"/>
    <dgm:cxn modelId="{DBD2705F-DCF4-4EBA-8A65-24F1A67ABDD7}" type="presParOf" srcId="{88A27C35-8BB5-45EB-A9CB-00121D6EADC1}" destId="{D3564F0F-1BB3-4425-BF9A-4B955D559D91}" srcOrd="0" destOrd="0" presId="urn:microsoft.com/office/officeart/2005/8/layout/orgChart1"/>
    <dgm:cxn modelId="{DA6D3C30-4FA9-4B6D-94E2-710F1F508627}" type="presParOf" srcId="{88A27C35-8BB5-45EB-A9CB-00121D6EADC1}" destId="{FDD41007-3290-41E4-B603-22D3E85CF340}" srcOrd="1" destOrd="0" presId="urn:microsoft.com/office/officeart/2005/8/layout/orgChart1"/>
    <dgm:cxn modelId="{43B65644-6CBB-4EC1-8DB0-52918AD2A938}" type="presParOf" srcId="{B74C402E-9FE2-4518-95C8-C6A4A57A5095}" destId="{ACACDD72-5F20-4DEF-B3A7-145C442B04E8}" srcOrd="1" destOrd="0" presId="urn:microsoft.com/office/officeart/2005/8/layout/orgChart1"/>
    <dgm:cxn modelId="{5D28E86F-D3A6-4E11-B018-F1838D0D4B68}" type="presParOf" srcId="{B74C402E-9FE2-4518-95C8-C6A4A57A5095}" destId="{206BD35C-1640-4E18-8AE7-4152AFDAE292}" srcOrd="2" destOrd="0" presId="urn:microsoft.com/office/officeart/2005/8/layout/orgChart1"/>
    <dgm:cxn modelId="{A02C73E3-08C2-4FF8-A07B-CA5DAED007F7}" type="presParOf" srcId="{7B3C8588-87DC-47E0-A38B-CCD08594DCE1}" destId="{BC720031-835C-4992-BAE1-AE27CBB60C2A}" srcOrd="8" destOrd="0" presId="urn:microsoft.com/office/officeart/2005/8/layout/orgChart1"/>
    <dgm:cxn modelId="{CC6428F7-72F9-4572-B61A-42418FF41D6B}" type="presParOf" srcId="{7B3C8588-87DC-47E0-A38B-CCD08594DCE1}" destId="{95A5B8CC-9A3A-418B-9774-3AFBAD2876B5}" srcOrd="9" destOrd="0" presId="urn:microsoft.com/office/officeart/2005/8/layout/orgChart1"/>
    <dgm:cxn modelId="{BFB18B2A-3BF6-4A95-BFD1-5DA6CFF113EC}" type="presParOf" srcId="{95A5B8CC-9A3A-418B-9774-3AFBAD2876B5}" destId="{487FFB48-E6A5-4981-BA6B-34B2DA4FD9AD}" srcOrd="0" destOrd="0" presId="urn:microsoft.com/office/officeart/2005/8/layout/orgChart1"/>
    <dgm:cxn modelId="{80679595-ED02-4C9F-9B7A-5253019C3AE3}" type="presParOf" srcId="{487FFB48-E6A5-4981-BA6B-34B2DA4FD9AD}" destId="{F59A7C1C-20FF-4421-8458-BECA8B26AAF3}" srcOrd="0" destOrd="0" presId="urn:microsoft.com/office/officeart/2005/8/layout/orgChart1"/>
    <dgm:cxn modelId="{1544418D-9C2F-4012-82CB-D44AC8D1EE34}" type="presParOf" srcId="{487FFB48-E6A5-4981-BA6B-34B2DA4FD9AD}" destId="{A150312C-8F86-49B6-8073-3289A03BCC55}" srcOrd="1" destOrd="0" presId="urn:microsoft.com/office/officeart/2005/8/layout/orgChart1"/>
    <dgm:cxn modelId="{A49A60A4-38D3-4E4C-929A-52EAA69215E1}" type="presParOf" srcId="{95A5B8CC-9A3A-418B-9774-3AFBAD2876B5}" destId="{C5C1ABD0-31F1-420B-8802-8AACD414EB51}" srcOrd="1" destOrd="0" presId="urn:microsoft.com/office/officeart/2005/8/layout/orgChart1"/>
    <dgm:cxn modelId="{BFD3CC08-C4CF-47F4-8D87-211BBEDBC40C}" type="presParOf" srcId="{95A5B8CC-9A3A-418B-9774-3AFBAD2876B5}" destId="{82DDAED1-C447-43BB-A5DD-5ECE042EE658}" srcOrd="2" destOrd="0" presId="urn:microsoft.com/office/officeart/2005/8/layout/orgChart1"/>
    <dgm:cxn modelId="{4DD23890-6E8A-40E3-984B-6410B94698C2}" type="presParOf" srcId="{7B3C8588-87DC-47E0-A38B-CCD08594DCE1}" destId="{4D7ADD35-9B0A-4FB2-BCE2-178EBA4BD4D6}" srcOrd="10" destOrd="0" presId="urn:microsoft.com/office/officeart/2005/8/layout/orgChart1"/>
    <dgm:cxn modelId="{D6A09A83-ED00-46D1-A6B7-7241497B3A0C}" type="presParOf" srcId="{7B3C8588-87DC-47E0-A38B-CCD08594DCE1}" destId="{9578D728-E999-42A5-B53E-F6345919356A}" srcOrd="11" destOrd="0" presId="urn:microsoft.com/office/officeart/2005/8/layout/orgChart1"/>
    <dgm:cxn modelId="{88F6EC24-6F06-4DFF-B582-24AC00A69B16}" type="presParOf" srcId="{9578D728-E999-42A5-B53E-F6345919356A}" destId="{A76BC02A-D8A1-4250-836B-31702197DD81}" srcOrd="0" destOrd="0" presId="urn:microsoft.com/office/officeart/2005/8/layout/orgChart1"/>
    <dgm:cxn modelId="{48577C71-ADE7-4347-9F97-4A19FC3D2526}" type="presParOf" srcId="{A76BC02A-D8A1-4250-836B-31702197DD81}" destId="{697796EA-8529-4EFE-B5D9-7C9F923B4E9B}" srcOrd="0" destOrd="0" presId="urn:microsoft.com/office/officeart/2005/8/layout/orgChart1"/>
    <dgm:cxn modelId="{0B1EEA37-CCD6-4491-AACF-F6123CAFAF9E}" type="presParOf" srcId="{A76BC02A-D8A1-4250-836B-31702197DD81}" destId="{3AAD2945-3B58-4297-B1D2-5C2E96689B33}" srcOrd="1" destOrd="0" presId="urn:microsoft.com/office/officeart/2005/8/layout/orgChart1"/>
    <dgm:cxn modelId="{C3E12291-67C2-454D-87CD-C2EBC20E0F4E}" type="presParOf" srcId="{9578D728-E999-42A5-B53E-F6345919356A}" destId="{ADA8EACC-0F21-48E3-B080-34C8ECDCB091}" srcOrd="1" destOrd="0" presId="urn:microsoft.com/office/officeart/2005/8/layout/orgChart1"/>
    <dgm:cxn modelId="{27115D9E-C611-4412-812E-65981A7BDF35}" type="presParOf" srcId="{9578D728-E999-42A5-B53E-F6345919356A}" destId="{285ACA8E-6466-4867-9217-70D0AF779542}" srcOrd="2" destOrd="0" presId="urn:microsoft.com/office/officeart/2005/8/layout/orgChart1"/>
    <dgm:cxn modelId="{8C62F0E8-D39B-4747-8967-54B7F6D51A04}" type="presParOf" srcId="{7B3C8588-87DC-47E0-A38B-CCD08594DCE1}" destId="{81368F04-6CE2-4059-80C7-E8442577A42F}" srcOrd="12" destOrd="0" presId="urn:microsoft.com/office/officeart/2005/8/layout/orgChart1"/>
    <dgm:cxn modelId="{A6B46885-B994-45A3-95B8-15A84E325230}" type="presParOf" srcId="{7B3C8588-87DC-47E0-A38B-CCD08594DCE1}" destId="{9A2BEE75-FCD8-46F2-B734-44758D75CF38}" srcOrd="13" destOrd="0" presId="urn:microsoft.com/office/officeart/2005/8/layout/orgChart1"/>
    <dgm:cxn modelId="{4E3D5574-090B-485B-B225-061C8681D0A7}" type="presParOf" srcId="{9A2BEE75-FCD8-46F2-B734-44758D75CF38}" destId="{267DF917-8B9D-4B7A-9059-A1C3185AA323}" srcOrd="0" destOrd="0" presId="urn:microsoft.com/office/officeart/2005/8/layout/orgChart1"/>
    <dgm:cxn modelId="{3A5D983A-DC53-4649-A248-52771180601B}" type="presParOf" srcId="{267DF917-8B9D-4B7A-9059-A1C3185AA323}" destId="{9B81FB97-4622-4384-831D-499A837676D2}" srcOrd="0" destOrd="0" presId="urn:microsoft.com/office/officeart/2005/8/layout/orgChart1"/>
    <dgm:cxn modelId="{C326F774-E939-4D34-9684-B212D3693E82}" type="presParOf" srcId="{267DF917-8B9D-4B7A-9059-A1C3185AA323}" destId="{5534140A-D45B-41EB-92C1-1B32489A0626}" srcOrd="1" destOrd="0" presId="urn:microsoft.com/office/officeart/2005/8/layout/orgChart1"/>
    <dgm:cxn modelId="{B352357A-8456-469B-8034-1FA81BB6DABE}" type="presParOf" srcId="{9A2BEE75-FCD8-46F2-B734-44758D75CF38}" destId="{60C5B3F7-CA0F-4D36-BE63-7037A6286C71}" srcOrd="1" destOrd="0" presId="urn:microsoft.com/office/officeart/2005/8/layout/orgChart1"/>
    <dgm:cxn modelId="{CBD86D52-EBCA-4A00-B940-83FCF7F7D97E}" type="presParOf" srcId="{9A2BEE75-FCD8-46F2-B734-44758D75CF38}" destId="{54ABDA4E-573D-45CB-9388-A37EE779E5E0}" srcOrd="2" destOrd="0" presId="urn:microsoft.com/office/officeart/2005/8/layout/orgChart1"/>
    <dgm:cxn modelId="{879B6C71-7E59-48C0-A101-19A81B124628}" type="presParOf" srcId="{7B3C8588-87DC-47E0-A38B-CCD08594DCE1}" destId="{4D201456-16D8-4181-A742-2FBBE8FE8CF5}" srcOrd="14" destOrd="0" presId="urn:microsoft.com/office/officeart/2005/8/layout/orgChart1"/>
    <dgm:cxn modelId="{063F75C9-79D1-4931-9217-3333433BFC93}" type="presParOf" srcId="{7B3C8588-87DC-47E0-A38B-CCD08594DCE1}" destId="{8F7506CF-4EF7-43AA-AD44-19E195D3D1EE}" srcOrd="15" destOrd="0" presId="urn:microsoft.com/office/officeart/2005/8/layout/orgChart1"/>
    <dgm:cxn modelId="{0F0977C3-B5A8-41BA-BA3E-48B39B97813F}" type="presParOf" srcId="{8F7506CF-4EF7-43AA-AD44-19E195D3D1EE}" destId="{062EE015-FEF7-4DDD-B1FC-101D445CCC12}" srcOrd="0" destOrd="0" presId="urn:microsoft.com/office/officeart/2005/8/layout/orgChart1"/>
    <dgm:cxn modelId="{3F3A88E2-B93C-46BE-B7A6-BE272862A1BC}" type="presParOf" srcId="{062EE015-FEF7-4DDD-B1FC-101D445CCC12}" destId="{FCF59EA8-8C54-4DF4-B5C1-A7D22D2A0AFB}" srcOrd="0" destOrd="0" presId="urn:microsoft.com/office/officeart/2005/8/layout/orgChart1"/>
    <dgm:cxn modelId="{67D30477-69FB-4666-94F5-159C7D5688FF}" type="presParOf" srcId="{062EE015-FEF7-4DDD-B1FC-101D445CCC12}" destId="{44827AC9-F91E-46E9-82AD-BB087932126B}" srcOrd="1" destOrd="0" presId="urn:microsoft.com/office/officeart/2005/8/layout/orgChart1"/>
    <dgm:cxn modelId="{471D2890-BBDB-4AE2-A5AA-1CD267C21470}" type="presParOf" srcId="{8F7506CF-4EF7-43AA-AD44-19E195D3D1EE}" destId="{06DA51B4-F665-4907-9ECF-F6CAAF8F4998}" srcOrd="1" destOrd="0" presId="urn:microsoft.com/office/officeart/2005/8/layout/orgChart1"/>
    <dgm:cxn modelId="{3E9C8830-55AB-45A2-9943-1072C433D88B}" type="presParOf" srcId="{8F7506CF-4EF7-43AA-AD44-19E195D3D1EE}" destId="{EB66728C-9DBD-416E-B8B1-3098B4B59607}" srcOrd="2" destOrd="0" presId="urn:microsoft.com/office/officeart/2005/8/layout/orgChart1"/>
    <dgm:cxn modelId="{F7D57058-531E-451C-AD55-2E333CB02F24}" type="presParOf" srcId="{7B3C8588-87DC-47E0-A38B-CCD08594DCE1}" destId="{75EF5D99-E210-41FA-9529-2FA7FAB6AABC}" srcOrd="16" destOrd="0" presId="urn:microsoft.com/office/officeart/2005/8/layout/orgChart1"/>
    <dgm:cxn modelId="{7ED9AA08-C6BA-4F7C-8822-6A6BA0478DAB}" type="presParOf" srcId="{7B3C8588-87DC-47E0-A38B-CCD08594DCE1}" destId="{D8B4C5F3-BD79-4ED3-8B46-937EEFBA3905}" srcOrd="17" destOrd="0" presId="urn:microsoft.com/office/officeart/2005/8/layout/orgChart1"/>
    <dgm:cxn modelId="{A5F94ED6-FADB-4CA8-8901-9E78EDAFFE72}" type="presParOf" srcId="{D8B4C5F3-BD79-4ED3-8B46-937EEFBA3905}" destId="{BA3C46FC-C8F2-4687-BC35-7F639B47362A}" srcOrd="0" destOrd="0" presId="urn:microsoft.com/office/officeart/2005/8/layout/orgChart1"/>
    <dgm:cxn modelId="{6D9ABB46-AA2A-43FD-BB08-4034D0D9B399}" type="presParOf" srcId="{BA3C46FC-C8F2-4687-BC35-7F639B47362A}" destId="{73129E05-F29E-404F-8C7D-421E9D3F125F}" srcOrd="0" destOrd="0" presId="urn:microsoft.com/office/officeart/2005/8/layout/orgChart1"/>
    <dgm:cxn modelId="{AE07933D-B2DE-4CF4-847C-640754AA7AA7}" type="presParOf" srcId="{BA3C46FC-C8F2-4687-BC35-7F639B47362A}" destId="{F48BA005-592C-4D10-97B2-F94EE77882FB}" srcOrd="1" destOrd="0" presId="urn:microsoft.com/office/officeart/2005/8/layout/orgChart1"/>
    <dgm:cxn modelId="{6DECC785-98E9-4845-B4C6-B91C3C635F94}" type="presParOf" srcId="{D8B4C5F3-BD79-4ED3-8B46-937EEFBA3905}" destId="{7D08E39F-B7B2-4CC3-929E-08196A0840D3}" srcOrd="1" destOrd="0" presId="urn:microsoft.com/office/officeart/2005/8/layout/orgChart1"/>
    <dgm:cxn modelId="{C4026B98-4BCA-4616-A67C-F26A99BCD46B}" type="presParOf" srcId="{D8B4C5F3-BD79-4ED3-8B46-937EEFBA3905}" destId="{CEA0A379-99BC-4F99-8EE7-74508CE7F9A7}" srcOrd="2" destOrd="0" presId="urn:microsoft.com/office/officeart/2005/8/layout/orgChart1"/>
    <dgm:cxn modelId="{4AF9C7B9-DA16-4FDA-A3AE-5F94F4241B02}" type="presParOf" srcId="{FCB6103B-FAFF-4B1A-A385-FEE2792FB00D}" destId="{15D5C4CB-C856-4105-9625-6A7D511CBDE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Operativa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729A9517-6FBE-487A-A9D2-A4F00B4D322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>
              <a:latin typeface="Aptos" panose="02110004020202020204"/>
              <a:ea typeface="+mn-ea"/>
              <a:cs typeface="+mn-cs"/>
            </a:rPr>
            <a:t> Tienda</a:t>
          </a:r>
        </a:p>
      </dgm:t>
    </dgm:pt>
    <dgm:pt modelId="{24869C3C-6FF3-4EB0-8157-C53CD201F837}" type="parTrans" cxnId="{AF99D87D-5AEE-4A54-8AC1-4717B2008FF7}">
      <dgm:prSet/>
      <dgm:spPr/>
    </dgm:pt>
    <dgm:pt modelId="{444310A8-FEE3-481B-8A81-999CA092729A}" type="sibTrans" cxnId="{AF99D87D-5AEE-4A54-8AC1-4717B2008FF7}">
      <dgm:prSet/>
      <dgm:spPr/>
    </dgm:pt>
    <dgm:pt modelId="{76D8CA94-2556-4292-A6AB-D9C5DA5D027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500">
              <a:latin typeface="Aptos" panose="02110004020202020204"/>
              <a:ea typeface="+mn-ea"/>
              <a:cs typeface="+mn-cs"/>
            </a:rPr>
            <a:t> Modelo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Operativo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2F765CF3-EC72-43CB-AC4F-BE4A7178274D}" type="parTrans" cxnId="{B813505A-0B21-4558-974B-59A2DE10C49B}">
      <dgm:prSet/>
      <dgm:spPr/>
    </dgm:pt>
    <dgm:pt modelId="{3E0FFF02-BA05-438D-B885-E7811712063A}" type="sibTrans" cxnId="{B813505A-0B21-4558-974B-59A2DE10C49B}">
      <dgm:prSet/>
      <dgm:spPr/>
    </dgm:pt>
    <dgm:pt modelId="{8558C2E5-3B38-4442-ABD7-A0F61780649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1500">
              <a:latin typeface="Aptos" panose="02110004020202020204"/>
              <a:ea typeface="+mn-ea"/>
              <a:cs typeface="+mn-cs"/>
            </a:rPr>
            <a:t>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Cliente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341CCE6-1511-4254-80E2-23BC84D19F67}" type="parTrans" cxnId="{8DF2FDEE-E402-4F9C-A1B8-6A0FA695C106}">
      <dgm:prSet/>
      <dgm:spPr/>
    </dgm:pt>
    <dgm:pt modelId="{7189E3DA-E5D0-4A38-881D-BBCD61E6A9D7}" type="sibTrans" cxnId="{8DF2FDEE-E402-4F9C-A1B8-6A0FA695C106}">
      <dgm:prSet/>
      <dgm:spPr/>
    </dgm:pt>
    <dgm:pt modelId="{002798CA-F34D-4317-869F-81F922B2F36C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4305D0-F56A-4CBF-B966-0BAA1AFBFD16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9CDB2728-F4C0-48F4-9A0E-A8E2DA868E4F}" type="pres">
      <dgm:prSet presAssocID="{7069F878-BEAC-4202-A7A2-698347235709}" presName="rootComposite1" presStyleCnt="0"/>
      <dgm:spPr/>
    </dgm:pt>
    <dgm:pt modelId="{E3F9FF44-AAAB-40AC-8575-FCB21D948C4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7580B68-DB72-423C-95F0-5BA2632F8B49}" type="pres">
      <dgm:prSet presAssocID="{7069F878-BEAC-4202-A7A2-698347235709}" presName="rootConnector1" presStyleLbl="node1" presStyleIdx="0" presStyleCnt="0"/>
      <dgm:spPr/>
    </dgm:pt>
    <dgm:pt modelId="{CE911404-7C26-454F-B6E6-86A443D2B78F}" type="pres">
      <dgm:prSet presAssocID="{7069F878-BEAC-4202-A7A2-698347235709}" presName="hierChild2" presStyleCnt="0"/>
      <dgm:spPr/>
    </dgm:pt>
    <dgm:pt modelId="{33060C16-D179-4E0C-8DD7-002FE74ECAF6}" type="pres">
      <dgm:prSet presAssocID="{24869C3C-6FF3-4EB0-8157-C53CD201F837}" presName="Name37" presStyleLbl="parChTrans1D2" presStyleIdx="0" presStyleCnt="3"/>
      <dgm:spPr/>
    </dgm:pt>
    <dgm:pt modelId="{17FB3821-362F-4F51-9CEF-4D2EEEA39D49}" type="pres">
      <dgm:prSet presAssocID="{729A9517-6FBE-487A-A9D2-A4F00B4D3224}" presName="hierRoot2" presStyleCnt="0">
        <dgm:presLayoutVars>
          <dgm:hierBranch val="init"/>
        </dgm:presLayoutVars>
      </dgm:prSet>
      <dgm:spPr/>
    </dgm:pt>
    <dgm:pt modelId="{CBB45FEF-2275-4FED-BE10-28FEAE1BA194}" type="pres">
      <dgm:prSet presAssocID="{729A9517-6FBE-487A-A9D2-A4F00B4D3224}" presName="rootComposite" presStyleCnt="0"/>
      <dgm:spPr/>
    </dgm:pt>
    <dgm:pt modelId="{ABC3B518-CB12-4EBD-B76A-19C473B69266}" type="pres">
      <dgm:prSet presAssocID="{729A9517-6FBE-487A-A9D2-A4F00B4D3224}" presName="rootText" presStyleLbl="node2" presStyleIdx="0" presStyleCnt="3">
        <dgm:presLayoutVars>
          <dgm:chPref val="3"/>
        </dgm:presLayoutVars>
      </dgm:prSet>
      <dgm:spPr/>
    </dgm:pt>
    <dgm:pt modelId="{B4D9DC7C-7846-4B46-9EF3-0B03C5FBE4BF}" type="pres">
      <dgm:prSet presAssocID="{729A9517-6FBE-487A-A9D2-A4F00B4D3224}" presName="rootConnector" presStyleLbl="node2" presStyleIdx="0" presStyleCnt="3"/>
      <dgm:spPr/>
    </dgm:pt>
    <dgm:pt modelId="{45A0AB7D-E3D3-47EC-B643-2CBC60CBBF4D}" type="pres">
      <dgm:prSet presAssocID="{729A9517-6FBE-487A-A9D2-A4F00B4D3224}" presName="hierChild4" presStyleCnt="0"/>
      <dgm:spPr/>
    </dgm:pt>
    <dgm:pt modelId="{EE6B3BD2-EAEB-45DE-9CD6-C80622F857BA}" type="pres">
      <dgm:prSet presAssocID="{729A9517-6FBE-487A-A9D2-A4F00B4D3224}" presName="hierChild5" presStyleCnt="0"/>
      <dgm:spPr/>
    </dgm:pt>
    <dgm:pt modelId="{81D7126D-8D20-41EB-B7B5-C9A39E689529}" type="pres">
      <dgm:prSet presAssocID="{2F765CF3-EC72-43CB-AC4F-BE4A7178274D}" presName="Name37" presStyleLbl="parChTrans1D2" presStyleIdx="1" presStyleCnt="3"/>
      <dgm:spPr/>
    </dgm:pt>
    <dgm:pt modelId="{0812EB2F-980E-4B0D-BB89-7F819C663DB4}" type="pres">
      <dgm:prSet presAssocID="{76D8CA94-2556-4292-A6AB-D9C5DA5D0274}" presName="hierRoot2" presStyleCnt="0">
        <dgm:presLayoutVars>
          <dgm:hierBranch val="init"/>
        </dgm:presLayoutVars>
      </dgm:prSet>
      <dgm:spPr/>
    </dgm:pt>
    <dgm:pt modelId="{A59A9897-4321-408B-9511-E5D010B572F5}" type="pres">
      <dgm:prSet presAssocID="{76D8CA94-2556-4292-A6AB-D9C5DA5D0274}" presName="rootComposite" presStyleCnt="0"/>
      <dgm:spPr/>
    </dgm:pt>
    <dgm:pt modelId="{62CEA8A9-0357-48CA-BF87-5A974E1A6F7A}" type="pres">
      <dgm:prSet presAssocID="{76D8CA94-2556-4292-A6AB-D9C5DA5D0274}" presName="rootText" presStyleLbl="node2" presStyleIdx="1" presStyleCnt="3">
        <dgm:presLayoutVars>
          <dgm:chPref val="3"/>
        </dgm:presLayoutVars>
      </dgm:prSet>
      <dgm:spPr/>
    </dgm:pt>
    <dgm:pt modelId="{A74A012A-2D9A-43AD-B58A-6159D8AB344E}" type="pres">
      <dgm:prSet presAssocID="{76D8CA94-2556-4292-A6AB-D9C5DA5D0274}" presName="rootConnector" presStyleLbl="node2" presStyleIdx="1" presStyleCnt="3"/>
      <dgm:spPr/>
    </dgm:pt>
    <dgm:pt modelId="{CD740B96-CBFE-46DA-BA2E-EFF23CBD4EF5}" type="pres">
      <dgm:prSet presAssocID="{76D8CA94-2556-4292-A6AB-D9C5DA5D0274}" presName="hierChild4" presStyleCnt="0"/>
      <dgm:spPr/>
    </dgm:pt>
    <dgm:pt modelId="{123D6052-A441-4995-8C7D-2869F0E64E21}" type="pres">
      <dgm:prSet presAssocID="{76D8CA94-2556-4292-A6AB-D9C5DA5D0274}" presName="hierChild5" presStyleCnt="0"/>
      <dgm:spPr/>
    </dgm:pt>
    <dgm:pt modelId="{46389907-6700-4D68-9327-4C733733053A}" type="pres">
      <dgm:prSet presAssocID="{9341CCE6-1511-4254-80E2-23BC84D19F67}" presName="Name37" presStyleLbl="parChTrans1D2" presStyleIdx="2" presStyleCnt="3"/>
      <dgm:spPr/>
    </dgm:pt>
    <dgm:pt modelId="{057999E8-66BE-41FC-A66C-87300231510E}" type="pres">
      <dgm:prSet presAssocID="{8558C2E5-3B38-4442-ABD7-A0F617806493}" presName="hierRoot2" presStyleCnt="0">
        <dgm:presLayoutVars>
          <dgm:hierBranch val="init"/>
        </dgm:presLayoutVars>
      </dgm:prSet>
      <dgm:spPr/>
    </dgm:pt>
    <dgm:pt modelId="{E61AEEF7-01B6-41EC-B4F9-032DBAD862A8}" type="pres">
      <dgm:prSet presAssocID="{8558C2E5-3B38-4442-ABD7-A0F617806493}" presName="rootComposite" presStyleCnt="0"/>
      <dgm:spPr/>
    </dgm:pt>
    <dgm:pt modelId="{1E65FDE6-5628-4684-B904-42C20E00B400}" type="pres">
      <dgm:prSet presAssocID="{8558C2E5-3B38-4442-ABD7-A0F617806493}" presName="rootText" presStyleLbl="node2" presStyleIdx="2" presStyleCnt="3">
        <dgm:presLayoutVars>
          <dgm:chPref val="3"/>
        </dgm:presLayoutVars>
      </dgm:prSet>
      <dgm:spPr/>
    </dgm:pt>
    <dgm:pt modelId="{295113D6-07EC-40A7-ABA6-3E2B86AD142F}" type="pres">
      <dgm:prSet presAssocID="{8558C2E5-3B38-4442-ABD7-A0F617806493}" presName="rootConnector" presStyleLbl="node2" presStyleIdx="2" presStyleCnt="3"/>
      <dgm:spPr/>
    </dgm:pt>
    <dgm:pt modelId="{BADF029F-F8FF-463E-AA28-1E7B43BC1369}" type="pres">
      <dgm:prSet presAssocID="{8558C2E5-3B38-4442-ABD7-A0F617806493}" presName="hierChild4" presStyleCnt="0"/>
      <dgm:spPr/>
    </dgm:pt>
    <dgm:pt modelId="{04AE4291-C4DC-4572-900A-855B2185D522}" type="pres">
      <dgm:prSet presAssocID="{8558C2E5-3B38-4442-ABD7-A0F617806493}" presName="hierChild5" presStyleCnt="0"/>
      <dgm:spPr/>
    </dgm:pt>
    <dgm:pt modelId="{7B0D9327-E5FD-4FDE-815A-2062F8F6106C}" type="pres">
      <dgm:prSet presAssocID="{7069F878-BEAC-4202-A7A2-698347235709}" presName="hierChild3" presStyleCnt="0"/>
      <dgm:spPr/>
    </dgm:pt>
  </dgm:ptLst>
  <dgm:cxnLst>
    <dgm:cxn modelId="{A9023C24-BF17-47E9-BFD9-864071E22D7E}" type="presOf" srcId="{8558C2E5-3B38-4442-ABD7-A0F617806493}" destId="{1E65FDE6-5628-4684-B904-42C20E00B400}" srcOrd="0" destOrd="0" presId="urn:microsoft.com/office/officeart/2005/8/layout/orgChart1"/>
    <dgm:cxn modelId="{71A6C746-8413-421A-BE1A-530CB6406CD5}" type="presOf" srcId="{7069F878-BEAC-4202-A7A2-698347235709}" destId="{D7580B68-DB72-423C-95F0-5BA2632F8B49}" srcOrd="1" destOrd="0" presId="urn:microsoft.com/office/officeart/2005/8/layout/orgChart1"/>
    <dgm:cxn modelId="{00317F6A-1F38-47BD-9E35-919F2CB6968D}" type="presOf" srcId="{9341CCE6-1511-4254-80E2-23BC84D19F67}" destId="{46389907-6700-4D68-9327-4C733733053A}" srcOrd="0" destOrd="0" presId="urn:microsoft.com/office/officeart/2005/8/layout/orgChart1"/>
    <dgm:cxn modelId="{B813505A-0B21-4558-974B-59A2DE10C49B}" srcId="{7069F878-BEAC-4202-A7A2-698347235709}" destId="{76D8CA94-2556-4292-A6AB-D9C5DA5D0274}" srcOrd="1" destOrd="0" parTransId="{2F765CF3-EC72-43CB-AC4F-BE4A7178274D}" sibTransId="{3E0FFF02-BA05-438D-B885-E7811712063A}"/>
    <dgm:cxn modelId="{AF99D87D-5AEE-4A54-8AC1-4717B2008FF7}" srcId="{7069F878-BEAC-4202-A7A2-698347235709}" destId="{729A9517-6FBE-487A-A9D2-A4F00B4D3224}" srcOrd="0" destOrd="0" parTransId="{24869C3C-6FF3-4EB0-8157-C53CD201F837}" sibTransId="{444310A8-FEE3-481B-8A81-999CA092729A}"/>
    <dgm:cxn modelId="{F6EEAB9A-EA0C-46B5-9D7C-4BD0A57DCB3C}" type="presOf" srcId="{76D8CA94-2556-4292-A6AB-D9C5DA5D0274}" destId="{A74A012A-2D9A-43AD-B58A-6159D8AB344E}" srcOrd="1" destOrd="0" presId="urn:microsoft.com/office/officeart/2005/8/layout/orgChart1"/>
    <dgm:cxn modelId="{D04A09B5-FBBA-49A7-9471-A1730F643BFD}" type="presOf" srcId="{76D8CA94-2556-4292-A6AB-D9C5DA5D0274}" destId="{62CEA8A9-0357-48CA-BF87-5A974E1A6F7A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F4A947C5-36FF-4B6B-8A9A-B79D504D4C3F}" type="presOf" srcId="{FC1EBC01-D8B7-4632-8B75-853A8FC8A9F8}" destId="{002798CA-F34D-4317-869F-81F922B2F36C}" srcOrd="0" destOrd="0" presId="urn:microsoft.com/office/officeart/2005/8/layout/orgChart1"/>
    <dgm:cxn modelId="{8B8F81C5-C3D3-4FB2-934C-64BC1342B22F}" type="presOf" srcId="{24869C3C-6FF3-4EB0-8157-C53CD201F837}" destId="{33060C16-D179-4E0C-8DD7-002FE74ECAF6}" srcOrd="0" destOrd="0" presId="urn:microsoft.com/office/officeart/2005/8/layout/orgChart1"/>
    <dgm:cxn modelId="{1421FEDD-8BBE-4FEC-B45E-D39D0F850328}" type="presOf" srcId="{7069F878-BEAC-4202-A7A2-698347235709}" destId="{E3F9FF44-AAAB-40AC-8575-FCB21D948C47}" srcOrd="0" destOrd="0" presId="urn:microsoft.com/office/officeart/2005/8/layout/orgChart1"/>
    <dgm:cxn modelId="{F2A431DE-EEC8-4967-B9EF-7A4A7FAA8168}" type="presOf" srcId="{729A9517-6FBE-487A-A9D2-A4F00B4D3224}" destId="{B4D9DC7C-7846-4B46-9EF3-0B03C5FBE4BF}" srcOrd="1" destOrd="0" presId="urn:microsoft.com/office/officeart/2005/8/layout/orgChart1"/>
    <dgm:cxn modelId="{4B30C2ED-33CA-4558-9224-9658589B2210}" type="presOf" srcId="{2F765CF3-EC72-43CB-AC4F-BE4A7178274D}" destId="{81D7126D-8D20-41EB-B7B5-C9A39E689529}" srcOrd="0" destOrd="0" presId="urn:microsoft.com/office/officeart/2005/8/layout/orgChart1"/>
    <dgm:cxn modelId="{8DF2FDEE-E402-4F9C-A1B8-6A0FA695C106}" srcId="{7069F878-BEAC-4202-A7A2-698347235709}" destId="{8558C2E5-3B38-4442-ABD7-A0F617806493}" srcOrd="2" destOrd="0" parTransId="{9341CCE6-1511-4254-80E2-23BC84D19F67}" sibTransId="{7189E3DA-E5D0-4A38-881D-BBCD61E6A9D7}"/>
    <dgm:cxn modelId="{210A04F5-BEF7-483C-BAA5-86D145FD64DC}" type="presOf" srcId="{8558C2E5-3B38-4442-ABD7-A0F617806493}" destId="{295113D6-07EC-40A7-ABA6-3E2B86AD142F}" srcOrd="1" destOrd="0" presId="urn:microsoft.com/office/officeart/2005/8/layout/orgChart1"/>
    <dgm:cxn modelId="{9B0D03F8-DD0C-4DE6-B914-8830D164E3C0}" type="presOf" srcId="{729A9517-6FBE-487A-A9D2-A4F00B4D3224}" destId="{ABC3B518-CB12-4EBD-B76A-19C473B69266}" srcOrd="0" destOrd="0" presId="urn:microsoft.com/office/officeart/2005/8/layout/orgChart1"/>
    <dgm:cxn modelId="{913E441C-2A5A-4818-AD51-7462A0BEE2B7}" type="presParOf" srcId="{002798CA-F34D-4317-869F-81F922B2F36C}" destId="{584305D0-F56A-4CBF-B966-0BAA1AFBFD16}" srcOrd="0" destOrd="0" presId="urn:microsoft.com/office/officeart/2005/8/layout/orgChart1"/>
    <dgm:cxn modelId="{86406FAF-0B14-4361-8788-C4EA4B314A06}" type="presParOf" srcId="{584305D0-F56A-4CBF-B966-0BAA1AFBFD16}" destId="{9CDB2728-F4C0-48F4-9A0E-A8E2DA868E4F}" srcOrd="0" destOrd="0" presId="urn:microsoft.com/office/officeart/2005/8/layout/orgChart1"/>
    <dgm:cxn modelId="{688AA00A-38E4-4D24-8187-412F102C2875}" type="presParOf" srcId="{9CDB2728-F4C0-48F4-9A0E-A8E2DA868E4F}" destId="{E3F9FF44-AAAB-40AC-8575-FCB21D948C47}" srcOrd="0" destOrd="0" presId="urn:microsoft.com/office/officeart/2005/8/layout/orgChart1"/>
    <dgm:cxn modelId="{E28C0224-8B0A-419F-B93E-82D459B6B61C}" type="presParOf" srcId="{9CDB2728-F4C0-48F4-9A0E-A8E2DA868E4F}" destId="{D7580B68-DB72-423C-95F0-5BA2632F8B49}" srcOrd="1" destOrd="0" presId="urn:microsoft.com/office/officeart/2005/8/layout/orgChart1"/>
    <dgm:cxn modelId="{326CAB11-3341-4A32-8D94-DF898894F1C9}" type="presParOf" srcId="{584305D0-F56A-4CBF-B966-0BAA1AFBFD16}" destId="{CE911404-7C26-454F-B6E6-86A443D2B78F}" srcOrd="1" destOrd="0" presId="urn:microsoft.com/office/officeart/2005/8/layout/orgChart1"/>
    <dgm:cxn modelId="{2CEA3DFF-8988-4A3C-871A-559F76A326A4}" type="presParOf" srcId="{CE911404-7C26-454F-B6E6-86A443D2B78F}" destId="{33060C16-D179-4E0C-8DD7-002FE74ECAF6}" srcOrd="0" destOrd="0" presId="urn:microsoft.com/office/officeart/2005/8/layout/orgChart1"/>
    <dgm:cxn modelId="{DE2ECA83-7C9A-491E-892E-25D6D344FCC0}" type="presParOf" srcId="{CE911404-7C26-454F-B6E6-86A443D2B78F}" destId="{17FB3821-362F-4F51-9CEF-4D2EEEA39D49}" srcOrd="1" destOrd="0" presId="urn:microsoft.com/office/officeart/2005/8/layout/orgChart1"/>
    <dgm:cxn modelId="{1FE74BFC-52C1-467D-915D-9F05B3C828DE}" type="presParOf" srcId="{17FB3821-362F-4F51-9CEF-4D2EEEA39D49}" destId="{CBB45FEF-2275-4FED-BE10-28FEAE1BA194}" srcOrd="0" destOrd="0" presId="urn:microsoft.com/office/officeart/2005/8/layout/orgChart1"/>
    <dgm:cxn modelId="{45BEEFFF-2774-4579-8FE5-32811FFAD2BC}" type="presParOf" srcId="{CBB45FEF-2275-4FED-BE10-28FEAE1BA194}" destId="{ABC3B518-CB12-4EBD-B76A-19C473B69266}" srcOrd="0" destOrd="0" presId="urn:microsoft.com/office/officeart/2005/8/layout/orgChart1"/>
    <dgm:cxn modelId="{5701B3AE-C299-4AD4-806E-BF7572CE7416}" type="presParOf" srcId="{CBB45FEF-2275-4FED-BE10-28FEAE1BA194}" destId="{B4D9DC7C-7846-4B46-9EF3-0B03C5FBE4BF}" srcOrd="1" destOrd="0" presId="urn:microsoft.com/office/officeart/2005/8/layout/orgChart1"/>
    <dgm:cxn modelId="{316C0D1E-D56B-403E-AE5B-C740E84DE255}" type="presParOf" srcId="{17FB3821-362F-4F51-9CEF-4D2EEEA39D49}" destId="{45A0AB7D-E3D3-47EC-B643-2CBC60CBBF4D}" srcOrd="1" destOrd="0" presId="urn:microsoft.com/office/officeart/2005/8/layout/orgChart1"/>
    <dgm:cxn modelId="{E2A2DE83-0337-4B14-AACA-88A39D467F97}" type="presParOf" srcId="{17FB3821-362F-4F51-9CEF-4D2EEEA39D49}" destId="{EE6B3BD2-EAEB-45DE-9CD6-C80622F857BA}" srcOrd="2" destOrd="0" presId="urn:microsoft.com/office/officeart/2005/8/layout/orgChart1"/>
    <dgm:cxn modelId="{39D5BB03-636A-4935-BB1D-43C79102E416}" type="presParOf" srcId="{CE911404-7C26-454F-B6E6-86A443D2B78F}" destId="{81D7126D-8D20-41EB-B7B5-C9A39E689529}" srcOrd="2" destOrd="0" presId="urn:microsoft.com/office/officeart/2005/8/layout/orgChart1"/>
    <dgm:cxn modelId="{CA55FA05-645A-4A70-9662-9365074824A6}" type="presParOf" srcId="{CE911404-7C26-454F-B6E6-86A443D2B78F}" destId="{0812EB2F-980E-4B0D-BB89-7F819C663DB4}" srcOrd="3" destOrd="0" presId="urn:microsoft.com/office/officeart/2005/8/layout/orgChart1"/>
    <dgm:cxn modelId="{023EE787-F9C6-48E6-8113-CC903699C64B}" type="presParOf" srcId="{0812EB2F-980E-4B0D-BB89-7F819C663DB4}" destId="{A59A9897-4321-408B-9511-E5D010B572F5}" srcOrd="0" destOrd="0" presId="urn:microsoft.com/office/officeart/2005/8/layout/orgChart1"/>
    <dgm:cxn modelId="{3B1BAEA8-F395-495D-80FC-B34ACF5E35D4}" type="presParOf" srcId="{A59A9897-4321-408B-9511-E5D010B572F5}" destId="{62CEA8A9-0357-48CA-BF87-5A974E1A6F7A}" srcOrd="0" destOrd="0" presId="urn:microsoft.com/office/officeart/2005/8/layout/orgChart1"/>
    <dgm:cxn modelId="{1A6E640F-2944-49A2-800D-18CC2B560BC9}" type="presParOf" srcId="{A59A9897-4321-408B-9511-E5D010B572F5}" destId="{A74A012A-2D9A-43AD-B58A-6159D8AB344E}" srcOrd="1" destOrd="0" presId="urn:microsoft.com/office/officeart/2005/8/layout/orgChart1"/>
    <dgm:cxn modelId="{4B78081A-8EDB-428A-8979-08D625257687}" type="presParOf" srcId="{0812EB2F-980E-4B0D-BB89-7F819C663DB4}" destId="{CD740B96-CBFE-46DA-BA2E-EFF23CBD4EF5}" srcOrd="1" destOrd="0" presId="urn:microsoft.com/office/officeart/2005/8/layout/orgChart1"/>
    <dgm:cxn modelId="{04F9E3BC-B2D3-4448-955F-B3C3FECB5D6C}" type="presParOf" srcId="{0812EB2F-980E-4B0D-BB89-7F819C663DB4}" destId="{123D6052-A441-4995-8C7D-2869F0E64E21}" srcOrd="2" destOrd="0" presId="urn:microsoft.com/office/officeart/2005/8/layout/orgChart1"/>
    <dgm:cxn modelId="{BB01E342-BDA1-4AE7-8B81-D8451405322C}" type="presParOf" srcId="{CE911404-7C26-454F-B6E6-86A443D2B78F}" destId="{46389907-6700-4D68-9327-4C733733053A}" srcOrd="4" destOrd="0" presId="urn:microsoft.com/office/officeart/2005/8/layout/orgChart1"/>
    <dgm:cxn modelId="{60B2EC95-CB33-472C-A46C-7EAF79E217C0}" type="presParOf" srcId="{CE911404-7C26-454F-B6E6-86A443D2B78F}" destId="{057999E8-66BE-41FC-A66C-87300231510E}" srcOrd="5" destOrd="0" presId="urn:microsoft.com/office/officeart/2005/8/layout/orgChart1"/>
    <dgm:cxn modelId="{0A16BBB0-5904-4E17-9889-3391463FFC02}" type="presParOf" srcId="{057999E8-66BE-41FC-A66C-87300231510E}" destId="{E61AEEF7-01B6-41EC-B4F9-032DBAD862A8}" srcOrd="0" destOrd="0" presId="urn:microsoft.com/office/officeart/2005/8/layout/orgChart1"/>
    <dgm:cxn modelId="{F5B43DED-8D73-4DF9-A17E-ECDF7214EF83}" type="presParOf" srcId="{E61AEEF7-01B6-41EC-B4F9-032DBAD862A8}" destId="{1E65FDE6-5628-4684-B904-42C20E00B400}" srcOrd="0" destOrd="0" presId="urn:microsoft.com/office/officeart/2005/8/layout/orgChart1"/>
    <dgm:cxn modelId="{51CEABEB-1794-4EDA-B555-0369CC74D35B}" type="presParOf" srcId="{E61AEEF7-01B6-41EC-B4F9-032DBAD862A8}" destId="{295113D6-07EC-40A7-ABA6-3E2B86AD142F}" srcOrd="1" destOrd="0" presId="urn:microsoft.com/office/officeart/2005/8/layout/orgChart1"/>
    <dgm:cxn modelId="{CAA4C353-5FDD-4841-AE31-F598A09DF191}" type="presParOf" srcId="{057999E8-66BE-41FC-A66C-87300231510E}" destId="{BADF029F-F8FF-463E-AA28-1E7B43BC1369}" srcOrd="1" destOrd="0" presId="urn:microsoft.com/office/officeart/2005/8/layout/orgChart1"/>
    <dgm:cxn modelId="{A336C1A4-2DD3-4776-9404-7D7430C7CA44}" type="presParOf" srcId="{057999E8-66BE-41FC-A66C-87300231510E}" destId="{04AE4291-C4DC-4572-900A-855B2185D522}" srcOrd="2" destOrd="0" presId="urn:microsoft.com/office/officeart/2005/8/layout/orgChart1"/>
    <dgm:cxn modelId="{6EE020B0-EE5D-4279-83C7-C2B32CA85FFB}" type="presParOf" srcId="{584305D0-F56A-4CBF-B966-0BAA1AFBFD16}" destId="{7B0D9327-E5FD-4FDE-815A-2062F8F6106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F5D99-E210-41FA-9529-2FA7FAB6AABC}">
      <dsp:nvSpPr>
        <dsp:cNvPr id="0" name=""/>
        <dsp:cNvSpPr/>
      </dsp:nvSpPr>
      <dsp:spPr>
        <a:xfrm>
          <a:off x="5316000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4813277" y="104420"/>
              </a:lnTo>
              <a:lnTo>
                <a:pt x="481327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01456-16D8-4181-A742-2FBBE8FE8CF5}">
      <dsp:nvSpPr>
        <dsp:cNvPr id="0" name=""/>
        <dsp:cNvSpPr/>
      </dsp:nvSpPr>
      <dsp:spPr>
        <a:xfrm>
          <a:off x="5316000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3609957" y="104420"/>
              </a:lnTo>
              <a:lnTo>
                <a:pt x="360995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68F04-6CE2-4059-80C7-E8442577A42F}">
      <dsp:nvSpPr>
        <dsp:cNvPr id="0" name=""/>
        <dsp:cNvSpPr/>
      </dsp:nvSpPr>
      <dsp:spPr>
        <a:xfrm>
          <a:off x="5316000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2406638" y="104420"/>
              </a:lnTo>
              <a:lnTo>
                <a:pt x="2406638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ADD35-9B0A-4FB2-BCE2-178EBA4BD4D6}">
      <dsp:nvSpPr>
        <dsp:cNvPr id="0" name=""/>
        <dsp:cNvSpPr/>
      </dsp:nvSpPr>
      <dsp:spPr>
        <a:xfrm>
          <a:off x="531600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1203319" y="104420"/>
              </a:lnTo>
              <a:lnTo>
                <a:pt x="1203319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20031-835C-4992-BAE1-AE27CBB60C2A}">
      <dsp:nvSpPr>
        <dsp:cNvPr id="0" name=""/>
        <dsp:cNvSpPr/>
      </dsp:nvSpPr>
      <dsp:spPr>
        <a:xfrm>
          <a:off x="5270279" y="2132379"/>
          <a:ext cx="91440" cy="208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49FF4-6FB6-4495-81F5-47E61C3F2ED9}">
      <dsp:nvSpPr>
        <dsp:cNvPr id="0" name=""/>
        <dsp:cNvSpPr/>
      </dsp:nvSpPr>
      <dsp:spPr>
        <a:xfrm>
          <a:off x="411268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1203319" y="0"/>
              </a:moveTo>
              <a:lnTo>
                <a:pt x="1203319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BA7CD-BF05-498D-9BD0-71391A53D65B}">
      <dsp:nvSpPr>
        <dsp:cNvPr id="0" name=""/>
        <dsp:cNvSpPr/>
      </dsp:nvSpPr>
      <dsp:spPr>
        <a:xfrm>
          <a:off x="2909361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2406638" y="0"/>
              </a:moveTo>
              <a:lnTo>
                <a:pt x="2406638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F3B7D-C0DC-41C2-9AF2-7198DF42FE27}">
      <dsp:nvSpPr>
        <dsp:cNvPr id="0" name=""/>
        <dsp:cNvSpPr/>
      </dsp:nvSpPr>
      <dsp:spPr>
        <a:xfrm>
          <a:off x="1706042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3609957" y="0"/>
              </a:moveTo>
              <a:lnTo>
                <a:pt x="360995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677B1-452C-4508-9E82-9BDD3322CD2D}">
      <dsp:nvSpPr>
        <dsp:cNvPr id="0" name=""/>
        <dsp:cNvSpPr/>
      </dsp:nvSpPr>
      <dsp:spPr>
        <a:xfrm>
          <a:off x="502722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4813277" y="0"/>
              </a:moveTo>
              <a:lnTo>
                <a:pt x="481327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397DD4-2F67-46BF-B359-34BF334F8E67}">
      <dsp:nvSpPr>
        <dsp:cNvPr id="0" name=""/>
        <dsp:cNvSpPr/>
      </dsp:nvSpPr>
      <dsp:spPr>
        <a:xfrm>
          <a:off x="4818760" y="163514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División OXXO Mx</a:t>
          </a:r>
        </a:p>
      </dsp:txBody>
      <dsp:txXfrm>
        <a:off x="4818760" y="1635140"/>
        <a:ext cx="994478" cy="497239"/>
      </dsp:txXfrm>
    </dsp:sp>
    <dsp:sp modelId="{0EED9B07-E706-491B-97B4-B7D934F0EBB3}">
      <dsp:nvSpPr>
        <dsp:cNvPr id="0" name=""/>
        <dsp:cNvSpPr/>
      </dsp:nvSpPr>
      <dsp:spPr>
        <a:xfrm>
          <a:off x="5483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Comercial</a:t>
          </a:r>
          <a:endParaRPr lang="en-US" sz="1100" kern="1200"/>
        </a:p>
      </dsp:txBody>
      <dsp:txXfrm>
        <a:off x="5483" y="2341220"/>
        <a:ext cx="994478" cy="497239"/>
      </dsp:txXfrm>
    </dsp:sp>
    <dsp:sp modelId="{5B8BD311-755F-4AC2-8C1E-5B07577ACC22}">
      <dsp:nvSpPr>
        <dsp:cNvPr id="0" name=""/>
        <dsp:cNvSpPr/>
      </dsp:nvSpPr>
      <dsp:spPr>
        <a:xfrm>
          <a:off x="120880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Customer &amp; Marketing</a:t>
          </a:r>
        </a:p>
      </dsp:txBody>
      <dsp:txXfrm>
        <a:off x="1208802" y="2341220"/>
        <a:ext cx="994478" cy="497239"/>
      </dsp:txXfrm>
    </dsp:sp>
    <dsp:sp modelId="{EDDBF22D-DE0C-422C-BBA3-156DFA46E976}">
      <dsp:nvSpPr>
        <dsp:cNvPr id="0" name=""/>
        <dsp:cNvSpPr/>
      </dsp:nvSpPr>
      <dsp:spPr>
        <a:xfrm>
          <a:off x="241212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Operaciones</a:t>
          </a:r>
          <a:r>
            <a:rPr lang="en-US" sz="1100" kern="1200"/>
            <a:t> y </a:t>
          </a:r>
          <a:r>
            <a:rPr lang="en-US" sz="1100" kern="1200" err="1"/>
            <a:t>Expansión</a:t>
          </a:r>
          <a:endParaRPr lang="en-US" sz="1100" kern="1200"/>
        </a:p>
      </dsp:txBody>
      <dsp:txXfrm>
        <a:off x="2412122" y="2341220"/>
        <a:ext cx="994478" cy="497239"/>
      </dsp:txXfrm>
    </dsp:sp>
    <dsp:sp modelId="{D3564F0F-1BB3-4425-BF9A-4B955D559D91}">
      <dsp:nvSpPr>
        <dsp:cNvPr id="0" name=""/>
        <dsp:cNvSpPr/>
      </dsp:nvSpPr>
      <dsp:spPr>
        <a:xfrm>
          <a:off x="3615441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Cadena de </a:t>
          </a:r>
          <a:r>
            <a:rPr lang="en-US" sz="1100" kern="1200" err="1"/>
            <a:t>Suministro</a:t>
          </a:r>
          <a:endParaRPr lang="en-US" sz="1100" kern="1200"/>
        </a:p>
      </dsp:txBody>
      <dsp:txXfrm>
        <a:off x="3615441" y="2341220"/>
        <a:ext cx="994478" cy="497239"/>
      </dsp:txXfrm>
    </dsp:sp>
    <dsp:sp modelId="{F59A7C1C-20FF-4421-8458-BECA8B26AAF3}">
      <dsp:nvSpPr>
        <dsp:cNvPr id="0" name=""/>
        <dsp:cNvSpPr/>
      </dsp:nvSpPr>
      <dsp:spPr>
        <a:xfrm>
          <a:off x="4818760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Director Excelencia </a:t>
          </a:r>
          <a:r>
            <a:rPr lang="en-US" sz="1100" b="1" kern="1200" err="1"/>
            <a:t>Operativa</a:t>
          </a:r>
          <a:endParaRPr lang="en-US" sz="1100" b="1" kern="1200"/>
        </a:p>
      </dsp:txBody>
      <dsp:txXfrm>
        <a:off x="4818760" y="2341220"/>
        <a:ext cx="994478" cy="497239"/>
      </dsp:txXfrm>
    </dsp:sp>
    <dsp:sp modelId="{697796EA-8529-4EFE-B5D9-7C9F923B4E9B}">
      <dsp:nvSpPr>
        <dsp:cNvPr id="0" name=""/>
        <dsp:cNvSpPr/>
      </dsp:nvSpPr>
      <dsp:spPr>
        <a:xfrm>
          <a:off x="602207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Estrategia</a:t>
          </a:r>
          <a:r>
            <a:rPr lang="en-US" sz="1100" kern="1200"/>
            <a:t> y </a:t>
          </a:r>
          <a:r>
            <a:rPr lang="en-US" sz="1100" kern="1200" err="1"/>
            <a:t>Transformación</a:t>
          </a:r>
          <a:endParaRPr lang="en-US" sz="1100" kern="1200"/>
        </a:p>
      </dsp:txBody>
      <dsp:txXfrm>
        <a:off x="6022079" y="2341220"/>
        <a:ext cx="994478" cy="497239"/>
      </dsp:txXfrm>
    </dsp:sp>
    <dsp:sp modelId="{9B81FB97-4622-4384-831D-499A837676D2}">
      <dsp:nvSpPr>
        <dsp:cNvPr id="0" name=""/>
        <dsp:cNvSpPr/>
      </dsp:nvSpPr>
      <dsp:spPr>
        <a:xfrm>
          <a:off x="722539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Administración y </a:t>
          </a:r>
          <a:r>
            <a:rPr lang="en-US" sz="1100" kern="1200" err="1"/>
            <a:t>Finanzas</a:t>
          </a:r>
          <a:endParaRPr lang="en-US" sz="1100" kern="1200"/>
        </a:p>
      </dsp:txBody>
      <dsp:txXfrm>
        <a:off x="7225399" y="2341220"/>
        <a:ext cx="994478" cy="497239"/>
      </dsp:txXfrm>
    </dsp:sp>
    <dsp:sp modelId="{FCF59EA8-8C54-4DF4-B5C1-A7D22D2A0AFB}">
      <dsp:nvSpPr>
        <dsp:cNvPr id="0" name=""/>
        <dsp:cNvSpPr/>
      </dsp:nvSpPr>
      <dsp:spPr>
        <a:xfrm>
          <a:off x="8428718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Recursos</a:t>
          </a:r>
          <a:r>
            <a:rPr lang="en-US" sz="1100" kern="1200"/>
            <a:t> Humanos</a:t>
          </a:r>
        </a:p>
      </dsp:txBody>
      <dsp:txXfrm>
        <a:off x="8428718" y="2341220"/>
        <a:ext cx="994478" cy="497239"/>
      </dsp:txXfrm>
    </dsp:sp>
    <dsp:sp modelId="{73129E05-F29E-404F-8C7D-421E9D3F125F}">
      <dsp:nvSpPr>
        <dsp:cNvPr id="0" name=""/>
        <dsp:cNvSpPr/>
      </dsp:nvSpPr>
      <dsp:spPr>
        <a:xfrm>
          <a:off x="9632037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TI</a:t>
          </a:r>
        </a:p>
      </dsp:txBody>
      <dsp:txXfrm>
        <a:off x="9632037" y="2341220"/>
        <a:ext cx="994478" cy="497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89907-6700-4D68-9327-4C733733053A}">
      <dsp:nvSpPr>
        <dsp:cNvPr id="0" name=""/>
        <dsp:cNvSpPr/>
      </dsp:nvSpPr>
      <dsp:spPr>
        <a:xfrm>
          <a:off x="4275507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95"/>
              </a:lnTo>
              <a:lnTo>
                <a:pt x="3024952" y="262495"/>
              </a:lnTo>
              <a:lnTo>
                <a:pt x="3024952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7126D-8D20-41EB-B7B5-C9A39E689529}">
      <dsp:nvSpPr>
        <dsp:cNvPr id="0" name=""/>
        <dsp:cNvSpPr/>
      </dsp:nvSpPr>
      <dsp:spPr>
        <a:xfrm>
          <a:off x="4229787" y="1272304"/>
          <a:ext cx="91440" cy="5249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60C16-D179-4E0C-8DD7-002FE74ECAF6}">
      <dsp:nvSpPr>
        <dsp:cNvPr id="0" name=""/>
        <dsp:cNvSpPr/>
      </dsp:nvSpPr>
      <dsp:spPr>
        <a:xfrm>
          <a:off x="1250554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3024952" y="0"/>
              </a:moveTo>
              <a:lnTo>
                <a:pt x="3024952" y="262495"/>
              </a:lnTo>
              <a:lnTo>
                <a:pt x="0" y="262495"/>
              </a:lnTo>
              <a:lnTo>
                <a:pt x="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9FF44-AAAB-40AC-8575-FCB21D948C47}">
      <dsp:nvSpPr>
        <dsp:cNvPr id="0" name=""/>
        <dsp:cNvSpPr/>
      </dsp:nvSpPr>
      <dsp:spPr>
        <a:xfrm>
          <a:off x="3025526" y="22323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Operativa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22323"/>
        <a:ext cx="2499961" cy="1249980"/>
      </dsp:txXfrm>
    </dsp:sp>
    <dsp:sp modelId="{ABC3B518-CB12-4EBD-B76A-19C473B69266}">
      <dsp:nvSpPr>
        <dsp:cNvPr id="0" name=""/>
        <dsp:cNvSpPr/>
      </dsp:nvSpPr>
      <dsp:spPr>
        <a:xfrm>
          <a:off x="574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Tienda</a:t>
          </a:r>
        </a:p>
      </dsp:txBody>
      <dsp:txXfrm>
        <a:off x="574" y="1797295"/>
        <a:ext cx="2499961" cy="1249980"/>
      </dsp:txXfrm>
    </dsp:sp>
    <dsp:sp modelId="{62CEA8A9-0357-48CA-BF87-5A974E1A6F7A}">
      <dsp:nvSpPr>
        <dsp:cNvPr id="0" name=""/>
        <dsp:cNvSpPr/>
      </dsp:nvSpPr>
      <dsp:spPr>
        <a:xfrm>
          <a:off x="3025526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Modelo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Operativo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1797295"/>
        <a:ext cx="2499961" cy="1249980"/>
      </dsp:txXfrm>
    </dsp:sp>
    <dsp:sp modelId="{1E65FDE6-5628-4684-B904-42C20E00B400}">
      <dsp:nvSpPr>
        <dsp:cNvPr id="0" name=""/>
        <dsp:cNvSpPr/>
      </dsp:nvSpPr>
      <dsp:spPr>
        <a:xfrm>
          <a:off x="6050479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Cliente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6050479" y="1797295"/>
        <a:ext cx="2499961" cy="1249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993A6-9DED-45B3-8F32-D8AE12C551E0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1973A-222B-42D2-AC24-C111C1700F6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48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120488-5265-48D4-86C6-1260C6695F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02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3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AF2F-022C-1A98-DD1C-EF5597D6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5DE8FA-CD0F-C6F3-A1CC-54EC0384C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F130B1-1A5B-5701-01E0-43E169C4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6054BB-CBA4-4495-E245-BEC77470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77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5DA-355A-CDFB-2F53-C5802718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47874B-4DD0-D44B-D32F-098DF2D1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CF56C6-FDCB-DEBC-33A6-E3E90E2B8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81A7E-A329-D77F-BEEC-880F258A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0565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37643-116E-7D33-2CE4-40D03FA06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3A9AD-DB11-FB4F-A827-5DD4F1C1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5C014-0AB3-383C-76D6-279FA42A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C9767-E43F-9BF5-12D3-5A08C94B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5C6DC-64EC-AFFE-5788-0A4A1A02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787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6D40A-BC32-6324-9FFA-402D2891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D5612-158E-E6F5-062A-D6B5635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154D19-E2CE-C07B-2468-CE317336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8B6DF-7FB7-9D4B-C24B-22EC3EB3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F39CF7-1BBE-1561-1DDD-EF70C1BB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795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5329-5C8C-128C-99AC-1E9A5094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A711B-4D08-4011-0661-D5C958721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9B734-7930-2539-E17F-1BF5B33F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A2506-17AF-A938-B6D0-F5D303D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A007E-1988-A702-390E-0BD4265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283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EEB4A-7F48-1160-5824-18E9C76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8C126-0501-BFCB-4348-8A69AF3AF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2EA68-CE38-91B0-05B6-636F4DE58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7D671-5017-F6CF-5273-ECE02642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C50E7-8142-2914-846E-68C4E4EE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24FE3-192D-D8F6-95DB-8EAA8AB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40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4B4E-3BFD-6E75-71B7-8ECEC9E9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06045-D9AD-5D6D-3B24-CDC06968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B0422E-1860-F427-2BA6-FF2B4E4EA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5D4321-0157-D378-F3C5-A297D7436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465533-8E41-4245-FD95-1B8AB00D2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13427F-FEC0-DAE8-96A5-C2E12FF3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61B4E3-9431-730F-BD20-26FECEC3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0397A7-8D92-CD3C-F34F-9D5936F3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83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C2E3-32EB-A250-B117-4F64C1A0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BF1E5F-C6AA-B2C8-0FD2-D0AF19BB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F15F3F-EF80-F446-AF48-7EA8AA52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AAFB07-ED98-A614-A447-199AC406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67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D30505-4572-DE2C-844C-49086E87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E52121-F63B-C094-289E-E5256F65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A35A3-4F22-9706-0E66-574B12AE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24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D6C5-0C98-18BA-D9EA-FF826E0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971D1-B689-12A9-57C0-51C11530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020AA5-E695-6E1C-B482-288E275F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B031B-2CED-3355-FA82-9FB76F63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8CD4DD-68E1-BB3F-713D-412AC283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A3689-BD86-29C9-4C83-080F6D46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8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8306D-3BD9-71CD-4A04-3F645652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C07FB9-A741-1F89-8D51-55D6D4E3C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B81A83-A14A-CD8B-8384-D89EAFFB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5C934-F6B7-AB01-EB7D-5D76FABE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F1E1D-944D-E142-EC83-C035B609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C795A-8B41-395E-27B4-0EF66FA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54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7BF9A-EC3E-B928-6000-0CF72BB8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A314FD-8D4A-81D8-F480-AD585F2B0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A2E99-EC5A-BA71-2AD0-073422C3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F0296-F901-7AA0-BC59-89DB1030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EFC85-5A06-C59B-78D7-1F9D41C8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11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262927-5250-18F2-7A20-21E429AF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71A1B-DD0A-4F0E-8153-CF5457769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3D39AB-24CA-C434-1FBB-EFDF0218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0439D-68A2-48D6-3403-82733646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FF71F-E4EE-A210-A878-A718E8AD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678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2777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50442"/>
            <a:ext cx="11531598" cy="763971"/>
          </a:xfrm>
          <a:prstGeom prst="rect">
            <a:avLst/>
          </a:prstGeom>
        </p:spPr>
        <p:txBody>
          <a:bodyPr vert="horz" wrap="square" anchor="ctr" anchorCtr="0">
            <a:no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59A39D2-F809-71BA-00CB-4A36765D10E8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235" y="338503"/>
            <a:ext cx="870025" cy="4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466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501B5A01-E4EB-F0E4-A9DA-D0A38672F840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" y="288067"/>
            <a:ext cx="1368000" cy="7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91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XX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08FDF4-CBA0-45D8-1940-6FD66A4BBB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553882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08FDF4-CBA0-45D8-1940-6FD66A4BB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637A57-79FE-E349-92EE-CC015DEBF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800" y="717793"/>
            <a:ext cx="8400000" cy="292644"/>
          </a:xfrm>
          <a:prstGeom prst="rect">
            <a:avLst/>
          </a:prstGeom>
        </p:spPr>
        <p:txBody>
          <a:bodyPr vert="horz" wrap="square" lIns="91440" tIns="0" rIns="91440" bIns="0" rtlCol="0" anchor="t" anchorCtr="0">
            <a:spAutoFit/>
          </a:bodyPr>
          <a:lstStyle>
            <a:lvl1pPr marL="0" indent="0" algn="l" rtl="0">
              <a:buNone/>
              <a:defRPr lang="en-US" sz="1867" b="0" i="0" kern="1200" dirty="0">
                <a:solidFill>
                  <a:srgbClr val="231F25"/>
                </a:solidFill>
              </a:defRPr>
            </a:lvl1pPr>
          </a:lstStyle>
          <a:p>
            <a:pPr marL="0" lvl="0" algn="l" defTabSz="1219110" latinLnBrk="0">
              <a:lnSpc>
                <a:spcPts val="2427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800" y="250445"/>
            <a:ext cx="8400000" cy="461665"/>
          </a:xfrm>
          <a:prstGeom prst="rect">
            <a:avLst/>
          </a:prstGeom>
        </p:spPr>
        <p:txBody>
          <a:bodyPr vert="horz" wrap="square" anchor="b" anchorCtr="0">
            <a:sp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D511B674-EAF8-0446-8928-648D2F02600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13600" y="1420800"/>
            <a:ext cx="11203200" cy="4838400"/>
          </a:xfrm>
          <a:prstGeom prst="rect">
            <a:avLst/>
          </a:prstGeom>
        </p:spPr>
        <p:txBody>
          <a:bodyPr/>
          <a:lstStyle>
            <a:lvl1pPr marL="361926" indent="-349226" rtl="0">
              <a:buClrTx/>
              <a:buSzPct val="100000"/>
              <a:buFont typeface="Arial" panose="020B0604020202020204" pitchFamily="34" charset="0"/>
              <a:buChar char="•"/>
              <a:tabLst/>
              <a:defRPr sz="1867"/>
            </a:lvl1pPr>
            <a:lvl2pPr marL="831790" indent="-349226" rtl="0">
              <a:buClrTx/>
              <a:buFont typeface="Tipo de letra del sistema"/>
              <a:buChar char="−"/>
              <a:tabLst/>
              <a:defRPr sz="1867"/>
            </a:lvl2pPr>
            <a:lvl3pPr marL="1316470" indent="-364042" rtl="0">
              <a:buClrTx/>
              <a:buFont typeface="Wingdings" pitchFamily="2" charset="2"/>
              <a:buChar char="§"/>
              <a:tabLst/>
              <a:defRPr sz="1867"/>
            </a:lvl3pPr>
            <a:lvl4pPr marL="1786334" indent="-361926" rtl="0">
              <a:buClrTx/>
              <a:buFont typeface="Tipo de letra del sistema"/>
              <a:buChar char="›"/>
              <a:tabLst/>
              <a:defRPr sz="1867"/>
            </a:lvl4pPr>
            <a:lvl5pPr marL="2256198" indent="-349226" rtl="0">
              <a:buClrTx/>
              <a:buSzPct val="80000"/>
              <a:buFont typeface="Courier New" panose="02070309020205020404" pitchFamily="49" charset="0"/>
              <a:buChar char="o"/>
              <a:tabLst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4" y="338505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AE76-D888-BCE9-681D-8EB0D3B22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181" y="346107"/>
            <a:ext cx="904057" cy="4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5300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A2CE4C-3C37-0BD1-5942-C34B28B2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AD81F-BBDF-DDFA-9BEF-B6A07E1F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C29A0B-7E83-9D3B-9C3E-CB48EDBD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5A388-97A0-6534-852D-222C6F5F6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1319B-4E0B-C1B6-7672-5D0537DE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B921EB-77F8-CB98-94BA-CE0683C104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3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118461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Relationship Id="rId7" Type="http://schemas.openxmlformats.org/officeDocument/2006/relationships/diagramData" Target="../diagrams/data1.xml"/><Relationship Id="rId8" Type="http://schemas.openxmlformats.org/officeDocument/2006/relationships/diagramLayout" Target="../diagrams/layout1.xml"/><Relationship Id="rId9" Type="http://schemas.openxmlformats.org/officeDocument/2006/relationships/diagramQuickStyle" Target="../diagrams/quickStyle1.xml"/><Relationship Id="rId10" Type="http://schemas.openxmlformats.org/officeDocument/2006/relationships/diagramColors" Target="../diagrams/colors1.xml"/><Relationship Id="rId11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F87D89-F9D9-2E29-455A-22EC24EA451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87D89-F9D9-2E29-455A-22EC24EA4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035078E-1CC9-37B8-7BDE-DD9B2A39B4D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7867">
              <a:extLst>
                <a:ext uri="{FF2B5EF4-FFF2-40B4-BE49-F238E27FC236}">
                  <a16:creationId xmlns:a16="http://schemas.microsoft.com/office/drawing/2014/main" id="{5833B7DF-1080-240B-DAC6-081C6F9C3CC7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btfpColumnGapBlocker471603">
              <a:extLst>
                <a:ext uri="{FF2B5EF4-FFF2-40B4-BE49-F238E27FC236}">
                  <a16:creationId xmlns:a16="http://schemas.microsoft.com/office/drawing/2014/main" id="{B2B54D49-33CC-0E1A-46FE-2FFC121DFECC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6" name="btfpColumnIndicator961679">
              <a:extLst>
                <a:ext uri="{FF2B5EF4-FFF2-40B4-BE49-F238E27FC236}">
                  <a16:creationId xmlns:a16="http://schemas.microsoft.com/office/drawing/2014/main" id="{916F896E-E0AB-4003-0F80-94428F1A74F6}"/>
                </a:ext>
              </a:extLst>
            </p:cNvPr>
            <p:cNvCxnSpPr/>
            <p:nvPr/>
          </p:nvCxnSpPr>
          <p:spPr bwMode="auto">
            <a:xfrm flipH="1"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btfpColumnIndicator762009">
              <a:extLst>
                <a:ext uri="{FF2B5EF4-FFF2-40B4-BE49-F238E27FC236}">
                  <a16:creationId xmlns:a16="http://schemas.microsoft.com/office/drawing/2014/main" id="{DDDCFC4F-8779-32AC-87A0-7800A142E288}"/>
                </a:ext>
              </a:extLst>
            </p:cNvPr>
            <p:cNvCxnSpPr/>
            <p:nvPr/>
          </p:nvCxnSpPr>
          <p:spPr bwMode="auto">
            <a:xfrm flipH="1"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6578600-CB93-871C-D302-BD9671D2D4E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23792">
              <a:extLst>
                <a:ext uri="{FF2B5EF4-FFF2-40B4-BE49-F238E27FC236}">
                  <a16:creationId xmlns:a16="http://schemas.microsoft.com/office/drawing/2014/main" id="{EC144B05-B06E-E68C-50D9-82A377C47F66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btfpColumnGapBlocker544509">
              <a:extLst>
                <a:ext uri="{FF2B5EF4-FFF2-40B4-BE49-F238E27FC236}">
                  <a16:creationId xmlns:a16="http://schemas.microsoft.com/office/drawing/2014/main" id="{C058B2AB-787C-D289-07E5-F94BB96E8E05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5" name="btfpColumnIndicator518019">
              <a:extLst>
                <a:ext uri="{FF2B5EF4-FFF2-40B4-BE49-F238E27FC236}">
                  <a16:creationId xmlns:a16="http://schemas.microsoft.com/office/drawing/2014/main" id="{C9C39F45-E685-DB47-3A10-B7912FB92760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btfpColumnIndicator581146">
              <a:extLst>
                <a:ext uri="{FF2B5EF4-FFF2-40B4-BE49-F238E27FC236}">
                  <a16:creationId xmlns:a16="http://schemas.microsoft.com/office/drawing/2014/main" id="{48DD9A04-008A-96BD-5554-F18196044C07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5C30284-E7FF-5309-74E9-C85BFFDF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</p:spPr>
        <p:txBody>
          <a:bodyPr vert="horz"/>
          <a:lstStyle/>
          <a:p>
            <a:r>
              <a:rPr lang="en-US">
                <a:cs typeface="Open Sans"/>
              </a:rPr>
              <a:t>Playbook: Finanzas</a:t>
            </a:r>
            <a:r>
              <a:rPr lang="en-US" err="1">
                <a:cs typeface="Open Sans"/>
              </a:rPr>
              <a:t/>
            </a:r>
            <a:r>
              <a:rPr lang="en-US">
                <a:cs typeface="Open Sans"/>
              </a:rPr>
              <a:t/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ABF6F-6E00-6442-7964-C7E31BE11C94}"/>
              </a:ext>
            </a:extLst>
          </p:cNvPr>
          <p:cNvSpPr txBox="1"/>
          <p:nvPr/>
        </p:nvSpPr>
        <p:spPr>
          <a:xfrm>
            <a:off x="1009650" y="3740150"/>
            <a:ext cx="161717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eaLnBrk="0">
              <a:defRPr/>
            </a:pPr>
            <a:r>
              <a:rPr lang="en-US">
                <a:solidFill>
                  <a:srgbClr val="FFFFFF"/>
                </a:solidFill>
                <a:latin typeface="Aptos" panose="02110004020202020204"/>
              </a:rPr>
              <a:t>Fit for Purpose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6641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12FDB2E-8F67-2270-B779-C1708065D84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967B0A9B-AA98-2BEA-7F4D-67A3DE42B5E3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15993CFF-A5A6-D103-F0FB-273013EF6F59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546F1724-F275-FF3F-CA8B-7EFF32B2A4CC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2727930-6407-540C-B470-B952D8E4CBD6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9A5B4E67-004B-AAC2-B422-F7AB64DD88C9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E6CA2223-E64A-D50D-9E23-A9AA1B3DCA65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9FD93084-068D-C5AC-6912-0F676C3BBD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EBC067A-D182-1DFE-2DD9-CDD3310E48F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FFDE155-12A8-430E-2175-4575A5D1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Propósito</a:t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443" name="Rectangle: Rounded Corners 2442">
            <a:extLst>
              <a:ext uri="{FF2B5EF4-FFF2-40B4-BE49-F238E27FC236}">
                <a16:creationId xmlns:a16="http://schemas.microsoft.com/office/drawing/2014/main" id="{5793800F-4A48-B4CE-C268-9AFC38B89674}"/>
              </a:ext>
            </a:extLst>
          </p:cNvPr>
          <p:cNvSpPr/>
          <p:nvPr/>
        </p:nvSpPr>
        <p:spPr>
          <a:xfrm>
            <a:off x="507217" y="5240213"/>
            <a:ext cx="10708640" cy="10863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5" name="Rectangle: Rounded Corners 2444">
            <a:extLst>
              <a:ext uri="{FF2B5EF4-FFF2-40B4-BE49-F238E27FC236}">
                <a16:creationId xmlns:a16="http://schemas.microsoft.com/office/drawing/2014/main" id="{90471BC2-3615-BD7C-CD55-C28BB445131C}"/>
              </a:ext>
            </a:extLst>
          </p:cNvPr>
          <p:cNvSpPr/>
          <p:nvPr/>
        </p:nvSpPr>
        <p:spPr>
          <a:xfrm>
            <a:off x="495494" y="3411414"/>
            <a:ext cx="10708640" cy="12094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7" name="Rectangle: Rounded Corners 2446">
            <a:extLst>
              <a:ext uri="{FF2B5EF4-FFF2-40B4-BE49-F238E27FC236}">
                <a16:creationId xmlns:a16="http://schemas.microsoft.com/office/drawing/2014/main" id="{825A23A5-57A7-14F3-E610-DAE113A394F2}"/>
              </a:ext>
            </a:extLst>
          </p:cNvPr>
          <p:cNvSpPr/>
          <p:nvPr/>
        </p:nvSpPr>
        <p:spPr>
          <a:xfrm>
            <a:off x="495495" y="1201615"/>
            <a:ext cx="10708640" cy="1473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1" name="TextBox 2450">
            <a:extLst>
              <a:ext uri="{FF2B5EF4-FFF2-40B4-BE49-F238E27FC236}">
                <a16:creationId xmlns:a16="http://schemas.microsoft.com/office/drawing/2014/main" id="{49F3D735-5E6D-47C4-F5E1-B8C6D9CB5CA3}"/>
              </a:ext>
            </a:extLst>
          </p:cNvPr>
          <p:cNvSpPr txBox="1"/>
          <p:nvPr/>
        </p:nvSpPr>
        <p:spPr>
          <a:xfrm>
            <a:off x="603739" y="1447800"/>
            <a:ext cx="104276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Con este playbook se busca proveer una visión clara y compartida de la nueva estructura organizacional, definiendo los roles, responsabilidades e interacciones clave, para alinear a los equipos, fortalecer la colaboración y habilitar una toma de decisiones más efectiva.</a:t>
            </a:r>
          </a:p>
          <a:p>
            <a:pPr algn="ctr"/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2453" name="TextBox 2452">
            <a:extLst>
              <a:ext uri="{FF2B5EF4-FFF2-40B4-BE49-F238E27FC236}">
                <a16:creationId xmlns:a16="http://schemas.microsoft.com/office/drawing/2014/main" id="{C0C19CD1-584F-C280-F1EF-B3C7929298CC}"/>
              </a:ext>
            </a:extLst>
          </p:cNvPr>
          <p:cNvSpPr txBox="1"/>
          <p:nvPr/>
        </p:nvSpPr>
        <p:spPr>
          <a:xfrm>
            <a:off x="715107" y="3604846"/>
            <a:ext cx="103163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Para </a:t>
            </a:r>
            <a:r>
              <a:rPr lang="en-US" sz="2000" err="1">
                <a:solidFill>
                  <a:prstClr val="black"/>
                </a:solidFill>
              </a:rPr>
              <a:t>directores</a:t>
            </a:r>
            <a:r>
              <a:rPr lang="en-US" sz="2000">
                <a:solidFill>
                  <a:prstClr val="black"/>
                </a:solidFill>
              </a:rPr>
              <a:t>, </a:t>
            </a:r>
            <a:r>
              <a:rPr lang="en-US" sz="2000" err="1">
                <a:solidFill>
                  <a:prstClr val="black"/>
                </a:solidFill>
              </a:rPr>
              <a:t>gerentes</a:t>
            </a:r>
            <a:r>
              <a:rPr lang="en-US" sz="2000">
                <a:solidFill>
                  <a:prstClr val="black"/>
                </a:solidFill>
              </a:rPr>
              <a:t> y </a:t>
            </a:r>
            <a:r>
              <a:rPr lang="en-US" sz="2000" err="1">
                <a:solidFill>
                  <a:prstClr val="black"/>
                </a:solidFill>
              </a:rPr>
              <a:t>equipos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forman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parte</a:t>
            </a:r>
            <a:r>
              <a:rPr lang="en-US" sz="2000">
                <a:solidFill>
                  <a:prstClr val="black"/>
                </a:solidFill>
              </a:rPr>
              <a:t> de la </a:t>
            </a:r>
            <a:r>
              <a:rPr lang="en-US" sz="2000" err="1">
                <a:solidFill>
                  <a:prstClr val="black"/>
                </a:solidFill>
              </a:rPr>
              <a:t>organización</a:t>
            </a:r>
            <a:r>
              <a:rPr lang="en-US" sz="2000">
                <a:solidFill>
                  <a:prstClr val="black"/>
                </a:solidFill>
              </a:rPr>
              <a:t> y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interactúan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el</a:t>
            </a:r>
            <a:r>
              <a:rPr lang="en-US" sz="2000">
                <a:solidFill>
                  <a:prstClr val="black"/>
                </a:solidFill>
              </a:rPr>
              <a:t> día a día para </a:t>
            </a:r>
            <a:r>
              <a:rPr lang="en-US" sz="2000" err="1">
                <a:solidFill>
                  <a:prstClr val="black"/>
                </a:solidFill>
              </a:rPr>
              <a:t>lograr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los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objetivos</a:t>
            </a:r>
            <a:r>
              <a:rPr lang="en-US" sz="2000">
                <a:solidFill>
                  <a:prstClr val="black"/>
                </a:solidFill>
              </a:rPr>
              <a:t> de OXXO y sus </a:t>
            </a:r>
            <a:r>
              <a:rPr lang="en-US" sz="2000" err="1">
                <a:solidFill>
                  <a:prstClr val="black"/>
                </a:solidFill>
              </a:rPr>
              <a:t>diferentes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áreas</a:t>
            </a:r>
            <a:r>
              <a:rPr lang="en-US" sz="2000">
                <a:solidFill>
                  <a:prstClr val="black"/>
                </a:solidFill>
              </a:rPr>
              <a:t>.</a:t>
            </a:r>
          </a:p>
          <a:p>
            <a:pPr algn="ctr"/>
            <a:endParaRPr lang="en-US" sz="2000"/>
          </a:p>
        </p:txBody>
      </p:sp>
      <p:sp>
        <p:nvSpPr>
          <p:cNvPr id="2455" name="Title 1">
            <a:extLst>
              <a:ext uri="{FF2B5EF4-FFF2-40B4-BE49-F238E27FC236}">
                <a16:creationId xmlns:a16="http://schemas.microsoft.com/office/drawing/2014/main" id="{E048CA0B-5B81-D9C6-CA9F-850D09972528}"/>
              </a:ext>
            </a:extLst>
          </p:cNvPr>
          <p:cNvSpPr txBox="1">
            <a:spLocks/>
          </p:cNvSpPr>
          <p:nvPr/>
        </p:nvSpPr>
        <p:spPr>
          <a:xfrm>
            <a:off x="415014" y="2500891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¿Para </a:t>
            </a:r>
            <a:r>
              <a:rPr lang="en-US" sz="2400" i="1" err="1">
                <a:solidFill>
                  <a:srgbClr val="CC0000"/>
                </a:solidFill>
              </a:rPr>
              <a:t>quién</a:t>
            </a:r>
            <a:r>
              <a:rPr lang="en-US" sz="2400" i="1">
                <a:solidFill>
                  <a:srgbClr val="CC0000"/>
                </a:solidFill>
              </a:rPr>
              <a:t> es </a:t>
            </a:r>
            <a:r>
              <a:rPr lang="en-US" sz="2400" i="1" err="1">
                <a:solidFill>
                  <a:srgbClr val="CC0000"/>
                </a:solidFill>
              </a:rPr>
              <a:t>este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7" name="Title 1">
            <a:extLst>
              <a:ext uri="{FF2B5EF4-FFF2-40B4-BE49-F238E27FC236}">
                <a16:creationId xmlns:a16="http://schemas.microsoft.com/office/drawing/2014/main" id="{3A13DAC1-48E7-FA72-93F5-41B502E09101}"/>
              </a:ext>
            </a:extLst>
          </p:cNvPr>
          <p:cNvSpPr txBox="1">
            <a:spLocks/>
          </p:cNvSpPr>
          <p:nvPr/>
        </p:nvSpPr>
        <p:spPr>
          <a:xfrm>
            <a:off x="415013" y="4323829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</a:t>
            </a:r>
            <a:r>
              <a:rPr lang="en-US" sz="2400" i="1" err="1">
                <a:solidFill>
                  <a:srgbClr val="CC0000"/>
                </a:solidFill>
              </a:rPr>
              <a:t>Cómo</a:t>
            </a:r>
            <a:r>
              <a:rPr lang="en-US" sz="2400" i="1">
                <a:solidFill>
                  <a:srgbClr val="CC0000"/>
                </a:solidFill>
              </a:rPr>
              <a:t> usar </a:t>
            </a:r>
            <a:r>
              <a:rPr lang="en-US" sz="2400" i="1" err="1">
                <a:solidFill>
                  <a:srgbClr val="CC0000"/>
                </a:solidFill>
              </a:rPr>
              <a:t>el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3348A300-233A-0B74-EEAA-8F4782ED66AA}"/>
              </a:ext>
            </a:extLst>
          </p:cNvPr>
          <p:cNvSpPr txBox="1"/>
          <p:nvPr/>
        </p:nvSpPr>
        <p:spPr>
          <a:xfrm>
            <a:off x="726830" y="5351584"/>
            <a:ext cx="1030458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Úsalo como referencia para entender tu rol, los roles con los que interactúas y cómo colaborar y tomar decisiones de forma más efectiva.</a:t>
            </a:r>
          </a:p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43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88BB-F60C-2061-54E6-1A3D523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967BBA89-995E-5F56-A536-BC5A35AF590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0D54589F-633E-60F7-246B-001049FDC85C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05806C42-09A4-C78B-EE36-F22671DBD145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B919891C-BF6C-7056-A4AD-B1990F460A4F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1F2B93E3-51AD-33BC-E212-517BEF34F2AE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43357DC3-66F2-748B-7BA3-EB900AB2C7F0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859A9AE1-5642-173A-96F6-6CF878B93EE2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141CB89D-9B4A-34AC-A7A4-55AD94B96FEB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29B06EEA-DA9E-0165-D481-02C8A3C31E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6B994DF-F8EA-29E0-2899-3A17E431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Agenda</a:t>
            </a:r>
            <a:endParaRPr lang="en-US" b="1" i="1">
              <a:solidFill>
                <a:srgbClr val="CC0000"/>
              </a:solidFill>
            </a:endParaRPr>
          </a:p>
        </p:txBody>
      </p:sp>
      <p:sp>
        <p:nvSpPr>
          <p:cNvPr id="2441" name="TextBox 2440">
            <a:extLst>
              <a:ext uri="{FF2B5EF4-FFF2-40B4-BE49-F238E27FC236}">
                <a16:creationId xmlns:a16="http://schemas.microsoft.com/office/drawing/2014/main" id="{AA7C7AFB-E56B-48BC-F562-11E7E65F8F29}"/>
              </a:ext>
            </a:extLst>
          </p:cNvPr>
          <p:cNvSpPr txBox="1"/>
          <p:nvPr/>
        </p:nvSpPr>
        <p:spPr>
          <a:xfrm>
            <a:off x="890954" y="1717431"/>
            <a:ext cx="8253046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1. Macroestructura Oxxo MX</a:t>
            </a:r>
          </a:p>
          <a:p>
            <a:r>
              <a:rPr sz="2400">
                <a:solidFill>
                  <a:srgbClr val="000000"/>
                </a:solidFill>
              </a:rPr>
              <a:t>2. Mapa Interacciones Finanzas</a:t>
            </a:r>
          </a:p>
          <a:p>
            <a:r>
              <a:rPr sz="2400">
                <a:solidFill>
                  <a:srgbClr val="000000"/>
                </a:solidFill>
              </a:rPr>
              <a:t>3. Estructura Organizacional Finanzas</a:t>
            </a:r>
          </a:p>
          <a:p>
            <a:r>
              <a:rPr sz="2400">
                <a:solidFill>
                  <a:srgbClr val="000000"/>
                </a:solidFill>
              </a:rPr>
              <a:t>4. Matriz RASCI (Metodología)</a:t>
            </a:r>
          </a:p>
          <a:p>
            <a:r>
              <a:rPr sz="2400">
                <a:solidFill>
                  <a:srgbClr val="000000"/>
                </a:solidFill>
              </a:rPr>
              <a:t>5. Detalle de la Matriz RASCI por Responsabilidad</a:t>
            </a:r>
          </a:p>
          <a:p>
            <a:r>
              <a:rPr sz="2400">
                <a:solidFill>
                  <a:srgbClr val="000000"/>
                </a:solidFill>
              </a:rPr>
              <a:t>6. Estructura Organizacional PF&amp;A y Commercial Finance</a:t>
            </a:r>
          </a:p>
          <a:p>
            <a:r>
              <a:rPr sz="2400">
                <a:solidFill>
                  <a:srgbClr val="000000"/>
                </a:solidFill>
              </a:rPr>
              <a:t>7. Estructura Organizacional Fiscal y Contraloría</a:t>
            </a:r>
          </a:p>
          <a:p>
            <a:r>
              <a:rPr sz="2400">
                <a:solidFill>
                  <a:srgbClr val="000000"/>
                </a:solidFill>
              </a:rPr>
              <a:t>8. Estructura Organizacional Servicios Compartidos Administrativo</a:t>
            </a:r>
          </a:p>
          <a:p>
            <a:r>
              <a:rPr sz="2400">
                <a:solidFill>
                  <a:srgbClr val="000000"/>
                </a:solidFill>
              </a:rPr>
              <a:t>9. Estructura Organizacional Legal y Regulatorio</a:t>
            </a:r>
          </a:p>
          <a:p>
            <a:r>
              <a:rPr sz="2400">
                <a:solidFill>
                  <a:srgbClr val="000000"/>
                </a:solidFill>
              </a:rPr>
              <a:t>10. Estructura Organizacional Asuntos Corporativos</a:t>
            </a:r>
          </a:p>
          <a:p>
            <a:r>
              <a:rPr sz="2400">
                <a:solidFill>
                  <a:srgbClr val="000000"/>
                </a:solidFill>
              </a:rPr>
              <a:t>11. Estructura Organizacional Administrativo Nacional OXXO</a:t>
            </a:r>
          </a:p>
          <a:p>
            <a:r>
              <a:rPr sz="2400">
                <a:solidFill>
                  <a:srgbClr val="000000"/>
                </a:solidFill>
              </a:rPr>
              <a:t>12. Estructura Organizacional Administrativo CdS</a:t>
            </a:r>
          </a:p>
          <a:p>
            <a:r>
              <a:rPr sz="2400">
                <a:solidFill>
                  <a:srgbClr val="000000"/>
                </a:solidFill>
              </a:rPr>
              <a:t>13. Anexos Descripciones de Puesto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759B-81C5-88CE-7F60-A72258F5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B77633A-094F-3B3E-65E0-F9C4FDDBCE6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8478A814-E4F8-7436-AF31-A44C0E6A4889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65351B34-7FE1-D395-4934-532B6FFEBAAA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20948795-D439-0684-2930-359E156A84D5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ED37070-9C61-3245-797E-5B881C4AED79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AB68B0F1-77FC-D29E-CD6B-775576F23362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D1D68E62-F9F5-6B5A-B617-F81D385EA548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EFA73758-E49B-B9F3-F73C-A11DA0C993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D7FEF7F8-C913-0649-6737-46CFE30531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048B9B-D79D-4C4D-25D8-33732D9A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i="1" err="1">
                <a:solidFill>
                  <a:srgbClr val="CC0000"/>
                </a:solidFill>
              </a:rPr>
              <a:t>Macroestructura</a:t>
            </a:r>
            <a:r>
              <a:rPr lang="en-US" i="1">
                <a:solidFill>
                  <a:srgbClr val="CC0000"/>
                </a:solidFill>
              </a:rPr>
              <a:t> OXXO Mx</a:t>
            </a:r>
            <a:endParaRPr lang="en-US">
              <a:solidFill>
                <a:srgbClr val="CC0000"/>
              </a:solidFill>
            </a:endParaRPr>
          </a:p>
        </p:txBody>
      </p:sp>
      <p:graphicFrame>
        <p:nvGraphicFramePr>
          <p:cNvPr id="349" name="Diagram 348">
            <a:extLst>
              <a:ext uri="{FF2B5EF4-FFF2-40B4-BE49-F238E27FC236}">
                <a16:creationId xmlns:a16="http://schemas.microsoft.com/office/drawing/2014/main" id="{102BF7F2-7C97-E988-8A18-09E80F2AE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712539"/>
              </p:ext>
            </p:extLst>
          </p:nvPr>
        </p:nvGraphicFramePr>
        <p:xfrm>
          <a:off x="870000" y="694200"/>
          <a:ext cx="10632000" cy="44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830" name="TextBox 2829">
            <a:extLst>
              <a:ext uri="{FF2B5EF4-FFF2-40B4-BE49-F238E27FC236}">
                <a16:creationId xmlns:a16="http://schemas.microsoft.com/office/drawing/2014/main" id="{95788F8B-664D-D8D5-883E-EDC9214E3510}"/>
              </a:ext>
            </a:extLst>
          </p:cNvPr>
          <p:cNvSpPr txBox="1"/>
          <p:nvPr/>
        </p:nvSpPr>
        <p:spPr>
          <a:xfrm>
            <a:off x="223125" y="4809298"/>
            <a:ext cx="1127887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Propósito Finanzas</a:t>
            </a:r>
          </a:p>
          <a:p>
            <a:r>
              <a:t/>
            </a:r>
          </a:p>
          <a:p>
            <a:r>
              <a:t>Contribuir a la generación de valor y rentabilidad del negocio mediante la integración de capacidades financieras, fiscales, legales, administrativas y de control, asegurando información confiable y oportuna para la toma de decisiones, una gestión eficiente de procesos transaccionales y una postura sólida de cumplimiento, gobierno y riesgo que habilite el crecimiento sostenible de OXXO México.</a:t>
            </a:r>
          </a:p>
        </p:txBody>
      </p:sp>
      <p:sp>
        <p:nvSpPr>
          <p:cNvPr id="29" name="Arrow: Up 2488">
            <a:extLst>
              <a:ext uri="{FF2B5EF4-FFF2-40B4-BE49-F238E27FC236}">
                <a16:creationId xmlns:a16="http://schemas.microsoft.com/office/drawing/2014/main" id="{D55B2DF0-7E47-574D-BD0D-9319D5F7B899}"/>
              </a:ext>
            </a:extLst>
          </p:cNvPr>
          <p:cNvSpPr/>
          <p:nvPr/>
        </p:nvSpPr>
        <p:spPr>
          <a:xfrm>
            <a:off x="5994410" y="3720657"/>
            <a:ext cx="378372" cy="798786"/>
          </a:xfrm>
          <a:prstGeom prst="up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75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225F67-89D0-08CE-8F23-8A44E9A07412}"/>
              </a:ext>
            </a:extLst>
          </p:cNvPr>
          <p:cNvSpPr txBox="1">
            <a:spLocks/>
          </p:cNvSpPr>
          <p:nvPr/>
        </p:nvSpPr>
        <p:spPr>
          <a:xfrm>
            <a:off x="330200" y="258340"/>
            <a:ext cx="11531598" cy="76397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_tradnl" sz="2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CC0000"/>
                </a:solidFill>
              </a:rPr>
              <a:t>Mapa de Interacciones Internas 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Finanzas</a:t>
            </a:r>
            <a:r>
              <a:rPr lang="en-US" i="1" err="1">
                <a:solidFill>
                  <a:srgbClr val="CC0000"/>
                </a:solidFill>
              </a:rPr>
              <a:t/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DB79-69D6-793C-7F3B-CE8449512E2B}"/>
              </a:ext>
            </a:extLst>
          </p:cNvPr>
          <p:cNvSpPr txBox="1"/>
          <p:nvPr/>
        </p:nvSpPr>
        <p:spPr>
          <a:xfrm>
            <a:off x="931334" y="5852886"/>
            <a:ext cx="103293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sz="1600" i="1">
                <a:solidFill>
                  <a:srgbClr val="808080"/>
                </a:solidFill>
              </a:rPr>
              <a:t>Falta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</p:spTree>
    <p:extLst>
      <p:ext uri="{BB962C8B-B14F-4D97-AF65-F5344CB8AC3E}">
        <p14:creationId xmlns:p14="http://schemas.microsoft.com/office/powerpoint/2010/main" val="36043458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PF&amp;A y Commercial Finance</a:t>
            </a:r>
          </a:p>
        </p:txBody>
      </p:sp>
      <p:sp>
        <p:nvSpPr>
          <p:cNvPr id="2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Planeación Financiera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y Análisis &amp; Commercial Finance</a:t>
            </a:r>
          </a:p>
        </p:txBody>
      </p:sp>
      <p:sp>
        <p:nvSpPr>
          <p:cNvPr id="2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204" name="ConnH"/>
          <p:cNvSpPr txBox="1"/>
          <p:nvPr/>
        </p:nvSpPr>
        <p:spPr>
          <a:xfrm>
            <a:off x="2218533" y="1623650"/>
            <a:ext cx="775493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205" name="ConnD205"/>
          <p:cNvSpPr txBox="1"/>
          <p:nvPr/>
        </p:nvSpPr>
        <p:spPr>
          <a:xfrm>
            <a:off x="2212183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206" name="ConnD206"/>
          <p:cNvSpPr txBox="1"/>
          <p:nvPr/>
        </p:nvSpPr>
        <p:spPr>
          <a:xfrm>
            <a:off x="6089649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207" name="ConnD207"/>
          <p:cNvSpPr txBox="1"/>
          <p:nvPr/>
        </p:nvSpPr>
        <p:spPr>
          <a:xfrm>
            <a:off x="9967115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208" name="L3_0"/>
          <p:cNvSpPr txBox="1"/>
          <p:nvPr/>
        </p:nvSpPr>
        <p:spPr>
          <a:xfrm>
            <a:off x="304800" y="1730000"/>
            <a:ext cx="3827466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BP Finanzas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Plataformas RH, TI</a:t>
            </a:r>
          </a:p>
        </p:txBody>
      </p:sp>
      <p:sp>
        <p:nvSpPr>
          <p:cNvPr id="209" name="Desc_0"/>
          <p:cNvSpPr txBox="1"/>
          <p:nvPr/>
        </p:nvSpPr>
        <p:spPr>
          <a:xfrm>
            <a:off x="304800" y="2430000"/>
            <a:ext cx="3827466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Elaborar y dar seguimiento al presupuesto anual y las previsiones de las plataformas RH y TI.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el análisis de variaciones del desempeño financiero de RH y TI.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Generar información y asesoramiento sobre el impacto financiero de las decisiones de RH y TI.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Elaborar reportes financieros periódicos de las plataformas RH y TI.</a:t>
            </a:r>
          </a:p>
        </p:txBody>
      </p:sp>
      <p:sp>
        <p:nvSpPr>
          <p:cNvPr id="210" name="L3_1"/>
          <p:cNvSpPr txBox="1"/>
          <p:nvPr/>
        </p:nvSpPr>
        <p:spPr>
          <a:xfrm>
            <a:off x="4182266" y="1730000"/>
            <a:ext cx="3827466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Commercial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Finance</a:t>
            </a:r>
          </a:p>
        </p:txBody>
      </p:sp>
      <p:sp>
        <p:nvSpPr>
          <p:cNvPr id="211" name="Desc_1"/>
          <p:cNvSpPr txBox="1"/>
          <p:nvPr/>
        </p:nvSpPr>
        <p:spPr>
          <a:xfrm>
            <a:off x="4182266" y="2430000"/>
            <a:ext cx="3827466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Elaborar el modelamiento de trade-offs económicos para respaldar decisiones comerciales.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Monitorear y analizar el rendimiento del margen bruto, la rentabilidad y sus drivers.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Identificar y reportar riesgos financieros con impacto potencial en la rentabilidad.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Elaborar reportes de visibilidad unificada de ingresos y márgenes para los socios comerciales.</a:t>
            </a:r>
          </a:p>
        </p:txBody>
      </p:sp>
      <p:sp>
        <p:nvSpPr>
          <p:cNvPr id="212" name="L3_2"/>
          <p:cNvSpPr txBox="1"/>
          <p:nvPr/>
        </p:nvSpPr>
        <p:spPr>
          <a:xfrm>
            <a:off x="8059732" y="1730000"/>
            <a:ext cx="3827466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Planeación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Financiera</a:t>
            </a:r>
          </a:p>
        </p:txBody>
      </p:sp>
      <p:sp>
        <p:nvSpPr>
          <p:cNvPr id="213" name="Desc_2"/>
          <p:cNvSpPr txBox="1"/>
          <p:nvPr/>
        </p:nvSpPr>
        <p:spPr>
          <a:xfrm>
            <a:off x="8059732" y="2430000"/>
            <a:ext cx="3827466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Coordinar el proceso de presupuestación anual y previsiones continuas de las funciones asignadas.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Elaborar el análisis de variaciones del desempeño financiero real versus lo planeado.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Desarrollar modelos financieros para la planeación, análisis de escenarios y pruebas de sensibilidad.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Generar los reportes financieros periódicos para los responsables de función y la dirección.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00000" y="3700000"/>
            <a:ext cx="2825500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Dir. PF&amp;A y Commercial Finance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Copiloto financiero del negocio, habilitando decisiones basadas en datos.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Gestiona planeación financiera, presupuesto anual y previsiones continuas.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Analiza rendimiento real vs. planificado e impulsa mejoras.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Maximiza rentabilidad y brinda soporte a iniciativas estratégicas.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55500" y="3700000"/>
            <a:ext cx="2825500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Gte Sr Fiscal y Contraloría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Define y dirige la estrategia fiscal y cumplimiento normativo.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Gestiona auditorías, requerimientos de autoridades y control interno.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Diseña sistemas de verificación y prevención de lavado de dinero.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Garantiza alineación de políticas a IFRS y normas corporativas.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111000" y="3700000"/>
            <a:ext cx="2825500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Gte Sr Servicios Compartidos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Lidera la operación centralizada de P2P, O2C y R2R.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Define modelos de servicios centrales y esquemas de gestión.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Garantiza cierres contables precisos y oportunos.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Adopta mejores prácticas de servicios centralizados.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966500" y="3700000"/>
            <a:ext cx="2825500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Gte Sr Legal y Regulatorio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Gestiona cumplimiento, litigios y gobernanza contractual.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Diseña formatos de contratos y opiniones legales.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Revisa contratos de expansión y capacita en riesgos legales.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Genera opiniones para dar factibilidad a proyectos comerciales.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00000" y="5250000"/>
            <a:ext cx="3777333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Gte Asuntos Corporativos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Lidera la estrategia de relacionamiento externo y manejo de crisis.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Mantiene contacto con actores externos e identifica riesgos regulatorios.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Define la estrategia de comunicación y posicionamiento en medios.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Gestiona proyectos con consultores en políticas públicas.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207333" y="5250000"/>
            <a:ext cx="3777333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Dir. Adm. Nacional OXXO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Asegura procesos administrativos, financieros y de control en plazas.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Garantiza el proceso de inventarios en tiendas mediante tecnología.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Evalúa y aprueba inversiones en tiendas nuevas y remodeladas.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Define el plan anual de normatividad basado en criticidad y riesgos.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014666" y="5250000"/>
            <a:ext cx="3777333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45720" rIns="45720"/>
          <a:lstStyle/>
          <a:p>
            <a:pPr algn="l"/>
            <a:r>
              <a:rPr b="1" sz="900">
                <a:solidFill>
                  <a:srgbClr val="000000"/>
                </a:solidFill>
              </a:rPr>
              <a:t>Gte Sr Nac. Adm. CdS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Impulsa el buen desempeño de la cadena de suministro y distribución.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Diseña KPIs y herramientas de gestión en CEDIS.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Gestiona el capital de trabajo en conjunto con Comercial y Abasto.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>• Asegura estabilidad normativa y control en la red de CdS.</a:t>
            </a:r>
          </a:p>
        </p:txBody>
      </p:sp>
    </p:spTree>
    <p:extLst>
      <p:ext uri="{BB962C8B-B14F-4D97-AF65-F5344CB8AC3E}">
        <p14:creationId xmlns:p14="http://schemas.microsoft.com/office/powerpoint/2010/main" val="3752170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Fiscal y Contraloría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Fiscal y Contraloría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ConnD3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10" name="L3_0"/>
          <p:cNvSpPr txBox="1"/>
          <p:nvPr/>
        </p:nvSpPr>
        <p:spPr>
          <a:xfrm>
            <a:off x="30480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Normatividad y Control</a:t>
            </a:r>
          </a:p>
        </p:txBody>
      </p:sp>
      <p:sp>
        <p:nvSpPr>
          <p:cNvPr id="311" name="Desc_0"/>
          <p:cNvSpPr txBox="1"/>
          <p:nvPr/>
        </p:nvSpPr>
        <p:spPr>
          <a:xfrm>
            <a:off x="30480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Diseñar e implementar el plan anual de normatividad y control interno.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ejecución de revisiones de control interno en las unidades de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reportar los resultados del sistema de control interno.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Homologar criterios y políticas contables alineados con FEMSA e IFRS.</a:t>
            </a:r>
          </a:p>
        </p:txBody>
      </p:sp>
      <p:sp>
        <p:nvSpPr>
          <p:cNvPr id="312" name="L3_1"/>
          <p:cNvSpPr txBox="1"/>
          <p:nvPr/>
        </p:nvSpPr>
        <p:spPr>
          <a:xfrm>
            <a:off x="262828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Control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Fiscal</a:t>
            </a:r>
          </a:p>
        </p:txBody>
      </p:sp>
      <p:sp>
        <p:nvSpPr>
          <p:cNvPr id="313" name="Desc_1"/>
          <p:cNvSpPr txBox="1"/>
          <p:nvPr/>
        </p:nvSpPr>
        <p:spPr>
          <a:xfrm>
            <a:off x="262828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el cumplimiento de las obligaciones fiscales en materia de impuestos federales, estatales y locales.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mantener las herramientas de documentación y respaldo de los procesos fiscales.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Auditorías Fiscales la preparación de información para revisiones de autoridades.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análisis de los cambios en la legislación fiscal y su aplicación en la operación.</a:t>
            </a:r>
          </a:p>
        </p:txBody>
      </p:sp>
      <p:sp>
        <p:nvSpPr>
          <p:cNvPr id="314" name="L3_2"/>
          <p:cNvSpPr txBox="1"/>
          <p:nvPr/>
        </p:nvSpPr>
        <p:spPr>
          <a:xfrm>
            <a:off x="495176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Gestión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Riesgos SI</a:t>
            </a:r>
          </a:p>
        </p:txBody>
      </p:sp>
      <p:sp>
        <p:nvSpPr>
          <p:cNvPr id="315" name="Desc_2"/>
          <p:cNvSpPr txBox="1"/>
          <p:nvPr/>
        </p:nvSpPr>
        <p:spPr>
          <a:xfrm>
            <a:off x="495176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Diseñar e implementar la metodología de prevención de lavado de dinero y financiamiento al terrorismo.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Desarrollar y mantener los modelos de detección y reducción de fraude monetario.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implementación del sistema integrado de gestión de riesgos en las unidades de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reportes de exposición al riesgo y efectividad de los controles de prevención.</a:t>
            </a:r>
          </a:p>
        </p:txBody>
      </p:sp>
      <p:sp>
        <p:nvSpPr>
          <p:cNvPr id="316" name="L3_3"/>
          <p:cNvSpPr txBox="1"/>
          <p:nvPr/>
        </p:nvSpPr>
        <p:spPr>
          <a:xfrm>
            <a:off x="727524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Sr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Contraloría</a:t>
            </a:r>
          </a:p>
        </p:txBody>
      </p:sp>
      <p:sp>
        <p:nvSpPr>
          <p:cNvPr id="317" name="Desc_3"/>
          <p:cNvSpPr txBox="1"/>
          <p:nvPr/>
        </p:nvSpPr>
        <p:spPr>
          <a:xfrm>
            <a:off x="727524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Supervisar la emisión de información financiera confiable y oportuna bajo normas IFRS.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representación del negocio ante auditoría interna y externa.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monitorear el sistema de control interno orientado a la integridad de reportes financieros.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consolidación financiera de OXXO México.</a:t>
            </a:r>
          </a:p>
        </p:txBody>
      </p:sp>
      <p:sp>
        <p:nvSpPr>
          <p:cNvPr id="318" name="L3_4"/>
          <p:cNvSpPr txBox="1"/>
          <p:nvPr/>
        </p:nvSpPr>
        <p:spPr>
          <a:xfrm>
            <a:off x="959872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Auditorías Fiscales</a:t>
            </a:r>
          </a:p>
        </p:txBody>
      </p:sp>
      <p:sp>
        <p:nvSpPr>
          <p:cNvPr id="319" name="Desc_4"/>
          <p:cNvSpPr txBox="1"/>
          <p:nvPr/>
        </p:nvSpPr>
        <p:spPr>
          <a:xfrm>
            <a:off x="959872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Coordinar la atención y seguimiento a requerimientos de autoridades fiscales.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Ejecutar el seguimiento a las auditorías externas e internas en materia fiscal.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análisis de cumplimiento de las obligaciones fiscales de OXXO México.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recuperación de saldos de impuestos a favor.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Servicios Compartidos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Servicios Compartidos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Administrativo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ConnD3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10" name="L3_0"/>
          <p:cNvSpPr txBox="1"/>
          <p:nvPr/>
        </p:nvSpPr>
        <p:spPr>
          <a:xfrm>
            <a:off x="30480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Coordinador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Información y Gestión CSF</a:t>
            </a:r>
          </a:p>
        </p:txBody>
      </p:sp>
      <p:sp>
        <p:nvSpPr>
          <p:cNvPr id="311" name="Desc_0"/>
          <p:cNvSpPr txBox="1"/>
          <p:nvPr/>
        </p:nvSpPr>
        <p:spPr>
          <a:xfrm>
            <a:off x="30480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Coordinar la consolidación y reporte de los indicadores de desempeño del Centro de Servicios.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Dar seguimiento al cumplimiento de los acuerdos de nivel de servicio con los clientes internos.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los rituales de gestión del Centro de Servicios.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Apoyar la gestión de la relación con los clientes internos del Centro de Servicios.</a:t>
            </a:r>
          </a:p>
        </p:txBody>
      </p:sp>
      <p:sp>
        <p:nvSpPr>
          <p:cNvPr id="312" name="L3_1"/>
          <p:cNvSpPr txBox="1"/>
          <p:nvPr/>
        </p:nvSpPr>
        <p:spPr>
          <a:xfrm>
            <a:off x="262828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Order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to Cash</a:t>
            </a:r>
          </a:p>
        </p:txBody>
      </p:sp>
      <p:sp>
        <p:nvSpPr>
          <p:cNvPr id="313" name="Desc_1"/>
          <p:cNvSpPr txBox="1"/>
          <p:nvPr/>
        </p:nvSpPr>
        <p:spPr>
          <a:xfrm>
            <a:off x="262828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y supervisar el ciclo Order to Cash end-to-end.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gestión de la cartera de cuentas por cobrar.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mantener los controles del proceso O2C.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reportar los indicadores de desempeño del proceso O2C.</a:t>
            </a:r>
          </a:p>
        </p:txBody>
      </p:sp>
      <p:sp>
        <p:nvSpPr>
          <p:cNvPr id="314" name="L3_2"/>
          <p:cNvSpPr txBox="1"/>
          <p:nvPr/>
        </p:nvSpPr>
        <p:spPr>
          <a:xfrm>
            <a:off x="495176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Purchase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to Pay</a:t>
            </a:r>
          </a:p>
        </p:txBody>
      </p:sp>
      <p:sp>
        <p:nvSpPr>
          <p:cNvPr id="315" name="Desc_2"/>
          <p:cNvSpPr txBox="1"/>
          <p:nvPr/>
        </p:nvSpPr>
        <p:spPr>
          <a:xfrm>
            <a:off x="495176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y supervisar el ciclo Purchase to Pay end-to-end.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optimización de los flujos de aprobación, condiciones de pago y gestión de caja.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mantener los controles del proceso P2P.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Gestionar la relación operativa con proveedores en el ámbito del proceso P2P.</a:t>
            </a:r>
          </a:p>
        </p:txBody>
      </p:sp>
      <p:sp>
        <p:nvSpPr>
          <p:cNvPr id="316" name="L3_3"/>
          <p:cNvSpPr txBox="1"/>
          <p:nvPr/>
        </p:nvSpPr>
        <p:spPr>
          <a:xfrm>
            <a:off x="727524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Record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to Report</a:t>
            </a:r>
          </a:p>
        </p:txBody>
      </p:sp>
      <p:sp>
        <p:nvSpPr>
          <p:cNvPr id="317" name="Desc_3"/>
          <p:cNvSpPr txBox="1"/>
          <p:nvPr/>
        </p:nvSpPr>
        <p:spPr>
          <a:xfrm>
            <a:off x="727524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y supervisar el ciclo Record to Report end-to-end.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proceso de cierre contable mensual y anual.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mantener los controles del proceso R2R.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Contraloría la alineación de criterios contables y el proceso de auditoría.</a:t>
            </a:r>
          </a:p>
        </p:txBody>
      </p:sp>
      <p:sp>
        <p:nvSpPr>
          <p:cNvPr id="318" name="L3_4"/>
          <p:cNvSpPr txBox="1"/>
          <p:nvPr/>
        </p:nvSpPr>
        <p:spPr>
          <a:xfrm>
            <a:off x="959872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Gobierno Datos y Cond</a:t>
            </a:r>
          </a:p>
        </p:txBody>
      </p:sp>
      <p:sp>
        <p:nvSpPr>
          <p:cNvPr id="319" name="Desc_4"/>
          <p:cNvSpPr txBox="1"/>
          <p:nvPr/>
        </p:nvSpPr>
        <p:spPr>
          <a:xfrm>
            <a:off x="959872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Implementar y mantener los estándares de gobierno de datos del Centro de Servicios.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mantenimiento y actualización de los catálogos y condiciones comerciales.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Identificar y reportar desviaciones en la calidad de datos que impacten los procesos transaccionales.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las áreas usuarias la resolución de inconsistencias en datos y condiciones.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Legal y Regulatorio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Legal y Regulatorio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ConnD3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10" name="L3_0"/>
          <p:cNvSpPr txBox="1"/>
          <p:nvPr/>
        </p:nvSpPr>
        <p:spPr>
          <a:xfrm>
            <a:off x="30480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Cumplimiento</a:t>
            </a:r>
          </a:p>
        </p:txBody>
      </p:sp>
      <p:sp>
        <p:nvSpPr>
          <p:cNvPr id="311" name="Desc_0"/>
          <p:cNvSpPr txBox="1"/>
          <p:nvPr/>
        </p:nvSpPr>
        <p:spPr>
          <a:xfrm>
            <a:off x="30480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Diseñar e implementar el programa de cumplimiento legal y regulatorio de OXXO México.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monitoreo del cumplimiento de las obligaciones legales y regulatorias en las unidades de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reportar los indicadores de desempeño del programa de cumplimiento.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las áreas del negocio la implementación de acciones correctivas derivadas de hallazgos.</a:t>
            </a:r>
          </a:p>
        </p:txBody>
      </p:sp>
      <p:sp>
        <p:nvSpPr>
          <p:cNvPr id="312" name="L3_1"/>
          <p:cNvSpPr txBox="1"/>
          <p:nvPr/>
        </p:nvSpPr>
        <p:spPr>
          <a:xfrm>
            <a:off x="262828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Legal Comercial</a:t>
            </a:r>
          </a:p>
        </p:txBody>
      </p:sp>
      <p:sp>
        <p:nvSpPr>
          <p:cNvPr id="313" name="Desc_1"/>
          <p:cNvSpPr txBox="1"/>
          <p:nvPr/>
        </p:nvSpPr>
        <p:spPr>
          <a:xfrm>
            <a:off x="262828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la revisión y análisis legal de contratos y acuerdos comerciales de OXXO.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Gestionar las contingencias y litigios legales del área comercial.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actualizar los formatos de contratos comerciales de OXXO.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Asesorar al área comercial en procesos legales, negociaciones y contingencias.</a:t>
            </a:r>
          </a:p>
        </p:txBody>
      </p:sp>
      <p:sp>
        <p:nvSpPr>
          <p:cNvPr id="314" name="L3_2"/>
          <p:cNvSpPr txBox="1"/>
          <p:nvPr/>
        </p:nvSpPr>
        <p:spPr>
          <a:xfrm>
            <a:off x="495176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Legal CdS</a:t>
            </a:r>
          </a:p>
        </p:txBody>
      </p:sp>
      <p:sp>
        <p:nvSpPr>
          <p:cNvPr id="315" name="Desc_2"/>
          <p:cNvSpPr txBox="1"/>
          <p:nvPr/>
        </p:nvSpPr>
        <p:spPr>
          <a:xfrm>
            <a:off x="495176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la revisión y análisis legal de contratos y acuerdos de la Cadena de Suministro.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Gestionar las contingencias y litigios legales de la Cadena de Suministro.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el área de Gestoría la atención de trámites legales y regulatorios de CEDIS y Distribución.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Asesorar al área de Cadena de Suministro en procesos legales, negociaciones y contingencias.</a:t>
            </a:r>
          </a:p>
        </p:txBody>
      </p:sp>
      <p:sp>
        <p:nvSpPr>
          <p:cNvPr id="316" name="L3_3"/>
          <p:cNvSpPr txBox="1"/>
          <p:nvPr/>
        </p:nvSpPr>
        <p:spPr>
          <a:xfrm>
            <a:off x="727524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Sr Legal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Operaciones</a:t>
            </a:r>
          </a:p>
        </p:txBody>
      </p:sp>
      <p:sp>
        <p:nvSpPr>
          <p:cNvPr id="317" name="Desc_3"/>
          <p:cNvSpPr txBox="1"/>
          <p:nvPr/>
        </p:nvSpPr>
        <p:spPr>
          <a:xfrm>
            <a:off x="727524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el análisis y atención de los requerimientos legales de la operación de tiendas y plazas.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Gestionar los litigios y procesos legales operativos de OXXO a nivel nacional.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revisar los documentos legales requeridos por la operación de tiendas.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los Gerentes de Plaza y Región la atención de contingencias legales operativas.</a:t>
            </a:r>
          </a:p>
        </p:txBody>
      </p:sp>
      <p:sp>
        <p:nvSpPr>
          <p:cNvPr id="318" name="L3_4"/>
          <p:cNvSpPr txBox="1"/>
          <p:nvPr/>
        </p:nvSpPr>
        <p:spPr>
          <a:xfrm>
            <a:off x="959872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Legal (i78)</a:t>
            </a:r>
          </a:p>
        </p:txBody>
      </p:sp>
      <p:sp>
        <p:nvSpPr>
          <p:cNvPr id="319" name="Desc_4"/>
          <p:cNvSpPr txBox="1"/>
          <p:nvPr/>
        </p:nvSpPr>
        <p:spPr>
          <a:xfrm>
            <a:off x="959872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el análisis y atención de los requerimientos legales de la plataforma i78.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revisar los documentos legales requeridos por la operación de i78.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las áreas operativas de i78 la atención de contingencias legales.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Dar seguimiento a los litigios y procesos legales activos de la plataforma i78.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Asuntos Corporativos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Asuntos Corporativos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ConnD3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10" name="L3_0"/>
          <p:cNvSpPr txBox="1"/>
          <p:nvPr/>
        </p:nvSpPr>
        <p:spPr>
          <a:xfrm>
            <a:off x="30480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Analista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Comunicación Externa</a:t>
            </a:r>
          </a:p>
        </p:txBody>
      </p:sp>
      <p:sp>
        <p:nvSpPr>
          <p:cNvPr id="311" name="Desc_0"/>
          <p:cNvSpPr txBox="1"/>
          <p:nvPr/>
        </p:nvSpPr>
        <p:spPr>
          <a:xfrm>
            <a:off x="30480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Elaborar contenidos y materiales de comunicación externa para medios y audiencias clave.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monitoreo de medios de comunicación y redes sociales.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reportes de monitoreo de medios y análisis de cobertura.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Apoyar la implementación de la estrategia de comunicación proactiva y reactiva del área.</a:t>
            </a:r>
          </a:p>
        </p:txBody>
      </p:sp>
      <p:sp>
        <p:nvSpPr>
          <p:cNvPr id="312" name="L3_1"/>
          <p:cNvSpPr txBox="1"/>
          <p:nvPr/>
        </p:nvSpPr>
        <p:spPr>
          <a:xfrm>
            <a:off x="262828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Coordinador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Asuntos Corporativos</a:t>
            </a:r>
          </a:p>
        </p:txBody>
      </p:sp>
      <p:sp>
        <p:nvSpPr>
          <p:cNvPr id="313" name="Desc_1"/>
          <p:cNvSpPr txBox="1"/>
          <p:nvPr/>
        </p:nvSpPr>
        <p:spPr>
          <a:xfrm>
            <a:off x="262828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Elaborar análisis de riesgo e informes políticos basados en tendencias regulatorias del entorno.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monitoreo sistemático del entorno político, económico y social.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reportes de la agenda de riesgos del entorno para la toma de decisiones.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gestión de proyectos con consultores especializados en políticas públicas.</a:t>
            </a:r>
          </a:p>
        </p:txBody>
      </p:sp>
      <p:sp>
        <p:nvSpPr>
          <p:cNvPr id="314" name="L3_2"/>
          <p:cNvSpPr txBox="1"/>
          <p:nvPr/>
        </p:nvSpPr>
        <p:spPr>
          <a:xfrm>
            <a:off x="495176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Atención Autoridades</a:t>
            </a:r>
          </a:p>
        </p:txBody>
      </p:sp>
      <p:sp>
        <p:nvSpPr>
          <p:cNvPr id="315" name="Desc_2"/>
          <p:cNvSpPr txBox="1"/>
          <p:nvPr/>
        </p:nvSpPr>
        <p:spPr>
          <a:xfrm>
            <a:off x="495176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Gestionar y dar seguimiento a los requerimientos de autoridades gubernamentales hacia OXXO.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las respuestas y documentación requerida ante requerimientos de autoridades.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las áreas operativas y de soporte la atención de requerimientos de autoridades.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Monitorear y reportar el estatus de los requerimientos de autoridades en curso.</a:t>
            </a:r>
          </a:p>
        </p:txBody>
      </p:sp>
      <p:sp>
        <p:nvSpPr>
          <p:cNvPr id="316" name="L3_3"/>
          <p:cNvSpPr txBox="1"/>
          <p:nvPr/>
        </p:nvSpPr>
        <p:spPr>
          <a:xfrm>
            <a:off x="727524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Relaciones Gobierno</a:t>
            </a:r>
          </a:p>
        </p:txBody>
      </p:sp>
      <p:sp>
        <p:nvSpPr>
          <p:cNvPr id="317" name="Desc_3"/>
          <p:cNvSpPr txBox="1"/>
          <p:nvPr/>
        </p:nvSpPr>
        <p:spPr>
          <a:xfrm>
            <a:off x="727524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los planes de relacionamiento con autoridades gubernamentales en la región o ámbito asignado.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Monitorear el entorno político-regulatorio local y reportar tendencias relevantes para el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Participar en organismos empresariales y foros de influencia en representación de OXXO.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Ejecutar proyectos de cabildeo e incidencia en política pública en el ámbito asignado.</a:t>
            </a:r>
          </a:p>
        </p:txBody>
      </p:sp>
      <p:sp>
        <p:nvSpPr>
          <p:cNvPr id="318" name="L3_4"/>
          <p:cNvSpPr txBox="1"/>
          <p:nvPr/>
        </p:nvSpPr>
        <p:spPr>
          <a:xfrm>
            <a:off x="959872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Relaciones Gobierno</a:t>
            </a:r>
          </a:p>
        </p:txBody>
      </p:sp>
      <p:sp>
        <p:nvSpPr>
          <p:cNvPr id="319" name="Desc_4"/>
          <p:cNvSpPr txBox="1"/>
          <p:nvPr/>
        </p:nvSpPr>
        <p:spPr>
          <a:xfrm>
            <a:off x="959872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Coordinar la implementación de la estrategia de relacionamiento con autoridades gubernamentales.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y dar seguimiento a los planes de relacionamiento con autoridades y actores clave.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monitoreo del entorno regulatorio y político relevante para el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Gestionar proyectos de cabildeo y relacionamiento institucional con consultores especializados.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Administración Nacional OXXO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Director Nacional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Admvo OXXO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449040" y="162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44269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376617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608965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841313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ConnD309"/>
          <p:cNvSpPr txBox="1"/>
          <p:nvPr/>
        </p:nvSpPr>
        <p:spPr>
          <a:xfrm>
            <a:off x="1073661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10" name="L3_0"/>
          <p:cNvSpPr txBox="1"/>
          <p:nvPr/>
        </p:nvSpPr>
        <p:spPr>
          <a:xfrm>
            <a:off x="30480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Admvo Neg Dllo</a:t>
            </a:r>
          </a:p>
        </p:txBody>
      </p:sp>
      <p:sp>
        <p:nvSpPr>
          <p:cNvPr id="311" name="Desc_0"/>
          <p:cNvSpPr txBox="1"/>
          <p:nvPr/>
        </p:nvSpPr>
        <p:spPr>
          <a:xfrm>
            <a:off x="30480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Implementar los procesos administrativos y financieros de los negocios en desarrollo.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generación y entrega de información financiera de los negocios en desarrollo.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el seguimiento presupuestal de los negocios en desarrollo.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Ejecutar los controles de normatividad y control interno aplicables a los negocios en desarrollo.</a:t>
            </a:r>
          </a:p>
        </p:txBody>
      </p:sp>
      <p:sp>
        <p:nvSpPr>
          <p:cNvPr id="312" name="L3_1"/>
          <p:cNvSpPr txBox="1"/>
          <p:nvPr/>
        </p:nvSpPr>
        <p:spPr>
          <a:xfrm>
            <a:off x="262828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Área BP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Finanzas Plataformas Expansión</a:t>
            </a:r>
          </a:p>
        </p:txBody>
      </p:sp>
      <p:sp>
        <p:nvSpPr>
          <p:cNvPr id="313" name="Desc_1"/>
          <p:cNvSpPr txBox="1"/>
          <p:nvPr/>
        </p:nvSpPr>
        <p:spPr>
          <a:xfrm>
            <a:off x="262828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Elaborar los modelos de evaluación financiera de proyectos de expansión.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el seguimiento presupuestal de los proyectos de expansión en curso.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Generar reportes financieros periódicos de la cartera de expansión.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los controles administrativos y financieros para los procesos de expansión.</a:t>
            </a:r>
          </a:p>
        </p:txBody>
      </p:sp>
      <p:sp>
        <p:nvSpPr>
          <p:cNvPr id="314" name="L3_2"/>
          <p:cNvSpPr txBox="1"/>
          <p:nvPr/>
        </p:nvSpPr>
        <p:spPr>
          <a:xfrm>
            <a:off x="495176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Gerente Gestión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Control Zona</a:t>
            </a:r>
          </a:p>
        </p:txBody>
      </p:sp>
      <p:sp>
        <p:nvSpPr>
          <p:cNvPr id="315" name="Desc_2"/>
          <p:cNvSpPr txBox="1"/>
          <p:nvPr/>
        </p:nvSpPr>
        <p:spPr>
          <a:xfrm>
            <a:off x="495176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el plan de normatividad y control interno en las plazas de la zona asignada.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dar seguimiento a los procedimientos contables y administrativos en tiendas de la zona.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Generar y reportar los indicadores de gestión y control de la zona.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con los Gerentes de Plaza y Región la implementación de acciones correctivas.</a:t>
            </a:r>
          </a:p>
        </p:txBody>
      </p:sp>
      <p:sp>
        <p:nvSpPr>
          <p:cNvPr id="316" name="L3_3"/>
          <p:cNvSpPr txBox="1"/>
          <p:nvPr/>
        </p:nvSpPr>
        <p:spPr>
          <a:xfrm>
            <a:off x="727524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Gestión y Control</a:t>
            </a:r>
          </a:p>
        </p:txBody>
      </p:sp>
      <p:sp>
        <p:nvSpPr>
          <p:cNvPr id="317" name="Desc_3"/>
          <p:cNvSpPr txBox="1"/>
          <p:nvPr/>
        </p:nvSpPr>
        <p:spPr>
          <a:xfrm>
            <a:off x="727524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Ejecutar los procesos de control administrativo y financiero en las plazas asignadas.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Generar y consolidar los reportes de gestión e indicadores operativos de las plazas.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ejecución de revisiones de control interno en plazas y tiendas.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dar seguimiento a las herramientas de gestión y KPIs en las plazas.</a:t>
            </a:r>
          </a:p>
        </p:txBody>
      </p:sp>
      <p:sp>
        <p:nvSpPr>
          <p:cNvPr id="318" name="L3_4"/>
          <p:cNvSpPr txBox="1"/>
          <p:nvPr/>
        </p:nvSpPr>
        <p:spPr>
          <a:xfrm>
            <a:off x="9598720" y="1730000"/>
            <a:ext cx="228848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900" b="1" i="0">
                <a:solidFill>
                  <a:srgbClr val="000000"/>
                </a:solidFill>
              </a:rPr>
              <a:t>Traslado de Valores</a:t>
            </a:r>
          </a:p>
        </p:txBody>
      </p:sp>
      <p:sp>
        <p:nvSpPr>
          <p:cNvPr id="319" name="Desc_4"/>
          <p:cNvSpPr txBox="1"/>
          <p:nvPr/>
        </p:nvSpPr>
        <p:spPr>
          <a:xfrm>
            <a:off x="9598720" y="2430000"/>
            <a:ext cx="228848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700" b="0" i="0">
                <a:solidFill>
                  <a:srgbClr val="333333"/>
                </a:solidFill>
              </a:rPr>
              <a:t>• Coordinar la operación del modelo de traslado y resguardo de valores en las tiendas.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Implementar y dar seguimiento al modelo I-Cash y su caso de negocio.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Coordinar la relación con los proveedores de servicios de traslado de valores.</a:t>
            </a:r>
          </a:p>
          <a:p>
            <a:pPr algn="l">
              <a:spcBef>
                <a:spcPts val="600"/>
              </a:spcBef>
            </a:pPr>
            <a:r>
              <a:rPr sz="700" b="0" i="0">
                <a:solidFill>
                  <a:srgbClr val="333333"/>
                </a:solidFill>
              </a:rPr>
              <a:t>• Elaborar reportes de desempeño y costos del modelo de traslado de valores.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53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0000" bIns="3000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Administración Nacional CdS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900000"/>
            <a:ext cx="3200000" cy="5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Gte Sr Nac. Administrativo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Centros de Suministro</a:t>
            </a:r>
          </a:p>
        </p:txBody>
      </p:sp>
      <p:sp>
        <p:nvSpPr>
          <p:cNvPr id="303" name="ConnV"/>
          <p:cNvSpPr txBox="1"/>
          <p:nvPr/>
        </p:nvSpPr>
        <p:spPr>
          <a:xfrm>
            <a:off x="6089650" y="1420000"/>
            <a:ext cx="12700" cy="2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4" name="ConnH"/>
          <p:cNvSpPr txBox="1"/>
          <p:nvPr/>
        </p:nvSpPr>
        <p:spPr>
          <a:xfrm>
            <a:off x="1733850" y="1623650"/>
            <a:ext cx="87243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5" name="ConnD305"/>
          <p:cNvSpPr txBox="1"/>
          <p:nvPr/>
        </p:nvSpPr>
        <p:spPr>
          <a:xfrm>
            <a:off x="17275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6" name="ConnD306"/>
          <p:cNvSpPr txBox="1"/>
          <p:nvPr/>
        </p:nvSpPr>
        <p:spPr>
          <a:xfrm>
            <a:off x="46356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7" name="ConnD307"/>
          <p:cNvSpPr txBox="1"/>
          <p:nvPr/>
        </p:nvSpPr>
        <p:spPr>
          <a:xfrm>
            <a:off x="75437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8" name="ConnD308"/>
          <p:cNvSpPr txBox="1"/>
          <p:nvPr/>
        </p:nvSpPr>
        <p:spPr>
          <a:xfrm>
            <a:off x="10451800" y="163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45720" rIns="45720" tIns="30000" bIns="30000"/>
          <a:lstStyle/>
        </p:txBody>
      </p:sp>
      <p:sp>
        <p:nvSpPr>
          <p:cNvPr id="309" name="L3_0"/>
          <p:cNvSpPr txBox="1"/>
          <p:nvPr/>
        </p:nvSpPr>
        <p:spPr>
          <a:xfrm>
            <a:off x="304800" y="1730000"/>
            <a:ext cx="285810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Área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Admin Control CEDIS</a:t>
            </a:r>
          </a:p>
        </p:txBody>
      </p:sp>
      <p:sp>
        <p:nvSpPr>
          <p:cNvPr id="310" name="Desc_0"/>
          <p:cNvSpPr txBox="1"/>
          <p:nvPr/>
        </p:nvSpPr>
        <p:spPr>
          <a:xfrm>
            <a:off x="304800" y="2430000"/>
            <a:ext cx="285810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Implementar y mantener los procedimientos contables y administrativos en CEDIS.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Ejecutar el plan anual de normatividad y control interno en CEDIS.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la generación de información financiera y operativa de CEDIS.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Elaborar y dar seguimiento a los indicadores de productividad de CEDIS.</a:t>
            </a:r>
          </a:p>
        </p:txBody>
      </p:sp>
      <p:sp>
        <p:nvSpPr>
          <p:cNvPr id="311" name="L3_1"/>
          <p:cNvSpPr txBox="1"/>
          <p:nvPr/>
        </p:nvSpPr>
        <p:spPr>
          <a:xfrm>
            <a:off x="3212900" y="1730000"/>
            <a:ext cx="285810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Área Admin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y Finanzas Dist</a:t>
            </a:r>
          </a:p>
        </p:txBody>
      </p:sp>
      <p:sp>
        <p:nvSpPr>
          <p:cNvPr id="312" name="Desc_1"/>
          <p:cNvSpPr txBox="1"/>
          <p:nvPr/>
        </p:nvSpPr>
        <p:spPr>
          <a:xfrm>
            <a:off x="3212900" y="2430000"/>
            <a:ext cx="285810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Implementar y mantener los procedimientos contables y administrativos en Distribución.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la generación de información financiera de rentabilidad en Distribución.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Elaborar y dar seguimiento a los indicadores de productividad de Distribución.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Ejecutar el plan de normatividad y control interno en Distribución.</a:t>
            </a:r>
          </a:p>
        </p:txBody>
      </p:sp>
      <p:sp>
        <p:nvSpPr>
          <p:cNvPr id="313" name="L3_2"/>
          <p:cNvSpPr txBox="1"/>
          <p:nvPr/>
        </p:nvSpPr>
        <p:spPr>
          <a:xfrm>
            <a:off x="6121000" y="1730000"/>
            <a:ext cx="285810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Responsable Gestión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y Control CEDIS</a:t>
            </a:r>
          </a:p>
        </p:txBody>
      </p:sp>
      <p:sp>
        <p:nvSpPr>
          <p:cNvPr id="314" name="Desc_2"/>
          <p:cNvSpPr txBox="1"/>
          <p:nvPr/>
        </p:nvSpPr>
        <p:spPr>
          <a:xfrm>
            <a:off x="6121000" y="2430000"/>
            <a:ext cx="285810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Ejecutar los procesos de control administrativo en las unidades de CEDIS asignadas.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Generar y consolidar los reportes de gestión e indicadores de productividad de CEDIS.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la ejecución de revisiones de control interno en CEDIS.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Implementar los mecanismos de seguimiento al capital de trabajo en CEDIS.</a:t>
            </a:r>
          </a:p>
        </p:txBody>
      </p:sp>
      <p:sp>
        <p:nvSpPr>
          <p:cNvPr id="315" name="L3_3"/>
          <p:cNvSpPr txBox="1"/>
          <p:nvPr/>
        </p:nvSpPr>
        <p:spPr>
          <a:xfrm>
            <a:off x="9029100" y="1730000"/>
            <a:ext cx="2858100" cy="6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45720" rIns="45720" tIns="30000" bIns="30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Responsable</a:t>
            </a:r>
          </a:p>
          <a:p>
            <a:pPr algn="ctr"/>
            <a:r>
              <a:rPr sz="1000" b="1" i="0">
                <a:solidFill>
                  <a:srgbClr val="000000"/>
                </a:solidFill>
              </a:rPr>
              <a:t>Gestoría</a:t>
            </a:r>
          </a:p>
        </p:txBody>
      </p:sp>
      <p:sp>
        <p:nvSpPr>
          <p:cNvPr id="316" name="Desc_3"/>
          <p:cNvSpPr txBox="1"/>
          <p:nvPr/>
        </p:nvSpPr>
        <p:spPr>
          <a:xfrm>
            <a:off x="9029100" y="2430000"/>
            <a:ext cx="2858100" cy="4368000"/>
          </a:xfrm>
          <a:prstGeom prst="rect">
            <a:avLst/>
          </a:prstGeom>
          <a:solidFill>
            <a:srgbClr val="F5F5F5"/>
          </a:solidFill>
          <a:ln w="6350">
            <a:solidFill>
              <a:srgbClr val="BFBFBF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• Ejecutar y dar seguimiento a los trámites y gestiones administrativas de CEDIS y Distribución.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la gestión documental y archivo de expedientes normativos y regulatorios.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Identificar y reportar vencimientos y renovaciones de permisos operativos de CEDIS y Distribución.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333333"/>
                </a:solidFill>
              </a:rPr>
              <a:t>• Coordinar con el área Legal los requerimientos de gestoría que impliquen procesos jurídicos.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5E02EC-87C1-984F-D82F-959F82215195}"/>
              </a:ext>
            </a:extLst>
          </p:cNvPr>
          <p:cNvSpPr/>
          <p:nvPr/>
        </p:nvSpPr>
        <p:spPr>
          <a:xfrm>
            <a:off x="6285574" y="1946829"/>
            <a:ext cx="5462727" cy="4290219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5310A-6EA4-1FF9-2B9F-005F73A285D2}"/>
              </a:ext>
            </a:extLst>
          </p:cNvPr>
          <p:cNvSpPr/>
          <p:nvPr/>
        </p:nvSpPr>
        <p:spPr>
          <a:xfrm>
            <a:off x="6699460" y="2257877"/>
            <a:ext cx="1110263" cy="595292"/>
          </a:xfrm>
          <a:prstGeom prst="rect">
            <a:avLst/>
          </a:prstGeom>
          <a:solidFill>
            <a:srgbClr val="AEE2D5"/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67438-FEA5-1D7F-6BC3-78ED8F65912E}"/>
              </a:ext>
            </a:extLst>
          </p:cNvPr>
          <p:cNvSpPr/>
          <p:nvPr/>
        </p:nvSpPr>
        <p:spPr>
          <a:xfrm>
            <a:off x="7951580" y="2321414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 responsable de ejecutar la tarea responsable de la acción o implementación; sólo una persona debe ser asignada como "Responsable".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0651-694D-A898-3F15-13DFC376C468}"/>
              </a:ext>
            </a:extLst>
          </p:cNvPr>
          <p:cNvSpPr/>
          <p:nvPr/>
        </p:nvSpPr>
        <p:spPr>
          <a:xfrm>
            <a:off x="6699460" y="3036240"/>
            <a:ext cx="1110263" cy="595292"/>
          </a:xfrm>
          <a:prstGeom prst="rect">
            <a:avLst/>
          </a:prstGeom>
          <a:solidFill>
            <a:srgbClr val="EEE89A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28AC3-8E2B-3413-B5C5-A2ECD60BB4E5}"/>
              </a:ext>
            </a:extLst>
          </p:cNvPr>
          <p:cNvSpPr/>
          <p:nvPr/>
        </p:nvSpPr>
        <p:spPr>
          <a:xfrm>
            <a:off x="7951580" y="3099777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responsable en última instancia; Incluye autoridad de aprobación y poder de veto; Sólo una persona debe ser asignada como “</a:t>
            </a:r>
            <a:r>
              <a:rPr kumimoji="0" lang="es-MX" sz="1100" b="0" i="0" u="none" strike="noStrike" kern="0" cap="none" spc="0" normalizeH="0" baseline="0" noProof="0" err="1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”.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CA3C1-8CFE-39A8-C528-A62C413FBEFB}"/>
              </a:ext>
            </a:extLst>
          </p:cNvPr>
          <p:cNvSpPr/>
          <p:nvPr/>
        </p:nvSpPr>
        <p:spPr>
          <a:xfrm>
            <a:off x="6699460" y="38146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990ED-272C-A49E-9AAD-6D006404E4DA}"/>
              </a:ext>
            </a:extLst>
          </p:cNvPr>
          <p:cNvSpPr/>
          <p:nvPr/>
        </p:nvSpPr>
        <p:spPr>
          <a:xfrm>
            <a:off x="7951580" y="3878139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prestará ayuda a los miembros responsables cuando sea necesario.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C4F6D-1024-3811-4DEF-17E66851F0FC}"/>
              </a:ext>
            </a:extLst>
          </p:cNvPr>
          <p:cNvSpPr/>
          <p:nvPr/>
        </p:nvSpPr>
        <p:spPr>
          <a:xfrm>
            <a:off x="6699460" y="5371330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568D6-08EF-C62F-0F3C-C40F20C3B656}"/>
              </a:ext>
            </a:extLst>
          </p:cNvPr>
          <p:cNvSpPr/>
          <p:nvPr/>
        </p:nvSpPr>
        <p:spPr>
          <a:xfrm>
            <a:off x="7951580" y="5434866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informado del resultado porque afecta a sus funciones.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2256D-B21C-16FD-679B-BB64AE2E01B3}"/>
              </a:ext>
            </a:extLst>
          </p:cNvPr>
          <p:cNvSpPr/>
          <p:nvPr/>
        </p:nvSpPr>
        <p:spPr>
          <a:xfrm>
            <a:off x="6699460" y="4592966"/>
            <a:ext cx="1110263" cy="595292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5761-D480-8D2B-9054-44C685203B0A}"/>
              </a:ext>
            </a:extLst>
          </p:cNvPr>
          <p:cNvSpPr/>
          <p:nvPr/>
        </p:nvSpPr>
        <p:spPr>
          <a:xfrm>
            <a:off x="7951580" y="4656503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consultado debido a sus capacidades y/o información para el trabajo.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042E6-2B88-5416-986C-C193CE36C3CA}"/>
              </a:ext>
            </a:extLst>
          </p:cNvPr>
          <p:cNvSpPr/>
          <p:nvPr/>
        </p:nvSpPr>
        <p:spPr>
          <a:xfrm>
            <a:off x="508800" y="1946831"/>
            <a:ext cx="5462727" cy="4290218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E2114-B3C6-347B-856A-477DA8DD9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39" y="3675001"/>
            <a:ext cx="685800" cy="685800"/>
          </a:xfrm>
          <a:prstGeom prst="ellipse">
            <a:avLst/>
          </a:prstGeom>
          <a:solidFill>
            <a:srgbClr val="FFC000"/>
          </a:solidFill>
          <a:ln w="47625" cap="flat" cmpd="sng" algn="ctr">
            <a:solidFill>
              <a:sysClr val="window" lastClr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51">
            <a:extLst>
              <a:ext uri="{FF2B5EF4-FFF2-40B4-BE49-F238E27FC236}">
                <a16:creationId xmlns:a16="http://schemas.microsoft.com/office/drawing/2014/main" id="{7B6ECFB0-EB65-7BEA-C1AD-6C7673C330E7}"/>
              </a:ext>
            </a:extLst>
          </p:cNvPr>
          <p:cNvSpPr>
            <a:spLocks/>
          </p:cNvSpPr>
          <p:nvPr/>
        </p:nvSpPr>
        <p:spPr bwMode="auto">
          <a:xfrm>
            <a:off x="6009819" y="3788530"/>
            <a:ext cx="246080" cy="443753"/>
          </a:xfrm>
          <a:custGeom>
            <a:avLst/>
            <a:gdLst>
              <a:gd name="T0" fmla="*/ 6 w 61"/>
              <a:gd name="T1" fmla="*/ 0 h 110"/>
              <a:gd name="T2" fmla="*/ 0 w 61"/>
              <a:gd name="T3" fmla="*/ 7 h 110"/>
              <a:gd name="T4" fmla="*/ 48 w 61"/>
              <a:gd name="T5" fmla="*/ 55 h 110"/>
              <a:gd name="T6" fmla="*/ 0 w 61"/>
              <a:gd name="T7" fmla="*/ 104 h 110"/>
              <a:gd name="T8" fmla="*/ 6 w 61"/>
              <a:gd name="T9" fmla="*/ 110 h 110"/>
              <a:gd name="T10" fmla="*/ 54 w 61"/>
              <a:gd name="T11" fmla="*/ 62 h 110"/>
              <a:gd name="T12" fmla="*/ 61 w 61"/>
              <a:gd name="T13" fmla="*/ 55 h 110"/>
              <a:gd name="T14" fmla="*/ 54 w 61"/>
              <a:gd name="T15" fmla="*/ 49 h 110"/>
              <a:gd name="T16" fmla="*/ 6 w 61"/>
              <a:gd name="T17" fmla="*/ 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110">
                <a:moveTo>
                  <a:pt x="6" y="0"/>
                </a:moveTo>
                <a:lnTo>
                  <a:pt x="0" y="7"/>
                </a:lnTo>
                <a:lnTo>
                  <a:pt x="48" y="55"/>
                </a:lnTo>
                <a:lnTo>
                  <a:pt x="0" y="104"/>
                </a:lnTo>
                <a:lnTo>
                  <a:pt x="6" y="110"/>
                </a:lnTo>
                <a:lnTo>
                  <a:pt x="54" y="62"/>
                </a:lnTo>
                <a:lnTo>
                  <a:pt x="61" y="55"/>
                </a:lnTo>
                <a:lnTo>
                  <a:pt x="54" y="49"/>
                </a:lnTo>
                <a:lnTo>
                  <a:pt x="6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e4pHeader1">
            <a:extLst>
              <a:ext uri="{FF2B5EF4-FFF2-40B4-BE49-F238E27FC236}">
                <a16:creationId xmlns:a16="http://schemas.microsoft.com/office/drawing/2014/main" id="{1FAE5438-67D2-F162-D130-BAA42F74EEB9}"/>
              </a:ext>
            </a:extLst>
          </p:cNvPr>
          <p:cNvSpPr txBox="1"/>
          <p:nvPr/>
        </p:nvSpPr>
        <p:spPr>
          <a:xfrm>
            <a:off x="672400" y="1752041"/>
            <a:ext cx="5135526" cy="323182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Impactos esperados</a:t>
            </a:r>
          </a:p>
        </p:txBody>
      </p:sp>
      <p:sp>
        <p:nvSpPr>
          <p:cNvPr id="18" name="ee4pHeader2">
            <a:extLst>
              <a:ext uri="{FF2B5EF4-FFF2-40B4-BE49-F238E27FC236}">
                <a16:creationId xmlns:a16="http://schemas.microsoft.com/office/drawing/2014/main" id="{74EC73B5-6220-359E-00E6-2ADC773AF113}"/>
              </a:ext>
            </a:extLst>
          </p:cNvPr>
          <p:cNvSpPr txBox="1"/>
          <p:nvPr/>
        </p:nvSpPr>
        <p:spPr>
          <a:xfrm>
            <a:off x="6449175" y="1750567"/>
            <a:ext cx="5135526" cy="327599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45CABA7E-4A84-0E4D-1F56-41ADCB81A3B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6175" y="2703883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AC2A2062-F33F-A4D9-BEED-23DA99C0929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3746387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B6763B-8A85-7DA4-72AD-2A59FDF0BE04}"/>
              </a:ext>
            </a:extLst>
          </p:cNvPr>
          <p:cNvGrpSpPr/>
          <p:nvPr/>
        </p:nvGrpSpPr>
        <p:grpSpPr>
          <a:xfrm>
            <a:off x="875429" y="3804272"/>
            <a:ext cx="307880" cy="447319"/>
            <a:chOff x="875429" y="3804272"/>
            <a:chExt cx="900113" cy="1306513"/>
          </a:xfrm>
          <a:solidFill>
            <a:srgbClr val="FFC000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403CC398-2A08-871D-C025-C538222B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29" y="3918572"/>
              <a:ext cx="900113" cy="1192213"/>
            </a:xfrm>
            <a:custGeom>
              <a:avLst/>
              <a:gdLst>
                <a:gd name="T0" fmla="*/ 1236 w 1258"/>
                <a:gd name="T1" fmla="*/ 0 h 1670"/>
                <a:gd name="T2" fmla="*/ 876 w 1258"/>
                <a:gd name="T3" fmla="*/ 0 h 1670"/>
                <a:gd name="T4" fmla="*/ 876 w 1258"/>
                <a:gd name="T5" fmla="*/ 44 h 1670"/>
                <a:gd name="T6" fmla="*/ 1214 w 1258"/>
                <a:gd name="T7" fmla="*/ 44 h 1670"/>
                <a:gd name="T8" fmla="*/ 1214 w 1258"/>
                <a:gd name="T9" fmla="*/ 1626 h 1670"/>
                <a:gd name="T10" fmla="*/ 44 w 1258"/>
                <a:gd name="T11" fmla="*/ 1626 h 1670"/>
                <a:gd name="T12" fmla="*/ 44 w 1258"/>
                <a:gd name="T13" fmla="*/ 44 h 1670"/>
                <a:gd name="T14" fmla="*/ 382 w 1258"/>
                <a:gd name="T15" fmla="*/ 44 h 1670"/>
                <a:gd name="T16" fmla="*/ 382 w 1258"/>
                <a:gd name="T17" fmla="*/ 0 h 1670"/>
                <a:gd name="T18" fmla="*/ 22 w 1258"/>
                <a:gd name="T19" fmla="*/ 0 h 1670"/>
                <a:gd name="T20" fmla="*/ 0 w 1258"/>
                <a:gd name="T21" fmla="*/ 22 h 1670"/>
                <a:gd name="T22" fmla="*/ 0 w 1258"/>
                <a:gd name="T23" fmla="*/ 1648 h 1670"/>
                <a:gd name="T24" fmla="*/ 22 w 1258"/>
                <a:gd name="T25" fmla="*/ 1670 h 1670"/>
                <a:gd name="T26" fmla="*/ 1236 w 1258"/>
                <a:gd name="T27" fmla="*/ 1670 h 1670"/>
                <a:gd name="T28" fmla="*/ 1258 w 1258"/>
                <a:gd name="T29" fmla="*/ 1648 h 1670"/>
                <a:gd name="T30" fmla="*/ 1258 w 1258"/>
                <a:gd name="T31" fmla="*/ 22 h 1670"/>
                <a:gd name="T32" fmla="*/ 1236 w 1258"/>
                <a:gd name="T33" fmla="*/ 0 h 1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58" h="1670">
                  <a:moveTo>
                    <a:pt x="1236" y="0"/>
                  </a:moveTo>
                  <a:cubicBezTo>
                    <a:pt x="876" y="0"/>
                    <a:pt x="876" y="0"/>
                    <a:pt x="876" y="0"/>
                  </a:cubicBezTo>
                  <a:cubicBezTo>
                    <a:pt x="876" y="44"/>
                    <a:pt x="876" y="44"/>
                    <a:pt x="876" y="44"/>
                  </a:cubicBezTo>
                  <a:cubicBezTo>
                    <a:pt x="1214" y="44"/>
                    <a:pt x="1214" y="44"/>
                    <a:pt x="1214" y="44"/>
                  </a:cubicBezTo>
                  <a:cubicBezTo>
                    <a:pt x="1214" y="1626"/>
                    <a:pt x="1214" y="1626"/>
                    <a:pt x="1214" y="1626"/>
                  </a:cubicBezTo>
                  <a:cubicBezTo>
                    <a:pt x="44" y="1626"/>
                    <a:pt x="44" y="1626"/>
                    <a:pt x="44" y="162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82" y="44"/>
                    <a:pt x="382" y="44"/>
                    <a:pt x="382" y="44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1648"/>
                    <a:pt x="0" y="1648"/>
                    <a:pt x="0" y="1648"/>
                  </a:cubicBezTo>
                  <a:cubicBezTo>
                    <a:pt x="0" y="1661"/>
                    <a:pt x="9" y="1670"/>
                    <a:pt x="22" y="1670"/>
                  </a:cubicBezTo>
                  <a:cubicBezTo>
                    <a:pt x="1236" y="1670"/>
                    <a:pt x="1236" y="1670"/>
                    <a:pt x="1236" y="1670"/>
                  </a:cubicBezTo>
                  <a:cubicBezTo>
                    <a:pt x="1249" y="1670"/>
                    <a:pt x="1258" y="1661"/>
                    <a:pt x="1258" y="1648"/>
                  </a:cubicBezTo>
                  <a:cubicBezTo>
                    <a:pt x="1258" y="22"/>
                    <a:pt x="1258" y="22"/>
                    <a:pt x="1258" y="22"/>
                  </a:cubicBezTo>
                  <a:cubicBezTo>
                    <a:pt x="1258" y="10"/>
                    <a:pt x="1249" y="0"/>
                    <a:pt x="123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5D1A2E8-BE65-B60B-B8B7-CFEBA53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954" y="3804272"/>
              <a:ext cx="627063" cy="1089025"/>
            </a:xfrm>
            <a:custGeom>
              <a:avLst/>
              <a:gdLst>
                <a:gd name="connsiteX0" fmla="*/ 15713 w 627063"/>
                <a:gd name="connsiteY0" fmla="*/ 1057275 h 1089025"/>
                <a:gd name="connsiteX1" fmla="*/ 611351 w 627063"/>
                <a:gd name="connsiteY1" fmla="*/ 1057275 h 1089025"/>
                <a:gd name="connsiteX2" fmla="*/ 627063 w 627063"/>
                <a:gd name="connsiteY2" fmla="*/ 1073150 h 1089025"/>
                <a:gd name="connsiteX3" fmla="*/ 611351 w 627063"/>
                <a:gd name="connsiteY3" fmla="*/ 1089025 h 1089025"/>
                <a:gd name="connsiteX4" fmla="*/ 15713 w 627063"/>
                <a:gd name="connsiteY4" fmla="*/ 1089025 h 1089025"/>
                <a:gd name="connsiteX5" fmla="*/ 0 w 627063"/>
                <a:gd name="connsiteY5" fmla="*/ 1073150 h 1089025"/>
                <a:gd name="connsiteX6" fmla="*/ 15713 w 627063"/>
                <a:gd name="connsiteY6" fmla="*/ 1057275 h 1089025"/>
                <a:gd name="connsiteX7" fmla="*/ 15713 w 627063"/>
                <a:gd name="connsiteY7" fmla="*/ 941388 h 1089025"/>
                <a:gd name="connsiteX8" fmla="*/ 611351 w 627063"/>
                <a:gd name="connsiteY8" fmla="*/ 941388 h 1089025"/>
                <a:gd name="connsiteX9" fmla="*/ 627063 w 627063"/>
                <a:gd name="connsiteY9" fmla="*/ 957263 h 1089025"/>
                <a:gd name="connsiteX10" fmla="*/ 611351 w 627063"/>
                <a:gd name="connsiteY10" fmla="*/ 973138 h 1089025"/>
                <a:gd name="connsiteX11" fmla="*/ 15713 w 627063"/>
                <a:gd name="connsiteY11" fmla="*/ 973138 h 1089025"/>
                <a:gd name="connsiteX12" fmla="*/ 0 w 627063"/>
                <a:gd name="connsiteY12" fmla="*/ 957263 h 1089025"/>
                <a:gd name="connsiteX13" fmla="*/ 15713 w 627063"/>
                <a:gd name="connsiteY13" fmla="*/ 941388 h 1089025"/>
                <a:gd name="connsiteX14" fmla="*/ 15713 w 627063"/>
                <a:gd name="connsiteY14" fmla="*/ 825500 h 1089025"/>
                <a:gd name="connsiteX15" fmla="*/ 611351 w 627063"/>
                <a:gd name="connsiteY15" fmla="*/ 825500 h 1089025"/>
                <a:gd name="connsiteX16" fmla="*/ 627063 w 627063"/>
                <a:gd name="connsiteY16" fmla="*/ 841375 h 1089025"/>
                <a:gd name="connsiteX17" fmla="*/ 611351 w 627063"/>
                <a:gd name="connsiteY17" fmla="*/ 857250 h 1089025"/>
                <a:gd name="connsiteX18" fmla="*/ 15713 w 627063"/>
                <a:gd name="connsiteY18" fmla="*/ 857250 h 1089025"/>
                <a:gd name="connsiteX19" fmla="*/ 0 w 627063"/>
                <a:gd name="connsiteY19" fmla="*/ 841375 h 1089025"/>
                <a:gd name="connsiteX20" fmla="*/ 15713 w 627063"/>
                <a:gd name="connsiteY20" fmla="*/ 825500 h 1089025"/>
                <a:gd name="connsiteX21" fmla="*/ 15713 w 627063"/>
                <a:gd name="connsiteY21" fmla="*/ 709613 h 1089025"/>
                <a:gd name="connsiteX22" fmla="*/ 611351 w 627063"/>
                <a:gd name="connsiteY22" fmla="*/ 709613 h 1089025"/>
                <a:gd name="connsiteX23" fmla="*/ 627063 w 627063"/>
                <a:gd name="connsiteY23" fmla="*/ 725488 h 1089025"/>
                <a:gd name="connsiteX24" fmla="*/ 611351 w 627063"/>
                <a:gd name="connsiteY24" fmla="*/ 741363 h 1089025"/>
                <a:gd name="connsiteX25" fmla="*/ 15713 w 627063"/>
                <a:gd name="connsiteY25" fmla="*/ 741363 h 1089025"/>
                <a:gd name="connsiteX26" fmla="*/ 0 w 627063"/>
                <a:gd name="connsiteY26" fmla="*/ 725488 h 1089025"/>
                <a:gd name="connsiteX27" fmla="*/ 15713 w 627063"/>
                <a:gd name="connsiteY27" fmla="*/ 709613 h 1089025"/>
                <a:gd name="connsiteX28" fmla="*/ 15713 w 627063"/>
                <a:gd name="connsiteY28" fmla="*/ 593725 h 1089025"/>
                <a:gd name="connsiteX29" fmla="*/ 611351 w 627063"/>
                <a:gd name="connsiteY29" fmla="*/ 593725 h 1089025"/>
                <a:gd name="connsiteX30" fmla="*/ 627063 w 627063"/>
                <a:gd name="connsiteY30" fmla="*/ 609600 h 1089025"/>
                <a:gd name="connsiteX31" fmla="*/ 611351 w 627063"/>
                <a:gd name="connsiteY31" fmla="*/ 625475 h 1089025"/>
                <a:gd name="connsiteX32" fmla="*/ 15713 w 627063"/>
                <a:gd name="connsiteY32" fmla="*/ 625475 h 1089025"/>
                <a:gd name="connsiteX33" fmla="*/ 0 w 627063"/>
                <a:gd name="connsiteY33" fmla="*/ 609600 h 1089025"/>
                <a:gd name="connsiteX34" fmla="*/ 15713 w 627063"/>
                <a:gd name="connsiteY34" fmla="*/ 593725 h 1089025"/>
                <a:gd name="connsiteX35" fmla="*/ 15713 w 627063"/>
                <a:gd name="connsiteY35" fmla="*/ 477838 h 1089025"/>
                <a:gd name="connsiteX36" fmla="*/ 611351 w 627063"/>
                <a:gd name="connsiteY36" fmla="*/ 477838 h 1089025"/>
                <a:gd name="connsiteX37" fmla="*/ 627063 w 627063"/>
                <a:gd name="connsiteY37" fmla="*/ 493713 h 1089025"/>
                <a:gd name="connsiteX38" fmla="*/ 611351 w 627063"/>
                <a:gd name="connsiteY38" fmla="*/ 509588 h 1089025"/>
                <a:gd name="connsiteX39" fmla="*/ 15713 w 627063"/>
                <a:gd name="connsiteY39" fmla="*/ 509588 h 1089025"/>
                <a:gd name="connsiteX40" fmla="*/ 0 w 627063"/>
                <a:gd name="connsiteY40" fmla="*/ 493713 h 1089025"/>
                <a:gd name="connsiteX41" fmla="*/ 15713 w 627063"/>
                <a:gd name="connsiteY41" fmla="*/ 477838 h 1089025"/>
                <a:gd name="connsiteX42" fmla="*/ 15713 w 627063"/>
                <a:gd name="connsiteY42" fmla="*/ 361950 h 1089025"/>
                <a:gd name="connsiteX43" fmla="*/ 611351 w 627063"/>
                <a:gd name="connsiteY43" fmla="*/ 361950 h 1089025"/>
                <a:gd name="connsiteX44" fmla="*/ 627063 w 627063"/>
                <a:gd name="connsiteY44" fmla="*/ 377825 h 1089025"/>
                <a:gd name="connsiteX45" fmla="*/ 611351 w 627063"/>
                <a:gd name="connsiteY45" fmla="*/ 393700 h 1089025"/>
                <a:gd name="connsiteX46" fmla="*/ 15713 w 627063"/>
                <a:gd name="connsiteY46" fmla="*/ 393700 h 1089025"/>
                <a:gd name="connsiteX47" fmla="*/ 0 w 627063"/>
                <a:gd name="connsiteY47" fmla="*/ 377825 h 1089025"/>
                <a:gd name="connsiteX48" fmla="*/ 15713 w 627063"/>
                <a:gd name="connsiteY48" fmla="*/ 361950 h 1089025"/>
                <a:gd name="connsiteX49" fmla="*/ 313532 w 627063"/>
                <a:gd name="connsiteY49" fmla="*/ 31750 h 1089025"/>
                <a:gd name="connsiteX50" fmla="*/ 291134 w 627063"/>
                <a:gd name="connsiteY50" fmla="*/ 35314 h 1089025"/>
                <a:gd name="connsiteX51" fmla="*/ 257175 w 627063"/>
                <a:gd name="connsiteY51" fmla="*/ 66675 h 1089025"/>
                <a:gd name="connsiteX52" fmla="*/ 369888 w 627063"/>
                <a:gd name="connsiteY52" fmla="*/ 66675 h 1089025"/>
                <a:gd name="connsiteX53" fmla="*/ 335930 w 627063"/>
                <a:gd name="connsiteY53" fmla="*/ 35314 h 1089025"/>
                <a:gd name="connsiteX54" fmla="*/ 313532 w 627063"/>
                <a:gd name="connsiteY54" fmla="*/ 31750 h 1089025"/>
                <a:gd name="connsiteX55" fmla="*/ 313532 w 627063"/>
                <a:gd name="connsiteY55" fmla="*/ 0 h 1089025"/>
                <a:gd name="connsiteX56" fmla="*/ 386160 w 627063"/>
                <a:gd name="connsiteY56" fmla="*/ 34890 h 1089025"/>
                <a:gd name="connsiteX57" fmla="*/ 402537 w 627063"/>
                <a:gd name="connsiteY57" fmla="*/ 66220 h 1089025"/>
                <a:gd name="connsiteX58" fmla="*/ 451668 w 627063"/>
                <a:gd name="connsiteY58" fmla="*/ 66220 h 1089025"/>
                <a:gd name="connsiteX59" fmla="*/ 458788 w 627063"/>
                <a:gd name="connsiteY59" fmla="*/ 73340 h 1089025"/>
                <a:gd name="connsiteX60" fmla="*/ 458788 w 627063"/>
                <a:gd name="connsiteY60" fmla="*/ 113927 h 1089025"/>
                <a:gd name="connsiteX61" fmla="*/ 458788 w 627063"/>
                <a:gd name="connsiteY61" fmla="*/ 145256 h 1089025"/>
                <a:gd name="connsiteX62" fmla="*/ 458788 w 627063"/>
                <a:gd name="connsiteY62" fmla="*/ 178010 h 1089025"/>
                <a:gd name="connsiteX63" fmla="*/ 443123 w 627063"/>
                <a:gd name="connsiteY63" fmla="*/ 193675 h 1089025"/>
                <a:gd name="connsiteX64" fmla="*/ 183940 w 627063"/>
                <a:gd name="connsiteY64" fmla="*/ 193675 h 1089025"/>
                <a:gd name="connsiteX65" fmla="*/ 168275 w 627063"/>
                <a:gd name="connsiteY65" fmla="*/ 178010 h 1089025"/>
                <a:gd name="connsiteX66" fmla="*/ 168275 w 627063"/>
                <a:gd name="connsiteY66" fmla="*/ 145256 h 1089025"/>
                <a:gd name="connsiteX67" fmla="*/ 168275 w 627063"/>
                <a:gd name="connsiteY67" fmla="*/ 113927 h 1089025"/>
                <a:gd name="connsiteX68" fmla="*/ 168275 w 627063"/>
                <a:gd name="connsiteY68" fmla="*/ 73340 h 1089025"/>
                <a:gd name="connsiteX69" fmla="*/ 175396 w 627063"/>
                <a:gd name="connsiteY69" fmla="*/ 66220 h 1089025"/>
                <a:gd name="connsiteX70" fmla="*/ 224527 w 627063"/>
                <a:gd name="connsiteY70" fmla="*/ 66220 h 1089025"/>
                <a:gd name="connsiteX71" fmla="*/ 240903 w 627063"/>
                <a:gd name="connsiteY71" fmla="*/ 34890 h 1089025"/>
                <a:gd name="connsiteX72" fmla="*/ 313532 w 627063"/>
                <a:gd name="connsiteY72" fmla="*/ 0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27063" h="1089025">
                  <a:moveTo>
                    <a:pt x="15713" y="1057275"/>
                  </a:moveTo>
                  <a:cubicBezTo>
                    <a:pt x="15713" y="1057275"/>
                    <a:pt x="15713" y="1057275"/>
                    <a:pt x="611351" y="1057275"/>
                  </a:cubicBezTo>
                  <a:cubicBezTo>
                    <a:pt x="620635" y="1057275"/>
                    <a:pt x="627063" y="1064491"/>
                    <a:pt x="627063" y="1073150"/>
                  </a:cubicBezTo>
                  <a:cubicBezTo>
                    <a:pt x="627063" y="1081809"/>
                    <a:pt x="620635" y="1089025"/>
                    <a:pt x="611351" y="1089025"/>
                  </a:cubicBezTo>
                  <a:cubicBezTo>
                    <a:pt x="611351" y="1089025"/>
                    <a:pt x="611351" y="1089025"/>
                    <a:pt x="15713" y="1089025"/>
                  </a:cubicBezTo>
                  <a:cubicBezTo>
                    <a:pt x="6428" y="1089025"/>
                    <a:pt x="0" y="1081809"/>
                    <a:pt x="0" y="1073150"/>
                  </a:cubicBezTo>
                  <a:cubicBezTo>
                    <a:pt x="0" y="1064491"/>
                    <a:pt x="6428" y="1057275"/>
                    <a:pt x="15713" y="1057275"/>
                  </a:cubicBezTo>
                  <a:close/>
                  <a:moveTo>
                    <a:pt x="15713" y="941388"/>
                  </a:moveTo>
                  <a:cubicBezTo>
                    <a:pt x="15713" y="941388"/>
                    <a:pt x="15713" y="941388"/>
                    <a:pt x="611351" y="941388"/>
                  </a:cubicBezTo>
                  <a:cubicBezTo>
                    <a:pt x="620635" y="941388"/>
                    <a:pt x="627063" y="948604"/>
                    <a:pt x="627063" y="957263"/>
                  </a:cubicBezTo>
                  <a:cubicBezTo>
                    <a:pt x="627063" y="965922"/>
                    <a:pt x="620635" y="973138"/>
                    <a:pt x="611351" y="973138"/>
                  </a:cubicBezTo>
                  <a:cubicBezTo>
                    <a:pt x="611351" y="973138"/>
                    <a:pt x="611351" y="973138"/>
                    <a:pt x="15713" y="973138"/>
                  </a:cubicBezTo>
                  <a:cubicBezTo>
                    <a:pt x="6428" y="973138"/>
                    <a:pt x="0" y="965922"/>
                    <a:pt x="0" y="957263"/>
                  </a:cubicBezTo>
                  <a:cubicBezTo>
                    <a:pt x="0" y="948604"/>
                    <a:pt x="6428" y="941388"/>
                    <a:pt x="15713" y="941388"/>
                  </a:cubicBezTo>
                  <a:close/>
                  <a:moveTo>
                    <a:pt x="15713" y="825500"/>
                  </a:moveTo>
                  <a:cubicBezTo>
                    <a:pt x="15713" y="825500"/>
                    <a:pt x="15713" y="825500"/>
                    <a:pt x="611351" y="825500"/>
                  </a:cubicBezTo>
                  <a:cubicBezTo>
                    <a:pt x="620635" y="825500"/>
                    <a:pt x="627063" y="832716"/>
                    <a:pt x="627063" y="841375"/>
                  </a:cubicBezTo>
                  <a:cubicBezTo>
                    <a:pt x="627063" y="850756"/>
                    <a:pt x="620635" y="857250"/>
                    <a:pt x="611351" y="857250"/>
                  </a:cubicBezTo>
                  <a:cubicBezTo>
                    <a:pt x="611351" y="857250"/>
                    <a:pt x="611351" y="857250"/>
                    <a:pt x="15713" y="857250"/>
                  </a:cubicBezTo>
                  <a:cubicBezTo>
                    <a:pt x="6428" y="857250"/>
                    <a:pt x="0" y="850756"/>
                    <a:pt x="0" y="841375"/>
                  </a:cubicBezTo>
                  <a:cubicBezTo>
                    <a:pt x="0" y="832716"/>
                    <a:pt x="6428" y="825500"/>
                    <a:pt x="15713" y="825500"/>
                  </a:cubicBezTo>
                  <a:close/>
                  <a:moveTo>
                    <a:pt x="15713" y="709613"/>
                  </a:moveTo>
                  <a:cubicBezTo>
                    <a:pt x="15713" y="709613"/>
                    <a:pt x="15713" y="709613"/>
                    <a:pt x="611351" y="709613"/>
                  </a:cubicBezTo>
                  <a:cubicBezTo>
                    <a:pt x="620635" y="709613"/>
                    <a:pt x="627063" y="716829"/>
                    <a:pt x="627063" y="725488"/>
                  </a:cubicBezTo>
                  <a:cubicBezTo>
                    <a:pt x="627063" y="734147"/>
                    <a:pt x="620635" y="741363"/>
                    <a:pt x="611351" y="741363"/>
                  </a:cubicBezTo>
                  <a:cubicBezTo>
                    <a:pt x="611351" y="741363"/>
                    <a:pt x="611351" y="741363"/>
                    <a:pt x="15713" y="741363"/>
                  </a:cubicBezTo>
                  <a:cubicBezTo>
                    <a:pt x="6428" y="741363"/>
                    <a:pt x="0" y="734147"/>
                    <a:pt x="0" y="725488"/>
                  </a:cubicBezTo>
                  <a:cubicBezTo>
                    <a:pt x="0" y="716829"/>
                    <a:pt x="6428" y="709613"/>
                    <a:pt x="15713" y="709613"/>
                  </a:cubicBezTo>
                  <a:close/>
                  <a:moveTo>
                    <a:pt x="15713" y="593725"/>
                  </a:moveTo>
                  <a:cubicBezTo>
                    <a:pt x="15713" y="593725"/>
                    <a:pt x="15713" y="593725"/>
                    <a:pt x="611351" y="593725"/>
                  </a:cubicBezTo>
                  <a:cubicBezTo>
                    <a:pt x="620635" y="593725"/>
                    <a:pt x="627063" y="600941"/>
                    <a:pt x="627063" y="609600"/>
                  </a:cubicBezTo>
                  <a:cubicBezTo>
                    <a:pt x="627063" y="618259"/>
                    <a:pt x="620635" y="625475"/>
                    <a:pt x="611351" y="625475"/>
                  </a:cubicBezTo>
                  <a:cubicBezTo>
                    <a:pt x="611351" y="625475"/>
                    <a:pt x="611351" y="625475"/>
                    <a:pt x="15713" y="625475"/>
                  </a:cubicBezTo>
                  <a:cubicBezTo>
                    <a:pt x="6428" y="625475"/>
                    <a:pt x="0" y="618259"/>
                    <a:pt x="0" y="609600"/>
                  </a:cubicBezTo>
                  <a:cubicBezTo>
                    <a:pt x="0" y="600941"/>
                    <a:pt x="6428" y="593725"/>
                    <a:pt x="15713" y="593725"/>
                  </a:cubicBezTo>
                  <a:close/>
                  <a:moveTo>
                    <a:pt x="15713" y="477838"/>
                  </a:moveTo>
                  <a:cubicBezTo>
                    <a:pt x="15713" y="477838"/>
                    <a:pt x="15713" y="477838"/>
                    <a:pt x="611351" y="477838"/>
                  </a:cubicBezTo>
                  <a:cubicBezTo>
                    <a:pt x="620635" y="477838"/>
                    <a:pt x="627063" y="484332"/>
                    <a:pt x="627063" y="493713"/>
                  </a:cubicBezTo>
                  <a:cubicBezTo>
                    <a:pt x="627063" y="502372"/>
                    <a:pt x="620635" y="509588"/>
                    <a:pt x="611351" y="509588"/>
                  </a:cubicBezTo>
                  <a:cubicBezTo>
                    <a:pt x="611351" y="509588"/>
                    <a:pt x="611351" y="509588"/>
                    <a:pt x="15713" y="509588"/>
                  </a:cubicBezTo>
                  <a:cubicBezTo>
                    <a:pt x="6428" y="509588"/>
                    <a:pt x="0" y="502372"/>
                    <a:pt x="0" y="493713"/>
                  </a:cubicBezTo>
                  <a:cubicBezTo>
                    <a:pt x="0" y="484332"/>
                    <a:pt x="6428" y="477838"/>
                    <a:pt x="15713" y="477838"/>
                  </a:cubicBezTo>
                  <a:close/>
                  <a:moveTo>
                    <a:pt x="15713" y="361950"/>
                  </a:moveTo>
                  <a:cubicBezTo>
                    <a:pt x="15713" y="361950"/>
                    <a:pt x="15713" y="361950"/>
                    <a:pt x="611351" y="361950"/>
                  </a:cubicBezTo>
                  <a:cubicBezTo>
                    <a:pt x="620635" y="361950"/>
                    <a:pt x="627063" y="369166"/>
                    <a:pt x="627063" y="377825"/>
                  </a:cubicBezTo>
                  <a:cubicBezTo>
                    <a:pt x="627063" y="386484"/>
                    <a:pt x="620635" y="393700"/>
                    <a:pt x="611351" y="393700"/>
                  </a:cubicBezTo>
                  <a:cubicBezTo>
                    <a:pt x="611351" y="393700"/>
                    <a:pt x="611351" y="393700"/>
                    <a:pt x="15713" y="393700"/>
                  </a:cubicBezTo>
                  <a:cubicBezTo>
                    <a:pt x="6428" y="393700"/>
                    <a:pt x="0" y="386484"/>
                    <a:pt x="0" y="377825"/>
                  </a:cubicBezTo>
                  <a:cubicBezTo>
                    <a:pt x="0" y="369166"/>
                    <a:pt x="6428" y="361950"/>
                    <a:pt x="15713" y="361950"/>
                  </a:cubicBezTo>
                  <a:close/>
                  <a:moveTo>
                    <a:pt x="313532" y="31750"/>
                  </a:moveTo>
                  <a:cubicBezTo>
                    <a:pt x="305584" y="31750"/>
                    <a:pt x="298359" y="33176"/>
                    <a:pt x="291134" y="35314"/>
                  </a:cubicBezTo>
                  <a:cubicBezTo>
                    <a:pt x="276683" y="41016"/>
                    <a:pt x="264400" y="52420"/>
                    <a:pt x="257175" y="66675"/>
                  </a:cubicBezTo>
                  <a:cubicBezTo>
                    <a:pt x="257175" y="66675"/>
                    <a:pt x="257175" y="66675"/>
                    <a:pt x="369888" y="66675"/>
                  </a:cubicBezTo>
                  <a:cubicBezTo>
                    <a:pt x="362663" y="52420"/>
                    <a:pt x="350380" y="41016"/>
                    <a:pt x="335930" y="35314"/>
                  </a:cubicBezTo>
                  <a:cubicBezTo>
                    <a:pt x="328705" y="33176"/>
                    <a:pt x="321479" y="31750"/>
                    <a:pt x="313532" y="31750"/>
                  </a:cubicBezTo>
                  <a:close/>
                  <a:moveTo>
                    <a:pt x="313532" y="0"/>
                  </a:moveTo>
                  <a:cubicBezTo>
                    <a:pt x="342725" y="0"/>
                    <a:pt x="369071" y="13529"/>
                    <a:pt x="386160" y="34890"/>
                  </a:cubicBezTo>
                  <a:cubicBezTo>
                    <a:pt x="393280" y="44147"/>
                    <a:pt x="398977" y="54827"/>
                    <a:pt x="402537" y="66220"/>
                  </a:cubicBezTo>
                  <a:cubicBezTo>
                    <a:pt x="402537" y="66220"/>
                    <a:pt x="402537" y="66220"/>
                    <a:pt x="451668" y="66220"/>
                  </a:cubicBezTo>
                  <a:cubicBezTo>
                    <a:pt x="455228" y="66220"/>
                    <a:pt x="458788" y="69068"/>
                    <a:pt x="458788" y="73340"/>
                  </a:cubicBezTo>
                  <a:cubicBezTo>
                    <a:pt x="458788" y="73340"/>
                    <a:pt x="458788" y="73340"/>
                    <a:pt x="458788" y="113927"/>
                  </a:cubicBezTo>
                  <a:cubicBezTo>
                    <a:pt x="458788" y="113927"/>
                    <a:pt x="458788" y="113927"/>
                    <a:pt x="458788" y="145256"/>
                  </a:cubicBezTo>
                  <a:cubicBezTo>
                    <a:pt x="458788" y="145256"/>
                    <a:pt x="458788" y="145256"/>
                    <a:pt x="458788" y="178010"/>
                  </a:cubicBezTo>
                  <a:cubicBezTo>
                    <a:pt x="458788" y="186555"/>
                    <a:pt x="451668" y="193675"/>
                    <a:pt x="443123" y="193675"/>
                  </a:cubicBezTo>
                  <a:cubicBezTo>
                    <a:pt x="443123" y="193675"/>
                    <a:pt x="443123" y="193675"/>
                    <a:pt x="183940" y="193675"/>
                  </a:cubicBezTo>
                  <a:cubicBezTo>
                    <a:pt x="175396" y="193675"/>
                    <a:pt x="168275" y="186555"/>
                    <a:pt x="168275" y="178010"/>
                  </a:cubicBezTo>
                  <a:cubicBezTo>
                    <a:pt x="168275" y="178010"/>
                    <a:pt x="168275" y="178010"/>
                    <a:pt x="168275" y="145256"/>
                  </a:cubicBezTo>
                  <a:cubicBezTo>
                    <a:pt x="168275" y="145256"/>
                    <a:pt x="168275" y="145256"/>
                    <a:pt x="168275" y="113927"/>
                  </a:cubicBezTo>
                  <a:cubicBezTo>
                    <a:pt x="168275" y="113927"/>
                    <a:pt x="168275" y="113927"/>
                    <a:pt x="168275" y="73340"/>
                  </a:cubicBezTo>
                  <a:cubicBezTo>
                    <a:pt x="168275" y="69068"/>
                    <a:pt x="171835" y="66220"/>
                    <a:pt x="175396" y="66220"/>
                  </a:cubicBezTo>
                  <a:cubicBezTo>
                    <a:pt x="175396" y="66220"/>
                    <a:pt x="175396" y="66220"/>
                    <a:pt x="224527" y="66220"/>
                  </a:cubicBezTo>
                  <a:cubicBezTo>
                    <a:pt x="228087" y="54827"/>
                    <a:pt x="233783" y="44147"/>
                    <a:pt x="240903" y="34890"/>
                  </a:cubicBezTo>
                  <a:cubicBezTo>
                    <a:pt x="257992" y="13529"/>
                    <a:pt x="284338" y="0"/>
                    <a:pt x="3135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sp>
        <p:nvSpPr>
          <p:cNvPr id="22" name="AutoShape 3">
            <a:extLst>
              <a:ext uri="{FF2B5EF4-FFF2-40B4-BE49-F238E27FC236}">
                <a16:creationId xmlns:a16="http://schemas.microsoft.com/office/drawing/2014/main" id="{75D7B90A-773C-56ED-337B-7D9937CC6ED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4572329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3" name="Grupo 86">
            <a:extLst>
              <a:ext uri="{FF2B5EF4-FFF2-40B4-BE49-F238E27FC236}">
                <a16:creationId xmlns:a16="http://schemas.microsoft.com/office/drawing/2014/main" id="{DEC8D952-651B-ED47-D38B-ACD8C86ADEF5}"/>
              </a:ext>
            </a:extLst>
          </p:cNvPr>
          <p:cNvGrpSpPr/>
          <p:nvPr/>
        </p:nvGrpSpPr>
        <p:grpSpPr>
          <a:xfrm>
            <a:off x="704516" y="2669196"/>
            <a:ext cx="647530" cy="647806"/>
            <a:chOff x="704516" y="2669196"/>
            <a:chExt cx="902208" cy="90259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36FB7DF-C464-CF47-BC6A-14B88FEF2242}"/>
                </a:ext>
              </a:extLst>
            </p:cNvPr>
            <p:cNvGrpSpPr/>
            <p:nvPr/>
          </p:nvGrpSpPr>
          <p:grpSpPr>
            <a:xfrm>
              <a:off x="789065" y="2963267"/>
              <a:ext cx="731545" cy="293072"/>
              <a:chOff x="789065" y="2963267"/>
              <a:chExt cx="1533525" cy="614362"/>
            </a:xfrm>
            <a:solidFill>
              <a:srgbClr val="FFC000"/>
            </a:solidFill>
          </p:grpSpPr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4016DCAA-E238-A430-F957-6CC0A7A4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065" y="2963267"/>
                <a:ext cx="1533525" cy="542925"/>
              </a:xfrm>
              <a:custGeom>
                <a:avLst/>
                <a:gdLst>
                  <a:gd name="connsiteX0" fmla="*/ 1246187 w 1533525"/>
                  <a:gd name="connsiteY0" fmla="*/ 511175 h 542925"/>
                  <a:gd name="connsiteX1" fmla="*/ 1517878 w 1533525"/>
                  <a:gd name="connsiteY1" fmla="*/ 511175 h 542925"/>
                  <a:gd name="connsiteX2" fmla="*/ 1533525 w 1533525"/>
                  <a:gd name="connsiteY2" fmla="*/ 527050 h 542925"/>
                  <a:gd name="connsiteX3" fmla="*/ 1517878 w 1533525"/>
                  <a:gd name="connsiteY3" fmla="*/ 542925 h 542925"/>
                  <a:gd name="connsiteX4" fmla="*/ 1255433 w 1533525"/>
                  <a:gd name="connsiteY4" fmla="*/ 542925 h 542925"/>
                  <a:gd name="connsiteX5" fmla="*/ 1246187 w 1533525"/>
                  <a:gd name="connsiteY5" fmla="*/ 511175 h 542925"/>
                  <a:gd name="connsiteX6" fmla="*/ 735012 w 1533525"/>
                  <a:gd name="connsiteY6" fmla="*/ 511175 h 542925"/>
                  <a:gd name="connsiteX7" fmla="*/ 792162 w 1533525"/>
                  <a:gd name="connsiteY7" fmla="*/ 511175 h 542925"/>
                  <a:gd name="connsiteX8" fmla="*/ 783101 w 1533525"/>
                  <a:gd name="connsiteY8" fmla="*/ 542925 h 542925"/>
                  <a:gd name="connsiteX9" fmla="*/ 744072 w 1533525"/>
                  <a:gd name="connsiteY9" fmla="*/ 542925 h 542925"/>
                  <a:gd name="connsiteX10" fmla="*/ 735012 w 1533525"/>
                  <a:gd name="connsiteY10" fmla="*/ 511175 h 542925"/>
                  <a:gd name="connsiteX11" fmla="*/ 15650 w 1533525"/>
                  <a:gd name="connsiteY11" fmla="*/ 511175 h 542925"/>
                  <a:gd name="connsiteX12" fmla="*/ 280988 w 1533525"/>
                  <a:gd name="connsiteY12" fmla="*/ 511175 h 542925"/>
                  <a:gd name="connsiteX13" fmla="*/ 271740 w 1533525"/>
                  <a:gd name="connsiteY13" fmla="*/ 542925 h 542925"/>
                  <a:gd name="connsiteX14" fmla="*/ 15650 w 1533525"/>
                  <a:gd name="connsiteY14" fmla="*/ 542925 h 542925"/>
                  <a:gd name="connsiteX15" fmla="*/ 0 w 1533525"/>
                  <a:gd name="connsiteY15" fmla="*/ 527050 h 542925"/>
                  <a:gd name="connsiteX16" fmla="*/ 15650 w 1533525"/>
                  <a:gd name="connsiteY16" fmla="*/ 511175 h 542925"/>
                  <a:gd name="connsiteX17" fmla="*/ 764317 w 1533525"/>
                  <a:gd name="connsiteY17" fmla="*/ 349250 h 542925"/>
                  <a:gd name="connsiteX18" fmla="*/ 778175 w 1533525"/>
                  <a:gd name="connsiteY18" fmla="*/ 350679 h 542925"/>
                  <a:gd name="connsiteX19" fmla="*/ 788387 w 1533525"/>
                  <a:gd name="connsiteY19" fmla="*/ 352822 h 542925"/>
                  <a:gd name="connsiteX20" fmla="*/ 789845 w 1533525"/>
                  <a:gd name="connsiteY20" fmla="*/ 355680 h 542925"/>
                  <a:gd name="connsiteX21" fmla="*/ 773799 w 1533525"/>
                  <a:gd name="connsiteY21" fmla="*/ 380683 h 542925"/>
                  <a:gd name="connsiteX22" fmla="*/ 773799 w 1533525"/>
                  <a:gd name="connsiteY22" fmla="*/ 382826 h 542925"/>
                  <a:gd name="connsiteX23" fmla="*/ 789116 w 1533525"/>
                  <a:gd name="connsiteY23" fmla="*/ 477838 h 542925"/>
                  <a:gd name="connsiteX24" fmla="*/ 736600 w 1533525"/>
                  <a:gd name="connsiteY24" fmla="*/ 477838 h 542925"/>
                  <a:gd name="connsiteX25" fmla="*/ 753376 w 1533525"/>
                  <a:gd name="connsiteY25" fmla="*/ 382826 h 542925"/>
                  <a:gd name="connsiteX26" fmla="*/ 753376 w 1533525"/>
                  <a:gd name="connsiteY26" fmla="*/ 380683 h 542925"/>
                  <a:gd name="connsiteX27" fmla="*/ 737329 w 1533525"/>
                  <a:gd name="connsiteY27" fmla="*/ 355680 h 542925"/>
                  <a:gd name="connsiteX28" fmla="*/ 738788 w 1533525"/>
                  <a:gd name="connsiteY28" fmla="*/ 352822 h 542925"/>
                  <a:gd name="connsiteX29" fmla="*/ 749729 w 1533525"/>
                  <a:gd name="connsiteY29" fmla="*/ 350679 h 542925"/>
                  <a:gd name="connsiteX30" fmla="*/ 764317 w 1533525"/>
                  <a:gd name="connsiteY30" fmla="*/ 349250 h 542925"/>
                  <a:gd name="connsiteX31" fmla="*/ 1200963 w 1533525"/>
                  <a:gd name="connsiteY31" fmla="*/ 334962 h 542925"/>
                  <a:gd name="connsiteX32" fmla="*/ 1203105 w 1533525"/>
                  <a:gd name="connsiteY32" fmla="*/ 337095 h 542925"/>
                  <a:gd name="connsiteX33" fmla="*/ 1268787 w 1533525"/>
                  <a:gd name="connsiteY33" fmla="*/ 409598 h 542925"/>
                  <a:gd name="connsiteX34" fmla="*/ 1280210 w 1533525"/>
                  <a:gd name="connsiteY34" fmla="*/ 409598 h 542925"/>
                  <a:gd name="connsiteX35" fmla="*/ 1345893 w 1533525"/>
                  <a:gd name="connsiteY35" fmla="*/ 337095 h 542925"/>
                  <a:gd name="connsiteX36" fmla="*/ 1348034 w 1533525"/>
                  <a:gd name="connsiteY36" fmla="*/ 334962 h 542925"/>
                  <a:gd name="connsiteX37" fmla="*/ 1441561 w 1533525"/>
                  <a:gd name="connsiteY37" fmla="*/ 351311 h 542925"/>
                  <a:gd name="connsiteX38" fmla="*/ 1492250 w 1533525"/>
                  <a:gd name="connsiteY38" fmla="*/ 477837 h 542925"/>
                  <a:gd name="connsiteX39" fmla="*/ 1232376 w 1533525"/>
                  <a:gd name="connsiteY39" fmla="*/ 477837 h 542925"/>
                  <a:gd name="connsiteX40" fmla="*/ 1198821 w 1533525"/>
                  <a:gd name="connsiteY40" fmla="*/ 440164 h 542925"/>
                  <a:gd name="connsiteX41" fmla="*/ 1101725 w 1533525"/>
                  <a:gd name="connsiteY41" fmla="*/ 421682 h 542925"/>
                  <a:gd name="connsiteX42" fmla="*/ 1111720 w 1533525"/>
                  <a:gd name="connsiteY42" fmla="*/ 409598 h 542925"/>
                  <a:gd name="connsiteX43" fmla="*/ 1112434 w 1533525"/>
                  <a:gd name="connsiteY43" fmla="*/ 408177 h 542925"/>
                  <a:gd name="connsiteX44" fmla="*/ 1118859 w 1533525"/>
                  <a:gd name="connsiteY44" fmla="*/ 394671 h 542925"/>
                  <a:gd name="connsiteX45" fmla="*/ 1120287 w 1533525"/>
                  <a:gd name="connsiteY45" fmla="*/ 390406 h 542925"/>
                  <a:gd name="connsiteX46" fmla="*/ 1155271 w 1533525"/>
                  <a:gd name="connsiteY46" fmla="*/ 338516 h 542925"/>
                  <a:gd name="connsiteX47" fmla="*/ 1200963 w 1533525"/>
                  <a:gd name="connsiteY47" fmla="*/ 334962 h 542925"/>
                  <a:gd name="connsiteX48" fmla="*/ 837524 w 1533525"/>
                  <a:gd name="connsiteY48" fmla="*/ 334962 h 542925"/>
                  <a:gd name="connsiteX49" fmla="*/ 883153 w 1533525"/>
                  <a:gd name="connsiteY49" fmla="*/ 338545 h 542925"/>
                  <a:gd name="connsiteX50" fmla="*/ 917375 w 1533525"/>
                  <a:gd name="connsiteY50" fmla="*/ 389427 h 542925"/>
                  <a:gd name="connsiteX51" fmla="*/ 919514 w 1533525"/>
                  <a:gd name="connsiteY51" fmla="*/ 395160 h 542925"/>
                  <a:gd name="connsiteX52" fmla="*/ 928069 w 1533525"/>
                  <a:gd name="connsiteY52" fmla="*/ 412360 h 542925"/>
                  <a:gd name="connsiteX53" fmla="*/ 936625 w 1533525"/>
                  <a:gd name="connsiteY53" fmla="*/ 422393 h 542925"/>
                  <a:gd name="connsiteX54" fmla="*/ 839663 w 1533525"/>
                  <a:gd name="connsiteY54" fmla="*/ 441026 h 542925"/>
                  <a:gd name="connsiteX55" fmla="*/ 817562 w 1533525"/>
                  <a:gd name="connsiteY55" fmla="*/ 460375 h 542925"/>
                  <a:gd name="connsiteX56" fmla="*/ 835386 w 1533525"/>
                  <a:gd name="connsiteY56" fmla="*/ 337112 h 542925"/>
                  <a:gd name="connsiteX57" fmla="*/ 837524 w 1533525"/>
                  <a:gd name="connsiteY57" fmla="*/ 334962 h 542925"/>
                  <a:gd name="connsiteX58" fmla="*/ 689650 w 1533525"/>
                  <a:gd name="connsiteY58" fmla="*/ 334962 h 542925"/>
                  <a:gd name="connsiteX59" fmla="*/ 691789 w 1533525"/>
                  <a:gd name="connsiteY59" fmla="*/ 337112 h 542925"/>
                  <a:gd name="connsiteX60" fmla="*/ 709613 w 1533525"/>
                  <a:gd name="connsiteY60" fmla="*/ 460375 h 542925"/>
                  <a:gd name="connsiteX61" fmla="*/ 687511 w 1533525"/>
                  <a:gd name="connsiteY61" fmla="*/ 441026 h 542925"/>
                  <a:gd name="connsiteX62" fmla="*/ 590550 w 1533525"/>
                  <a:gd name="connsiteY62" fmla="*/ 422393 h 542925"/>
                  <a:gd name="connsiteX63" fmla="*/ 600531 w 1533525"/>
                  <a:gd name="connsiteY63" fmla="*/ 410210 h 542925"/>
                  <a:gd name="connsiteX64" fmla="*/ 601244 w 1533525"/>
                  <a:gd name="connsiteY64" fmla="*/ 408777 h 542925"/>
                  <a:gd name="connsiteX65" fmla="*/ 607661 w 1533525"/>
                  <a:gd name="connsiteY65" fmla="*/ 395160 h 542925"/>
                  <a:gd name="connsiteX66" fmla="*/ 609087 w 1533525"/>
                  <a:gd name="connsiteY66" fmla="*/ 390860 h 542925"/>
                  <a:gd name="connsiteX67" fmla="*/ 644021 w 1533525"/>
                  <a:gd name="connsiteY67" fmla="*/ 338545 h 542925"/>
                  <a:gd name="connsiteX68" fmla="*/ 689650 w 1533525"/>
                  <a:gd name="connsiteY68" fmla="*/ 334962 h 542925"/>
                  <a:gd name="connsiteX69" fmla="*/ 180120 w 1533525"/>
                  <a:gd name="connsiteY69" fmla="*/ 334962 h 542925"/>
                  <a:gd name="connsiteX70" fmla="*/ 252360 w 1533525"/>
                  <a:gd name="connsiteY70" fmla="*/ 369082 h 542925"/>
                  <a:gd name="connsiteX71" fmla="*/ 323885 w 1533525"/>
                  <a:gd name="connsiteY71" fmla="*/ 334962 h 542925"/>
                  <a:gd name="connsiteX72" fmla="*/ 371806 w 1533525"/>
                  <a:gd name="connsiteY72" fmla="*/ 338516 h 542925"/>
                  <a:gd name="connsiteX73" fmla="*/ 406138 w 1533525"/>
                  <a:gd name="connsiteY73" fmla="*/ 388985 h 542925"/>
                  <a:gd name="connsiteX74" fmla="*/ 408284 w 1533525"/>
                  <a:gd name="connsiteY74" fmla="*/ 394671 h 542925"/>
                  <a:gd name="connsiteX75" fmla="*/ 416867 w 1533525"/>
                  <a:gd name="connsiteY75" fmla="*/ 411731 h 542925"/>
                  <a:gd name="connsiteX76" fmla="*/ 425450 w 1533525"/>
                  <a:gd name="connsiteY76" fmla="*/ 421682 h 542925"/>
                  <a:gd name="connsiteX77" fmla="*/ 328176 w 1533525"/>
                  <a:gd name="connsiteY77" fmla="*/ 440164 h 542925"/>
                  <a:gd name="connsiteX78" fmla="*/ 294560 w 1533525"/>
                  <a:gd name="connsiteY78" fmla="*/ 477837 h 542925"/>
                  <a:gd name="connsiteX79" fmla="*/ 34925 w 1533525"/>
                  <a:gd name="connsiteY79" fmla="*/ 477837 h 542925"/>
                  <a:gd name="connsiteX80" fmla="*/ 84992 w 1533525"/>
                  <a:gd name="connsiteY80" fmla="*/ 351311 h 542925"/>
                  <a:gd name="connsiteX81" fmla="*/ 180120 w 1533525"/>
                  <a:gd name="connsiteY81" fmla="*/ 334962 h 542925"/>
                  <a:gd name="connsiteX82" fmla="*/ 1381410 w 1533525"/>
                  <a:gd name="connsiteY82" fmla="*/ 215900 h 542925"/>
                  <a:gd name="connsiteX83" fmla="*/ 1414463 w 1533525"/>
                  <a:gd name="connsiteY83" fmla="*/ 298275 h 542925"/>
                  <a:gd name="connsiteX84" fmla="*/ 1376380 w 1533525"/>
                  <a:gd name="connsiteY84" fmla="*/ 320675 h 542925"/>
                  <a:gd name="connsiteX85" fmla="*/ 1349074 w 1533525"/>
                  <a:gd name="connsiteY85" fmla="*/ 319230 h 542925"/>
                  <a:gd name="connsiteX86" fmla="*/ 1346200 w 1533525"/>
                  <a:gd name="connsiteY86" fmla="*/ 317785 h 542925"/>
                  <a:gd name="connsiteX87" fmla="*/ 1346200 w 1533525"/>
                  <a:gd name="connsiteY87" fmla="*/ 293939 h 542925"/>
                  <a:gd name="connsiteX88" fmla="*/ 1381410 w 1533525"/>
                  <a:gd name="connsiteY88" fmla="*/ 215900 h 542925"/>
                  <a:gd name="connsiteX89" fmla="*/ 1167890 w 1533525"/>
                  <a:gd name="connsiteY89" fmla="*/ 215900 h 542925"/>
                  <a:gd name="connsiteX90" fmla="*/ 1203325 w 1533525"/>
                  <a:gd name="connsiteY90" fmla="*/ 293939 h 542925"/>
                  <a:gd name="connsiteX91" fmla="*/ 1203325 w 1533525"/>
                  <a:gd name="connsiteY91" fmla="*/ 317785 h 542925"/>
                  <a:gd name="connsiteX92" fmla="*/ 1200490 w 1533525"/>
                  <a:gd name="connsiteY92" fmla="*/ 319230 h 542925"/>
                  <a:gd name="connsiteX93" fmla="*/ 1173559 w 1533525"/>
                  <a:gd name="connsiteY93" fmla="*/ 320675 h 542925"/>
                  <a:gd name="connsiteX94" fmla="*/ 1163637 w 1533525"/>
                  <a:gd name="connsiteY94" fmla="*/ 317785 h 542925"/>
                  <a:gd name="connsiteX95" fmla="*/ 1171433 w 1533525"/>
                  <a:gd name="connsiteY95" fmla="*/ 278765 h 542925"/>
                  <a:gd name="connsiteX96" fmla="*/ 1165055 w 1533525"/>
                  <a:gd name="connsiteY96" fmla="*/ 233242 h 542925"/>
                  <a:gd name="connsiteX97" fmla="*/ 1167890 w 1533525"/>
                  <a:gd name="connsiteY97" fmla="*/ 215900 h 542925"/>
                  <a:gd name="connsiteX98" fmla="*/ 1275200 w 1533525"/>
                  <a:gd name="connsiteY98" fmla="*/ 0 h 542925"/>
                  <a:gd name="connsiteX99" fmla="*/ 1397875 w 1533525"/>
                  <a:gd name="connsiteY99" fmla="*/ 124537 h 542925"/>
                  <a:gd name="connsiteX100" fmla="*/ 1393596 w 1533525"/>
                  <a:gd name="connsiteY100" fmla="*/ 166524 h 542925"/>
                  <a:gd name="connsiteX101" fmla="*/ 1393596 w 1533525"/>
                  <a:gd name="connsiteY101" fmla="*/ 165812 h 542925"/>
                  <a:gd name="connsiteX102" fmla="*/ 1380044 w 1533525"/>
                  <a:gd name="connsiteY102" fmla="*/ 185026 h 542925"/>
                  <a:gd name="connsiteX103" fmla="*/ 1378618 w 1533525"/>
                  <a:gd name="connsiteY103" fmla="*/ 185738 h 542925"/>
                  <a:gd name="connsiteX104" fmla="*/ 1370772 w 1533525"/>
                  <a:gd name="connsiteY104" fmla="*/ 185738 h 542925"/>
                  <a:gd name="connsiteX105" fmla="*/ 1370059 w 1533525"/>
                  <a:gd name="connsiteY105" fmla="*/ 185026 h 542925"/>
                  <a:gd name="connsiteX106" fmla="*/ 1208870 w 1533525"/>
                  <a:gd name="connsiteY106" fmla="*/ 100341 h 542925"/>
                  <a:gd name="connsiteX107" fmla="*/ 1207444 w 1533525"/>
                  <a:gd name="connsiteY107" fmla="*/ 99630 h 542925"/>
                  <a:gd name="connsiteX108" fmla="*/ 1159658 w 1533525"/>
                  <a:gd name="connsiteY108" fmla="*/ 175064 h 542925"/>
                  <a:gd name="connsiteX109" fmla="*/ 1152525 w 1533525"/>
                  <a:gd name="connsiteY109" fmla="*/ 124537 h 542925"/>
                  <a:gd name="connsiteX110" fmla="*/ 1275200 w 1533525"/>
                  <a:gd name="connsiteY110" fmla="*/ 0 h 542925"/>
                  <a:gd name="connsiteX111" fmla="*/ 763587 w 1533525"/>
                  <a:gd name="connsiteY111" fmla="*/ 0 h 542925"/>
                  <a:gd name="connsiteX112" fmla="*/ 884237 w 1533525"/>
                  <a:gd name="connsiteY112" fmla="*/ 123004 h 542925"/>
                  <a:gd name="connsiteX113" fmla="*/ 879953 w 1533525"/>
                  <a:gd name="connsiteY113" fmla="*/ 164953 h 542925"/>
                  <a:gd name="connsiteX114" fmla="*/ 866389 w 1533525"/>
                  <a:gd name="connsiteY114" fmla="*/ 184150 h 542925"/>
                  <a:gd name="connsiteX115" fmla="*/ 857108 w 1533525"/>
                  <a:gd name="connsiteY115" fmla="*/ 184150 h 542925"/>
                  <a:gd name="connsiteX116" fmla="*/ 856394 w 1533525"/>
                  <a:gd name="connsiteY116" fmla="*/ 93142 h 542925"/>
                  <a:gd name="connsiteX117" fmla="*/ 697194 w 1533525"/>
                  <a:gd name="connsiteY117" fmla="*/ 98830 h 542925"/>
                  <a:gd name="connsiteX118" fmla="*/ 667923 w 1533525"/>
                  <a:gd name="connsiteY118" fmla="*/ 182017 h 542925"/>
                  <a:gd name="connsiteX119" fmla="*/ 660070 w 1533525"/>
                  <a:gd name="connsiteY119" fmla="*/ 181306 h 542925"/>
                  <a:gd name="connsiteX120" fmla="*/ 647934 w 1533525"/>
                  <a:gd name="connsiteY120" fmla="*/ 166375 h 542925"/>
                  <a:gd name="connsiteX121" fmla="*/ 642937 w 1533525"/>
                  <a:gd name="connsiteY121" fmla="*/ 123004 h 542925"/>
                  <a:gd name="connsiteX122" fmla="*/ 763587 w 1533525"/>
                  <a:gd name="connsiteY122" fmla="*/ 0 h 542925"/>
                  <a:gd name="connsiteX123" fmla="*/ 252412 w 1533525"/>
                  <a:gd name="connsiteY123" fmla="*/ 0 h 542925"/>
                  <a:gd name="connsiteX124" fmla="*/ 373062 w 1533525"/>
                  <a:gd name="connsiteY124" fmla="*/ 123004 h 542925"/>
                  <a:gd name="connsiteX125" fmla="*/ 368778 w 1533525"/>
                  <a:gd name="connsiteY125" fmla="*/ 164953 h 542925"/>
                  <a:gd name="connsiteX126" fmla="*/ 368064 w 1533525"/>
                  <a:gd name="connsiteY126" fmla="*/ 164953 h 542925"/>
                  <a:gd name="connsiteX127" fmla="*/ 354500 w 1533525"/>
                  <a:gd name="connsiteY127" fmla="*/ 184150 h 542925"/>
                  <a:gd name="connsiteX128" fmla="*/ 345933 w 1533525"/>
                  <a:gd name="connsiteY128" fmla="*/ 184150 h 542925"/>
                  <a:gd name="connsiteX129" fmla="*/ 344506 w 1533525"/>
                  <a:gd name="connsiteY129" fmla="*/ 93142 h 542925"/>
                  <a:gd name="connsiteX130" fmla="*/ 186019 w 1533525"/>
                  <a:gd name="connsiteY130" fmla="*/ 98830 h 542925"/>
                  <a:gd name="connsiteX131" fmla="*/ 156748 w 1533525"/>
                  <a:gd name="connsiteY131" fmla="*/ 182017 h 542925"/>
                  <a:gd name="connsiteX132" fmla="*/ 148182 w 1533525"/>
                  <a:gd name="connsiteY132" fmla="*/ 181306 h 542925"/>
                  <a:gd name="connsiteX133" fmla="*/ 136759 w 1533525"/>
                  <a:gd name="connsiteY133" fmla="*/ 166375 h 542925"/>
                  <a:gd name="connsiteX134" fmla="*/ 131762 w 1533525"/>
                  <a:gd name="connsiteY134" fmla="*/ 123004 h 542925"/>
                  <a:gd name="connsiteX135" fmla="*/ 252412 w 1533525"/>
                  <a:gd name="connsiteY135" fmla="*/ 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1533525" h="542925">
                    <a:moveTo>
                      <a:pt x="1246187" y="511175"/>
                    </a:moveTo>
                    <a:cubicBezTo>
                      <a:pt x="1246187" y="511175"/>
                      <a:pt x="1246187" y="511175"/>
                      <a:pt x="1517878" y="511175"/>
                    </a:cubicBezTo>
                    <a:cubicBezTo>
                      <a:pt x="1526413" y="511175"/>
                      <a:pt x="1533525" y="518391"/>
                      <a:pt x="1533525" y="527050"/>
                    </a:cubicBezTo>
                    <a:cubicBezTo>
                      <a:pt x="1533525" y="536431"/>
                      <a:pt x="1526413" y="542925"/>
                      <a:pt x="1517878" y="542925"/>
                    </a:cubicBezTo>
                    <a:cubicBezTo>
                      <a:pt x="1517878" y="542925"/>
                      <a:pt x="1517878" y="542925"/>
                      <a:pt x="1255433" y="542925"/>
                    </a:cubicBezTo>
                    <a:cubicBezTo>
                      <a:pt x="1252588" y="531380"/>
                      <a:pt x="1249032" y="521277"/>
                      <a:pt x="1246187" y="511175"/>
                    </a:cubicBezTo>
                    <a:close/>
                    <a:moveTo>
                      <a:pt x="735012" y="511175"/>
                    </a:moveTo>
                    <a:cubicBezTo>
                      <a:pt x="735012" y="511175"/>
                      <a:pt x="735012" y="511175"/>
                      <a:pt x="792162" y="511175"/>
                    </a:cubicBezTo>
                    <a:cubicBezTo>
                      <a:pt x="789374" y="521277"/>
                      <a:pt x="786586" y="531380"/>
                      <a:pt x="783101" y="542925"/>
                    </a:cubicBezTo>
                    <a:cubicBezTo>
                      <a:pt x="783101" y="542925"/>
                      <a:pt x="783101" y="542925"/>
                      <a:pt x="744072" y="542925"/>
                    </a:cubicBezTo>
                    <a:cubicBezTo>
                      <a:pt x="740587" y="531380"/>
                      <a:pt x="737800" y="521277"/>
                      <a:pt x="735012" y="511175"/>
                    </a:cubicBezTo>
                    <a:close/>
                    <a:moveTo>
                      <a:pt x="15650" y="511175"/>
                    </a:moveTo>
                    <a:cubicBezTo>
                      <a:pt x="15650" y="511175"/>
                      <a:pt x="15650" y="511175"/>
                      <a:pt x="280988" y="511175"/>
                    </a:cubicBezTo>
                    <a:cubicBezTo>
                      <a:pt x="278142" y="521277"/>
                      <a:pt x="274586" y="531380"/>
                      <a:pt x="271740" y="542925"/>
                    </a:cubicBezTo>
                    <a:cubicBezTo>
                      <a:pt x="271740" y="542925"/>
                      <a:pt x="271740" y="542925"/>
                      <a:pt x="15650" y="542925"/>
                    </a:cubicBezTo>
                    <a:cubicBezTo>
                      <a:pt x="6402" y="542925"/>
                      <a:pt x="0" y="536431"/>
                      <a:pt x="0" y="527050"/>
                    </a:cubicBezTo>
                    <a:cubicBezTo>
                      <a:pt x="0" y="518391"/>
                      <a:pt x="6402" y="511175"/>
                      <a:pt x="15650" y="511175"/>
                    </a:cubicBezTo>
                    <a:close/>
                    <a:moveTo>
                      <a:pt x="764317" y="349250"/>
                    </a:moveTo>
                    <a:cubicBezTo>
                      <a:pt x="768693" y="349250"/>
                      <a:pt x="773799" y="349965"/>
                      <a:pt x="778175" y="350679"/>
                    </a:cubicBezTo>
                    <a:cubicBezTo>
                      <a:pt x="782551" y="351393"/>
                      <a:pt x="786198" y="352108"/>
                      <a:pt x="788387" y="352822"/>
                    </a:cubicBezTo>
                    <a:cubicBezTo>
                      <a:pt x="789845" y="352822"/>
                      <a:pt x="790575" y="354251"/>
                      <a:pt x="789845" y="355680"/>
                    </a:cubicBezTo>
                    <a:cubicBezTo>
                      <a:pt x="789845" y="355680"/>
                      <a:pt x="789845" y="355680"/>
                      <a:pt x="773799" y="380683"/>
                    </a:cubicBezTo>
                    <a:cubicBezTo>
                      <a:pt x="773799" y="381397"/>
                      <a:pt x="773799" y="382112"/>
                      <a:pt x="773799" y="382826"/>
                    </a:cubicBezTo>
                    <a:cubicBezTo>
                      <a:pt x="773799" y="382826"/>
                      <a:pt x="773799" y="382826"/>
                      <a:pt x="789116" y="477838"/>
                    </a:cubicBezTo>
                    <a:cubicBezTo>
                      <a:pt x="789116" y="477838"/>
                      <a:pt x="789116" y="477838"/>
                      <a:pt x="736600" y="477838"/>
                    </a:cubicBezTo>
                    <a:lnTo>
                      <a:pt x="753376" y="382826"/>
                    </a:lnTo>
                    <a:cubicBezTo>
                      <a:pt x="753376" y="382112"/>
                      <a:pt x="753376" y="381397"/>
                      <a:pt x="753376" y="380683"/>
                    </a:cubicBezTo>
                    <a:cubicBezTo>
                      <a:pt x="753376" y="380683"/>
                      <a:pt x="753376" y="380683"/>
                      <a:pt x="737329" y="355680"/>
                    </a:cubicBezTo>
                    <a:cubicBezTo>
                      <a:pt x="736600" y="354965"/>
                      <a:pt x="737329" y="352822"/>
                      <a:pt x="738788" y="352822"/>
                    </a:cubicBezTo>
                    <a:cubicBezTo>
                      <a:pt x="741705" y="352108"/>
                      <a:pt x="745352" y="351393"/>
                      <a:pt x="749729" y="350679"/>
                    </a:cubicBezTo>
                    <a:cubicBezTo>
                      <a:pt x="754105" y="349965"/>
                      <a:pt x="759940" y="349250"/>
                      <a:pt x="764317" y="349250"/>
                    </a:cubicBezTo>
                    <a:close/>
                    <a:moveTo>
                      <a:pt x="1200963" y="334962"/>
                    </a:moveTo>
                    <a:cubicBezTo>
                      <a:pt x="1202391" y="334962"/>
                      <a:pt x="1203105" y="335673"/>
                      <a:pt x="1203105" y="337095"/>
                    </a:cubicBezTo>
                    <a:cubicBezTo>
                      <a:pt x="1203105" y="337095"/>
                      <a:pt x="1203105" y="337095"/>
                      <a:pt x="1268787" y="409598"/>
                    </a:cubicBezTo>
                    <a:cubicBezTo>
                      <a:pt x="1271643" y="413863"/>
                      <a:pt x="1277354" y="413863"/>
                      <a:pt x="1280210" y="409598"/>
                    </a:cubicBezTo>
                    <a:cubicBezTo>
                      <a:pt x="1280210" y="409598"/>
                      <a:pt x="1280210" y="409598"/>
                      <a:pt x="1345893" y="337095"/>
                    </a:cubicBezTo>
                    <a:cubicBezTo>
                      <a:pt x="1345893" y="335673"/>
                      <a:pt x="1347320" y="334962"/>
                      <a:pt x="1348034" y="334962"/>
                    </a:cubicBezTo>
                    <a:cubicBezTo>
                      <a:pt x="1359457" y="334962"/>
                      <a:pt x="1411575" y="337095"/>
                      <a:pt x="1441561" y="351311"/>
                    </a:cubicBezTo>
                    <a:cubicBezTo>
                      <a:pt x="1465834" y="361973"/>
                      <a:pt x="1484397" y="447983"/>
                      <a:pt x="1492250" y="477837"/>
                    </a:cubicBezTo>
                    <a:cubicBezTo>
                      <a:pt x="1492250" y="477837"/>
                      <a:pt x="1492250" y="477837"/>
                      <a:pt x="1232376" y="477837"/>
                    </a:cubicBezTo>
                    <a:cubicBezTo>
                      <a:pt x="1223095" y="458645"/>
                      <a:pt x="1212386" y="446561"/>
                      <a:pt x="1198821" y="440164"/>
                    </a:cubicBezTo>
                    <a:cubicBezTo>
                      <a:pt x="1168836" y="425947"/>
                      <a:pt x="1123143" y="422393"/>
                      <a:pt x="1101725" y="421682"/>
                    </a:cubicBezTo>
                    <a:cubicBezTo>
                      <a:pt x="1106008" y="417417"/>
                      <a:pt x="1109578" y="413152"/>
                      <a:pt x="1111720" y="409598"/>
                    </a:cubicBezTo>
                    <a:cubicBezTo>
                      <a:pt x="1111720" y="409598"/>
                      <a:pt x="1111720" y="409598"/>
                      <a:pt x="1112434" y="408177"/>
                    </a:cubicBezTo>
                    <a:cubicBezTo>
                      <a:pt x="1116004" y="402490"/>
                      <a:pt x="1116717" y="400358"/>
                      <a:pt x="1118859" y="394671"/>
                    </a:cubicBezTo>
                    <a:cubicBezTo>
                      <a:pt x="1119573" y="393960"/>
                      <a:pt x="1119573" y="392539"/>
                      <a:pt x="1120287" y="390406"/>
                    </a:cubicBezTo>
                    <a:cubicBezTo>
                      <a:pt x="1133852" y="376901"/>
                      <a:pt x="1148131" y="354865"/>
                      <a:pt x="1155271" y="338516"/>
                    </a:cubicBezTo>
                    <a:cubicBezTo>
                      <a:pt x="1175975" y="335673"/>
                      <a:pt x="1195251" y="334962"/>
                      <a:pt x="1200963" y="334962"/>
                    </a:cubicBezTo>
                    <a:close/>
                    <a:moveTo>
                      <a:pt x="837524" y="334962"/>
                    </a:moveTo>
                    <a:cubicBezTo>
                      <a:pt x="843941" y="334962"/>
                      <a:pt x="862478" y="335679"/>
                      <a:pt x="883153" y="338545"/>
                    </a:cubicBezTo>
                    <a:cubicBezTo>
                      <a:pt x="891709" y="356461"/>
                      <a:pt x="905968" y="377244"/>
                      <a:pt x="917375" y="389427"/>
                    </a:cubicBezTo>
                    <a:cubicBezTo>
                      <a:pt x="918801" y="392294"/>
                      <a:pt x="918801" y="393727"/>
                      <a:pt x="919514" y="395160"/>
                    </a:cubicBezTo>
                    <a:cubicBezTo>
                      <a:pt x="921653" y="402327"/>
                      <a:pt x="923792" y="405910"/>
                      <a:pt x="928069" y="412360"/>
                    </a:cubicBezTo>
                    <a:cubicBezTo>
                      <a:pt x="930208" y="415226"/>
                      <a:pt x="933060" y="418810"/>
                      <a:pt x="936625" y="422393"/>
                    </a:cubicBezTo>
                    <a:cubicBezTo>
                      <a:pt x="915949" y="423110"/>
                      <a:pt x="870320" y="426693"/>
                      <a:pt x="839663" y="441026"/>
                    </a:cubicBezTo>
                    <a:cubicBezTo>
                      <a:pt x="831108" y="444609"/>
                      <a:pt x="823978" y="451059"/>
                      <a:pt x="817562" y="460375"/>
                    </a:cubicBezTo>
                    <a:cubicBezTo>
                      <a:pt x="817562" y="460375"/>
                      <a:pt x="817562" y="460375"/>
                      <a:pt x="835386" y="337112"/>
                    </a:cubicBezTo>
                    <a:cubicBezTo>
                      <a:pt x="835386" y="335679"/>
                      <a:pt x="836811" y="334962"/>
                      <a:pt x="837524" y="334962"/>
                    </a:cubicBezTo>
                    <a:close/>
                    <a:moveTo>
                      <a:pt x="689650" y="334962"/>
                    </a:moveTo>
                    <a:cubicBezTo>
                      <a:pt x="690363" y="334962"/>
                      <a:pt x="691789" y="335679"/>
                      <a:pt x="691789" y="337112"/>
                    </a:cubicBezTo>
                    <a:cubicBezTo>
                      <a:pt x="691789" y="337112"/>
                      <a:pt x="691789" y="337112"/>
                      <a:pt x="709613" y="460375"/>
                    </a:cubicBezTo>
                    <a:cubicBezTo>
                      <a:pt x="703196" y="451059"/>
                      <a:pt x="696067" y="444609"/>
                      <a:pt x="687511" y="441026"/>
                    </a:cubicBezTo>
                    <a:cubicBezTo>
                      <a:pt x="656854" y="426693"/>
                      <a:pt x="611225" y="423110"/>
                      <a:pt x="590550" y="422393"/>
                    </a:cubicBezTo>
                    <a:cubicBezTo>
                      <a:pt x="594827" y="418093"/>
                      <a:pt x="598392" y="413793"/>
                      <a:pt x="600531" y="410210"/>
                    </a:cubicBezTo>
                    <a:cubicBezTo>
                      <a:pt x="600531" y="410210"/>
                      <a:pt x="600531" y="410210"/>
                      <a:pt x="601244" y="408777"/>
                    </a:cubicBezTo>
                    <a:cubicBezTo>
                      <a:pt x="604809" y="403043"/>
                      <a:pt x="605522" y="400894"/>
                      <a:pt x="607661" y="395160"/>
                    </a:cubicBezTo>
                    <a:cubicBezTo>
                      <a:pt x="607661" y="394444"/>
                      <a:pt x="608374" y="393010"/>
                      <a:pt x="609087" y="390860"/>
                    </a:cubicBezTo>
                    <a:cubicBezTo>
                      <a:pt x="622633" y="377244"/>
                      <a:pt x="636179" y="355028"/>
                      <a:pt x="644021" y="338545"/>
                    </a:cubicBezTo>
                    <a:cubicBezTo>
                      <a:pt x="664697" y="335679"/>
                      <a:pt x="683234" y="334962"/>
                      <a:pt x="689650" y="334962"/>
                    </a:cubicBezTo>
                    <a:close/>
                    <a:moveTo>
                      <a:pt x="180120" y="334962"/>
                    </a:moveTo>
                    <a:cubicBezTo>
                      <a:pt x="180120" y="334962"/>
                      <a:pt x="204438" y="368371"/>
                      <a:pt x="252360" y="369082"/>
                    </a:cubicBezTo>
                    <a:cubicBezTo>
                      <a:pt x="299566" y="368371"/>
                      <a:pt x="323885" y="334962"/>
                      <a:pt x="323885" y="334962"/>
                    </a:cubicBezTo>
                    <a:cubicBezTo>
                      <a:pt x="323885" y="334962"/>
                      <a:pt x="346773" y="334962"/>
                      <a:pt x="371806" y="338516"/>
                    </a:cubicBezTo>
                    <a:cubicBezTo>
                      <a:pt x="379674" y="356287"/>
                      <a:pt x="394694" y="376901"/>
                      <a:pt x="406138" y="388985"/>
                    </a:cubicBezTo>
                    <a:cubicBezTo>
                      <a:pt x="406853" y="391828"/>
                      <a:pt x="407569" y="393249"/>
                      <a:pt x="408284" y="394671"/>
                    </a:cubicBezTo>
                    <a:cubicBezTo>
                      <a:pt x="410430" y="401779"/>
                      <a:pt x="411860" y="405333"/>
                      <a:pt x="416867" y="411731"/>
                    </a:cubicBezTo>
                    <a:cubicBezTo>
                      <a:pt x="419013" y="414574"/>
                      <a:pt x="421874" y="418128"/>
                      <a:pt x="425450" y="421682"/>
                    </a:cubicBezTo>
                    <a:cubicBezTo>
                      <a:pt x="404708" y="422393"/>
                      <a:pt x="358932" y="425947"/>
                      <a:pt x="328176" y="440164"/>
                    </a:cubicBezTo>
                    <a:cubicBezTo>
                      <a:pt x="314586" y="446561"/>
                      <a:pt x="303858" y="458645"/>
                      <a:pt x="294560" y="477837"/>
                    </a:cubicBezTo>
                    <a:cubicBezTo>
                      <a:pt x="294560" y="477837"/>
                      <a:pt x="294560" y="477837"/>
                      <a:pt x="34925" y="477837"/>
                    </a:cubicBezTo>
                    <a:cubicBezTo>
                      <a:pt x="43508" y="444429"/>
                      <a:pt x="61389" y="361973"/>
                      <a:pt x="84992" y="351311"/>
                    </a:cubicBezTo>
                    <a:cubicBezTo>
                      <a:pt x="118609" y="335673"/>
                      <a:pt x="180120" y="334962"/>
                      <a:pt x="180120" y="334962"/>
                    </a:cubicBezTo>
                    <a:close/>
                    <a:moveTo>
                      <a:pt x="1381410" y="215900"/>
                    </a:moveTo>
                    <a:cubicBezTo>
                      <a:pt x="1388595" y="215900"/>
                      <a:pt x="1375661" y="294662"/>
                      <a:pt x="1414463" y="298275"/>
                    </a:cubicBezTo>
                    <a:cubicBezTo>
                      <a:pt x="1400811" y="312727"/>
                      <a:pt x="1387158" y="318507"/>
                      <a:pt x="1376380" y="320675"/>
                    </a:cubicBezTo>
                    <a:cubicBezTo>
                      <a:pt x="1364164" y="319230"/>
                      <a:pt x="1354104" y="319230"/>
                      <a:pt x="1349074" y="319230"/>
                    </a:cubicBezTo>
                    <a:cubicBezTo>
                      <a:pt x="1347637" y="318507"/>
                      <a:pt x="1346200" y="317785"/>
                      <a:pt x="1346200" y="317785"/>
                    </a:cubicBezTo>
                    <a:cubicBezTo>
                      <a:pt x="1346200" y="317785"/>
                      <a:pt x="1346200" y="317785"/>
                      <a:pt x="1346200" y="293939"/>
                    </a:cubicBezTo>
                    <a:cubicBezTo>
                      <a:pt x="1346200" y="293939"/>
                      <a:pt x="1376380" y="238300"/>
                      <a:pt x="1381410" y="215900"/>
                    </a:cubicBezTo>
                    <a:close/>
                    <a:moveTo>
                      <a:pt x="1167890" y="215900"/>
                    </a:moveTo>
                    <a:cubicBezTo>
                      <a:pt x="1172851" y="236855"/>
                      <a:pt x="1203325" y="293939"/>
                      <a:pt x="1203325" y="293939"/>
                    </a:cubicBezTo>
                    <a:cubicBezTo>
                      <a:pt x="1203325" y="293939"/>
                      <a:pt x="1203325" y="293939"/>
                      <a:pt x="1203325" y="317785"/>
                    </a:cubicBezTo>
                    <a:cubicBezTo>
                      <a:pt x="1203325" y="317785"/>
                      <a:pt x="1201908" y="318507"/>
                      <a:pt x="1200490" y="319230"/>
                    </a:cubicBezTo>
                    <a:cubicBezTo>
                      <a:pt x="1196238" y="319230"/>
                      <a:pt x="1185607" y="319230"/>
                      <a:pt x="1173559" y="320675"/>
                    </a:cubicBezTo>
                    <a:cubicBezTo>
                      <a:pt x="1170016" y="319953"/>
                      <a:pt x="1167181" y="319230"/>
                      <a:pt x="1163637" y="317785"/>
                    </a:cubicBezTo>
                    <a:cubicBezTo>
                      <a:pt x="1167181" y="306946"/>
                      <a:pt x="1171433" y="293939"/>
                      <a:pt x="1171433" y="278765"/>
                    </a:cubicBezTo>
                    <a:cubicBezTo>
                      <a:pt x="1171433" y="262868"/>
                      <a:pt x="1169307" y="247694"/>
                      <a:pt x="1165055" y="233242"/>
                    </a:cubicBezTo>
                    <a:cubicBezTo>
                      <a:pt x="1165763" y="223126"/>
                      <a:pt x="1165763" y="215900"/>
                      <a:pt x="1167890" y="215900"/>
                    </a:cubicBezTo>
                    <a:close/>
                    <a:moveTo>
                      <a:pt x="1275200" y="0"/>
                    </a:moveTo>
                    <a:cubicBezTo>
                      <a:pt x="1344383" y="0"/>
                      <a:pt x="1397875" y="55508"/>
                      <a:pt x="1397875" y="124537"/>
                    </a:cubicBezTo>
                    <a:cubicBezTo>
                      <a:pt x="1397875" y="138770"/>
                      <a:pt x="1398588" y="153003"/>
                      <a:pt x="1393596" y="166524"/>
                    </a:cubicBezTo>
                    <a:cubicBezTo>
                      <a:pt x="1393596" y="166524"/>
                      <a:pt x="1393596" y="165812"/>
                      <a:pt x="1393596" y="165812"/>
                    </a:cubicBezTo>
                    <a:cubicBezTo>
                      <a:pt x="1392882" y="166524"/>
                      <a:pt x="1391456" y="172217"/>
                      <a:pt x="1380044" y="185026"/>
                    </a:cubicBezTo>
                    <a:cubicBezTo>
                      <a:pt x="1380044" y="185026"/>
                      <a:pt x="1379331" y="185738"/>
                      <a:pt x="1378618" y="185738"/>
                    </a:cubicBezTo>
                    <a:cubicBezTo>
                      <a:pt x="1378618" y="185738"/>
                      <a:pt x="1378618" y="185738"/>
                      <a:pt x="1370772" y="185738"/>
                    </a:cubicBezTo>
                    <a:cubicBezTo>
                      <a:pt x="1370772" y="185738"/>
                      <a:pt x="1370772" y="185738"/>
                      <a:pt x="1370059" y="185026"/>
                    </a:cubicBezTo>
                    <a:cubicBezTo>
                      <a:pt x="1370059" y="185026"/>
                      <a:pt x="1370059" y="185026"/>
                      <a:pt x="1208870" y="100341"/>
                    </a:cubicBezTo>
                    <a:cubicBezTo>
                      <a:pt x="1208157" y="99630"/>
                      <a:pt x="1208157" y="99630"/>
                      <a:pt x="1207444" y="99630"/>
                    </a:cubicBezTo>
                    <a:cubicBezTo>
                      <a:pt x="1171782" y="111728"/>
                      <a:pt x="1171782" y="185738"/>
                      <a:pt x="1159658" y="175064"/>
                    </a:cubicBezTo>
                    <a:cubicBezTo>
                      <a:pt x="1154665" y="161542"/>
                      <a:pt x="1152525" y="139482"/>
                      <a:pt x="1152525" y="124537"/>
                    </a:cubicBezTo>
                    <a:cubicBezTo>
                      <a:pt x="1152525" y="55508"/>
                      <a:pt x="1206017" y="0"/>
                      <a:pt x="1275200" y="0"/>
                    </a:cubicBezTo>
                    <a:close/>
                    <a:moveTo>
                      <a:pt x="763587" y="0"/>
                    </a:moveTo>
                    <a:cubicBezTo>
                      <a:pt x="832122" y="0"/>
                      <a:pt x="884237" y="55458"/>
                      <a:pt x="884237" y="123004"/>
                    </a:cubicBezTo>
                    <a:cubicBezTo>
                      <a:pt x="884237" y="137935"/>
                      <a:pt x="884237" y="152155"/>
                      <a:pt x="879953" y="164953"/>
                    </a:cubicBezTo>
                    <a:cubicBezTo>
                      <a:pt x="879239" y="164953"/>
                      <a:pt x="877098" y="171352"/>
                      <a:pt x="866389" y="184150"/>
                    </a:cubicBezTo>
                    <a:cubicBezTo>
                      <a:pt x="866389" y="184150"/>
                      <a:pt x="866389" y="184150"/>
                      <a:pt x="857108" y="184150"/>
                    </a:cubicBezTo>
                    <a:cubicBezTo>
                      <a:pt x="857108" y="184150"/>
                      <a:pt x="857108" y="179173"/>
                      <a:pt x="856394" y="93142"/>
                    </a:cubicBezTo>
                    <a:cubicBezTo>
                      <a:pt x="842116" y="162109"/>
                      <a:pt x="697194" y="98830"/>
                      <a:pt x="697194" y="98830"/>
                    </a:cubicBezTo>
                    <a:cubicBezTo>
                      <a:pt x="661498" y="110206"/>
                      <a:pt x="667923" y="182017"/>
                      <a:pt x="667923" y="182017"/>
                    </a:cubicBezTo>
                    <a:cubicBezTo>
                      <a:pt x="667923" y="182017"/>
                      <a:pt x="667923" y="182017"/>
                      <a:pt x="660070" y="181306"/>
                    </a:cubicBezTo>
                    <a:cubicBezTo>
                      <a:pt x="660070" y="181306"/>
                      <a:pt x="660070" y="177040"/>
                      <a:pt x="647934" y="166375"/>
                    </a:cubicBezTo>
                    <a:cubicBezTo>
                      <a:pt x="642937" y="152866"/>
                      <a:pt x="642937" y="138646"/>
                      <a:pt x="642937" y="123004"/>
                    </a:cubicBezTo>
                    <a:cubicBezTo>
                      <a:pt x="642937" y="55458"/>
                      <a:pt x="695052" y="0"/>
                      <a:pt x="763587" y="0"/>
                    </a:cubicBezTo>
                    <a:close/>
                    <a:moveTo>
                      <a:pt x="252412" y="0"/>
                    </a:moveTo>
                    <a:cubicBezTo>
                      <a:pt x="320233" y="0"/>
                      <a:pt x="373062" y="55458"/>
                      <a:pt x="373062" y="123004"/>
                    </a:cubicBezTo>
                    <a:cubicBezTo>
                      <a:pt x="373062" y="137935"/>
                      <a:pt x="373062" y="152155"/>
                      <a:pt x="368778" y="164953"/>
                    </a:cubicBezTo>
                    <a:cubicBezTo>
                      <a:pt x="368064" y="164953"/>
                      <a:pt x="368064" y="164953"/>
                      <a:pt x="368064" y="164953"/>
                    </a:cubicBezTo>
                    <a:cubicBezTo>
                      <a:pt x="368064" y="164953"/>
                      <a:pt x="365923" y="171352"/>
                      <a:pt x="354500" y="184150"/>
                    </a:cubicBezTo>
                    <a:cubicBezTo>
                      <a:pt x="354500" y="184150"/>
                      <a:pt x="354500" y="184150"/>
                      <a:pt x="345933" y="184150"/>
                    </a:cubicBezTo>
                    <a:cubicBezTo>
                      <a:pt x="345933" y="184150"/>
                      <a:pt x="345933" y="179173"/>
                      <a:pt x="344506" y="93142"/>
                    </a:cubicBezTo>
                    <a:cubicBezTo>
                      <a:pt x="330941" y="162109"/>
                      <a:pt x="186019" y="98830"/>
                      <a:pt x="186019" y="98830"/>
                    </a:cubicBezTo>
                    <a:cubicBezTo>
                      <a:pt x="150323" y="110206"/>
                      <a:pt x="156748" y="182017"/>
                      <a:pt x="156748" y="182017"/>
                    </a:cubicBezTo>
                    <a:cubicBezTo>
                      <a:pt x="156748" y="182017"/>
                      <a:pt x="156748" y="182017"/>
                      <a:pt x="148182" y="181306"/>
                    </a:cubicBezTo>
                    <a:cubicBezTo>
                      <a:pt x="148182" y="181306"/>
                      <a:pt x="148182" y="177040"/>
                      <a:pt x="136759" y="166375"/>
                    </a:cubicBezTo>
                    <a:cubicBezTo>
                      <a:pt x="131762" y="152866"/>
                      <a:pt x="131762" y="138646"/>
                      <a:pt x="131762" y="123004"/>
                    </a:cubicBezTo>
                    <a:cubicBezTo>
                      <a:pt x="131762" y="55458"/>
                      <a:pt x="183877" y="0"/>
                      <a:pt x="252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A53FD2FD-925D-A0B4-F96F-7E9F77D59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979" y="3118842"/>
                <a:ext cx="951344" cy="458787"/>
              </a:xfrm>
              <a:custGeom>
                <a:avLst/>
                <a:gdLst>
                  <a:gd name="connsiteX0" fmla="*/ 660078 w 951344"/>
                  <a:gd name="connsiteY0" fmla="*/ 296862 h 458787"/>
                  <a:gd name="connsiteX1" fmla="*/ 691398 w 951344"/>
                  <a:gd name="connsiteY1" fmla="*/ 313982 h 458787"/>
                  <a:gd name="connsiteX2" fmla="*/ 709193 w 951344"/>
                  <a:gd name="connsiteY2" fmla="*/ 318262 h 458787"/>
                  <a:gd name="connsiteX3" fmla="*/ 731260 w 951344"/>
                  <a:gd name="connsiteY3" fmla="*/ 319689 h 458787"/>
                  <a:gd name="connsiteX4" fmla="*/ 753326 w 951344"/>
                  <a:gd name="connsiteY4" fmla="*/ 318262 h 458787"/>
                  <a:gd name="connsiteX5" fmla="*/ 771121 w 951344"/>
                  <a:gd name="connsiteY5" fmla="*/ 313982 h 458787"/>
                  <a:gd name="connsiteX6" fmla="*/ 803153 w 951344"/>
                  <a:gd name="connsiteY6" fmla="*/ 296862 h 458787"/>
                  <a:gd name="connsiteX7" fmla="*/ 897824 w 951344"/>
                  <a:gd name="connsiteY7" fmla="*/ 313269 h 458787"/>
                  <a:gd name="connsiteX8" fmla="*/ 907790 w 951344"/>
                  <a:gd name="connsiteY8" fmla="*/ 322542 h 458787"/>
                  <a:gd name="connsiteX9" fmla="*/ 916332 w 951344"/>
                  <a:gd name="connsiteY9" fmla="*/ 337522 h 458787"/>
                  <a:gd name="connsiteX10" fmla="*/ 923450 w 951344"/>
                  <a:gd name="connsiteY10" fmla="*/ 353928 h 458787"/>
                  <a:gd name="connsiteX11" fmla="*/ 923450 w 951344"/>
                  <a:gd name="connsiteY11" fmla="*/ 355355 h 458787"/>
                  <a:gd name="connsiteX12" fmla="*/ 934127 w 951344"/>
                  <a:gd name="connsiteY12" fmla="*/ 386741 h 458787"/>
                  <a:gd name="connsiteX13" fmla="*/ 951210 w 951344"/>
                  <a:gd name="connsiteY13" fmla="*/ 451654 h 458787"/>
                  <a:gd name="connsiteX14" fmla="*/ 945516 w 951344"/>
                  <a:gd name="connsiteY14" fmla="*/ 458787 h 458787"/>
                  <a:gd name="connsiteX15" fmla="*/ 517004 w 951344"/>
                  <a:gd name="connsiteY15" fmla="*/ 458787 h 458787"/>
                  <a:gd name="connsiteX16" fmla="*/ 512021 w 951344"/>
                  <a:gd name="connsiteY16" fmla="*/ 451654 h 458787"/>
                  <a:gd name="connsiteX17" fmla="*/ 529104 w 951344"/>
                  <a:gd name="connsiteY17" fmla="*/ 386741 h 458787"/>
                  <a:gd name="connsiteX18" fmla="*/ 539070 w 951344"/>
                  <a:gd name="connsiteY18" fmla="*/ 355355 h 458787"/>
                  <a:gd name="connsiteX19" fmla="*/ 539782 w 951344"/>
                  <a:gd name="connsiteY19" fmla="*/ 353928 h 458787"/>
                  <a:gd name="connsiteX20" fmla="*/ 546188 w 951344"/>
                  <a:gd name="connsiteY20" fmla="*/ 337522 h 458787"/>
                  <a:gd name="connsiteX21" fmla="*/ 554730 w 951344"/>
                  <a:gd name="connsiteY21" fmla="*/ 322542 h 458787"/>
                  <a:gd name="connsiteX22" fmla="*/ 565407 w 951344"/>
                  <a:gd name="connsiteY22" fmla="*/ 313269 h 458787"/>
                  <a:gd name="connsiteX23" fmla="*/ 660078 w 951344"/>
                  <a:gd name="connsiteY23" fmla="*/ 296862 h 458787"/>
                  <a:gd name="connsiteX24" fmla="*/ 148191 w 951344"/>
                  <a:gd name="connsiteY24" fmla="*/ 296862 h 458787"/>
                  <a:gd name="connsiteX25" fmla="*/ 178799 w 951344"/>
                  <a:gd name="connsiteY25" fmla="*/ 313269 h 458787"/>
                  <a:gd name="connsiteX26" fmla="*/ 198018 w 951344"/>
                  <a:gd name="connsiteY26" fmla="*/ 318262 h 458787"/>
                  <a:gd name="connsiteX27" fmla="*/ 220084 w 951344"/>
                  <a:gd name="connsiteY27" fmla="*/ 319689 h 458787"/>
                  <a:gd name="connsiteX28" fmla="*/ 242151 w 951344"/>
                  <a:gd name="connsiteY28" fmla="*/ 318262 h 458787"/>
                  <a:gd name="connsiteX29" fmla="*/ 259946 w 951344"/>
                  <a:gd name="connsiteY29" fmla="*/ 313982 h 458787"/>
                  <a:gd name="connsiteX30" fmla="*/ 291266 w 951344"/>
                  <a:gd name="connsiteY30" fmla="*/ 296862 h 458787"/>
                  <a:gd name="connsiteX31" fmla="*/ 385937 w 951344"/>
                  <a:gd name="connsiteY31" fmla="*/ 313269 h 458787"/>
                  <a:gd name="connsiteX32" fmla="*/ 396614 w 951344"/>
                  <a:gd name="connsiteY32" fmla="*/ 322542 h 458787"/>
                  <a:gd name="connsiteX33" fmla="*/ 405156 w 951344"/>
                  <a:gd name="connsiteY33" fmla="*/ 337522 h 458787"/>
                  <a:gd name="connsiteX34" fmla="*/ 411562 w 951344"/>
                  <a:gd name="connsiteY34" fmla="*/ 353928 h 458787"/>
                  <a:gd name="connsiteX35" fmla="*/ 412274 w 951344"/>
                  <a:gd name="connsiteY35" fmla="*/ 355355 h 458787"/>
                  <a:gd name="connsiteX36" fmla="*/ 422240 w 951344"/>
                  <a:gd name="connsiteY36" fmla="*/ 386741 h 458787"/>
                  <a:gd name="connsiteX37" fmla="*/ 439323 w 951344"/>
                  <a:gd name="connsiteY37" fmla="*/ 451654 h 458787"/>
                  <a:gd name="connsiteX38" fmla="*/ 434340 w 951344"/>
                  <a:gd name="connsiteY38" fmla="*/ 458787 h 458787"/>
                  <a:gd name="connsiteX39" fmla="*/ 5828 w 951344"/>
                  <a:gd name="connsiteY39" fmla="*/ 458787 h 458787"/>
                  <a:gd name="connsiteX40" fmla="*/ 134 w 951344"/>
                  <a:gd name="connsiteY40" fmla="*/ 451654 h 458787"/>
                  <a:gd name="connsiteX41" fmla="*/ 17217 w 951344"/>
                  <a:gd name="connsiteY41" fmla="*/ 386741 h 458787"/>
                  <a:gd name="connsiteX42" fmla="*/ 27894 w 951344"/>
                  <a:gd name="connsiteY42" fmla="*/ 355355 h 458787"/>
                  <a:gd name="connsiteX43" fmla="*/ 27894 w 951344"/>
                  <a:gd name="connsiteY43" fmla="*/ 353928 h 458787"/>
                  <a:gd name="connsiteX44" fmla="*/ 33589 w 951344"/>
                  <a:gd name="connsiteY44" fmla="*/ 341088 h 458787"/>
                  <a:gd name="connsiteX45" fmla="*/ 43554 w 951344"/>
                  <a:gd name="connsiteY45" fmla="*/ 322542 h 458787"/>
                  <a:gd name="connsiteX46" fmla="*/ 53520 w 951344"/>
                  <a:gd name="connsiteY46" fmla="*/ 313269 h 458787"/>
                  <a:gd name="connsiteX47" fmla="*/ 148191 w 951344"/>
                  <a:gd name="connsiteY47" fmla="*/ 296862 h 458787"/>
                  <a:gd name="connsiteX48" fmla="*/ 731260 w 951344"/>
                  <a:gd name="connsiteY48" fmla="*/ 0 h 458787"/>
                  <a:gd name="connsiteX49" fmla="*/ 851910 w 951344"/>
                  <a:gd name="connsiteY49" fmla="*/ 123188 h 458787"/>
                  <a:gd name="connsiteX50" fmla="*/ 849055 w 951344"/>
                  <a:gd name="connsiteY50" fmla="*/ 142414 h 458787"/>
                  <a:gd name="connsiteX51" fmla="*/ 848341 w 951344"/>
                  <a:gd name="connsiteY51" fmla="*/ 143838 h 458787"/>
                  <a:gd name="connsiteX52" fmla="*/ 842629 w 951344"/>
                  <a:gd name="connsiteY52" fmla="*/ 161640 h 458787"/>
                  <a:gd name="connsiteX53" fmla="*/ 842629 w 951344"/>
                  <a:gd name="connsiteY53" fmla="*/ 162352 h 458787"/>
                  <a:gd name="connsiteX54" fmla="*/ 838346 w 951344"/>
                  <a:gd name="connsiteY54" fmla="*/ 171609 h 458787"/>
                  <a:gd name="connsiteX55" fmla="*/ 826210 w 951344"/>
                  <a:gd name="connsiteY55" fmla="*/ 192971 h 458787"/>
                  <a:gd name="connsiteX56" fmla="*/ 806220 w 951344"/>
                  <a:gd name="connsiteY56" fmla="*/ 216470 h 458787"/>
                  <a:gd name="connsiteX57" fmla="*/ 796940 w 951344"/>
                  <a:gd name="connsiteY57" fmla="*/ 238544 h 458787"/>
                  <a:gd name="connsiteX58" fmla="*/ 791228 w 951344"/>
                  <a:gd name="connsiteY58" fmla="*/ 244952 h 458787"/>
                  <a:gd name="connsiteX59" fmla="*/ 770525 w 951344"/>
                  <a:gd name="connsiteY59" fmla="*/ 258482 h 458787"/>
                  <a:gd name="connsiteX60" fmla="*/ 731260 w 951344"/>
                  <a:gd name="connsiteY60" fmla="*/ 269875 h 458787"/>
                  <a:gd name="connsiteX61" fmla="*/ 691995 w 951344"/>
                  <a:gd name="connsiteY61" fmla="*/ 257770 h 458787"/>
                  <a:gd name="connsiteX62" fmla="*/ 671292 w 951344"/>
                  <a:gd name="connsiteY62" fmla="*/ 244240 h 458787"/>
                  <a:gd name="connsiteX63" fmla="*/ 665581 w 951344"/>
                  <a:gd name="connsiteY63" fmla="*/ 238544 h 458787"/>
                  <a:gd name="connsiteX64" fmla="*/ 656300 w 951344"/>
                  <a:gd name="connsiteY64" fmla="*/ 216470 h 458787"/>
                  <a:gd name="connsiteX65" fmla="*/ 637025 w 951344"/>
                  <a:gd name="connsiteY65" fmla="*/ 192971 h 458787"/>
                  <a:gd name="connsiteX66" fmla="*/ 624174 w 951344"/>
                  <a:gd name="connsiteY66" fmla="*/ 171609 h 458787"/>
                  <a:gd name="connsiteX67" fmla="*/ 619177 w 951344"/>
                  <a:gd name="connsiteY67" fmla="*/ 159504 h 458787"/>
                  <a:gd name="connsiteX68" fmla="*/ 619177 w 951344"/>
                  <a:gd name="connsiteY68" fmla="*/ 158080 h 458787"/>
                  <a:gd name="connsiteX69" fmla="*/ 610610 w 951344"/>
                  <a:gd name="connsiteY69" fmla="*/ 123188 h 458787"/>
                  <a:gd name="connsiteX70" fmla="*/ 731260 w 951344"/>
                  <a:gd name="connsiteY70" fmla="*/ 0 h 458787"/>
                  <a:gd name="connsiteX71" fmla="*/ 220085 w 951344"/>
                  <a:gd name="connsiteY71" fmla="*/ 0 h 458787"/>
                  <a:gd name="connsiteX72" fmla="*/ 340735 w 951344"/>
                  <a:gd name="connsiteY72" fmla="*/ 123188 h 458787"/>
                  <a:gd name="connsiteX73" fmla="*/ 331454 w 951344"/>
                  <a:gd name="connsiteY73" fmla="*/ 161640 h 458787"/>
                  <a:gd name="connsiteX74" fmla="*/ 331454 w 951344"/>
                  <a:gd name="connsiteY74" fmla="*/ 162352 h 458787"/>
                  <a:gd name="connsiteX75" fmla="*/ 327171 w 951344"/>
                  <a:gd name="connsiteY75" fmla="*/ 171609 h 458787"/>
                  <a:gd name="connsiteX76" fmla="*/ 315034 w 951344"/>
                  <a:gd name="connsiteY76" fmla="*/ 192971 h 458787"/>
                  <a:gd name="connsiteX77" fmla="*/ 295045 w 951344"/>
                  <a:gd name="connsiteY77" fmla="*/ 216470 h 458787"/>
                  <a:gd name="connsiteX78" fmla="*/ 285764 w 951344"/>
                  <a:gd name="connsiteY78" fmla="*/ 238544 h 458787"/>
                  <a:gd name="connsiteX79" fmla="*/ 279339 w 951344"/>
                  <a:gd name="connsiteY79" fmla="*/ 244952 h 458787"/>
                  <a:gd name="connsiteX80" fmla="*/ 259350 w 951344"/>
                  <a:gd name="connsiteY80" fmla="*/ 258482 h 458787"/>
                  <a:gd name="connsiteX81" fmla="*/ 220085 w 951344"/>
                  <a:gd name="connsiteY81" fmla="*/ 269875 h 458787"/>
                  <a:gd name="connsiteX82" fmla="*/ 180106 w 951344"/>
                  <a:gd name="connsiteY82" fmla="*/ 257770 h 458787"/>
                  <a:gd name="connsiteX83" fmla="*/ 159403 w 951344"/>
                  <a:gd name="connsiteY83" fmla="*/ 244240 h 458787"/>
                  <a:gd name="connsiteX84" fmla="*/ 154405 w 951344"/>
                  <a:gd name="connsiteY84" fmla="*/ 238544 h 458787"/>
                  <a:gd name="connsiteX85" fmla="*/ 145125 w 951344"/>
                  <a:gd name="connsiteY85" fmla="*/ 216470 h 458787"/>
                  <a:gd name="connsiteX86" fmla="*/ 125849 w 951344"/>
                  <a:gd name="connsiteY86" fmla="*/ 192971 h 458787"/>
                  <a:gd name="connsiteX87" fmla="*/ 112999 w 951344"/>
                  <a:gd name="connsiteY87" fmla="*/ 171609 h 458787"/>
                  <a:gd name="connsiteX88" fmla="*/ 108002 w 951344"/>
                  <a:gd name="connsiteY88" fmla="*/ 159504 h 458787"/>
                  <a:gd name="connsiteX89" fmla="*/ 107288 w 951344"/>
                  <a:gd name="connsiteY89" fmla="*/ 158080 h 458787"/>
                  <a:gd name="connsiteX90" fmla="*/ 99435 w 951344"/>
                  <a:gd name="connsiteY90" fmla="*/ 123188 h 458787"/>
                  <a:gd name="connsiteX91" fmla="*/ 220085 w 951344"/>
                  <a:gd name="connsiteY91" fmla="*/ 0 h 458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951344" h="458787">
                    <a:moveTo>
                      <a:pt x="660078" y="296862"/>
                    </a:moveTo>
                    <a:cubicBezTo>
                      <a:pt x="660078" y="296862"/>
                      <a:pt x="670756" y="306849"/>
                      <a:pt x="691398" y="313982"/>
                    </a:cubicBezTo>
                    <a:cubicBezTo>
                      <a:pt x="696381" y="315409"/>
                      <a:pt x="702787" y="316835"/>
                      <a:pt x="709193" y="318262"/>
                    </a:cubicBezTo>
                    <a:cubicBezTo>
                      <a:pt x="716312" y="318975"/>
                      <a:pt x="723430" y="319689"/>
                      <a:pt x="731260" y="319689"/>
                    </a:cubicBezTo>
                    <a:cubicBezTo>
                      <a:pt x="739090" y="319689"/>
                      <a:pt x="746920" y="318975"/>
                      <a:pt x="753326" y="318262"/>
                    </a:cubicBezTo>
                    <a:cubicBezTo>
                      <a:pt x="759732" y="316835"/>
                      <a:pt x="766139" y="315409"/>
                      <a:pt x="771121" y="313982"/>
                    </a:cubicBezTo>
                    <a:cubicBezTo>
                      <a:pt x="792476" y="306849"/>
                      <a:pt x="803153" y="296862"/>
                      <a:pt x="803153" y="296862"/>
                    </a:cubicBezTo>
                    <a:cubicBezTo>
                      <a:pt x="803153" y="296862"/>
                      <a:pt x="864369" y="297575"/>
                      <a:pt x="897824" y="313269"/>
                    </a:cubicBezTo>
                    <a:cubicBezTo>
                      <a:pt x="901383" y="314695"/>
                      <a:pt x="904231" y="318262"/>
                      <a:pt x="907790" y="322542"/>
                    </a:cubicBezTo>
                    <a:cubicBezTo>
                      <a:pt x="910637" y="326822"/>
                      <a:pt x="913484" y="331815"/>
                      <a:pt x="916332" y="337522"/>
                    </a:cubicBezTo>
                    <a:cubicBezTo>
                      <a:pt x="918467" y="342515"/>
                      <a:pt x="921314" y="348222"/>
                      <a:pt x="923450" y="353928"/>
                    </a:cubicBezTo>
                    <a:cubicBezTo>
                      <a:pt x="923450" y="354642"/>
                      <a:pt x="923450" y="355355"/>
                      <a:pt x="923450" y="355355"/>
                    </a:cubicBezTo>
                    <a:cubicBezTo>
                      <a:pt x="927721" y="365341"/>
                      <a:pt x="930568" y="376041"/>
                      <a:pt x="934127" y="386741"/>
                    </a:cubicBezTo>
                    <a:cubicBezTo>
                      <a:pt x="941957" y="415274"/>
                      <a:pt x="947651" y="443094"/>
                      <a:pt x="951210" y="451654"/>
                    </a:cubicBezTo>
                    <a:cubicBezTo>
                      <a:pt x="951922" y="455221"/>
                      <a:pt x="949787" y="458787"/>
                      <a:pt x="945516" y="458787"/>
                    </a:cubicBezTo>
                    <a:cubicBezTo>
                      <a:pt x="945516" y="458787"/>
                      <a:pt x="945516" y="458787"/>
                      <a:pt x="517004" y="458787"/>
                    </a:cubicBezTo>
                    <a:cubicBezTo>
                      <a:pt x="513445" y="458787"/>
                      <a:pt x="510597" y="455221"/>
                      <a:pt x="512021" y="451654"/>
                    </a:cubicBezTo>
                    <a:cubicBezTo>
                      <a:pt x="514868" y="443094"/>
                      <a:pt x="520563" y="415274"/>
                      <a:pt x="529104" y="386741"/>
                    </a:cubicBezTo>
                    <a:cubicBezTo>
                      <a:pt x="531952" y="376041"/>
                      <a:pt x="535511" y="365341"/>
                      <a:pt x="539070" y="355355"/>
                    </a:cubicBezTo>
                    <a:cubicBezTo>
                      <a:pt x="539070" y="355355"/>
                      <a:pt x="539070" y="354642"/>
                      <a:pt x="539782" y="353928"/>
                    </a:cubicBezTo>
                    <a:cubicBezTo>
                      <a:pt x="541917" y="348222"/>
                      <a:pt x="544053" y="342515"/>
                      <a:pt x="546188" y="337522"/>
                    </a:cubicBezTo>
                    <a:cubicBezTo>
                      <a:pt x="549035" y="331815"/>
                      <a:pt x="551882" y="326822"/>
                      <a:pt x="554730" y="322542"/>
                    </a:cubicBezTo>
                    <a:cubicBezTo>
                      <a:pt x="558289" y="318262"/>
                      <a:pt x="561848" y="314695"/>
                      <a:pt x="565407" y="313269"/>
                    </a:cubicBezTo>
                    <a:cubicBezTo>
                      <a:pt x="598150" y="297575"/>
                      <a:pt x="660078" y="296862"/>
                      <a:pt x="660078" y="296862"/>
                    </a:cubicBezTo>
                    <a:close/>
                    <a:moveTo>
                      <a:pt x="148191" y="296862"/>
                    </a:moveTo>
                    <a:cubicBezTo>
                      <a:pt x="148191" y="296862"/>
                      <a:pt x="158868" y="306849"/>
                      <a:pt x="178799" y="313269"/>
                    </a:cubicBezTo>
                    <a:cubicBezTo>
                      <a:pt x="184494" y="315409"/>
                      <a:pt x="190900" y="316835"/>
                      <a:pt x="198018" y="318262"/>
                    </a:cubicBezTo>
                    <a:cubicBezTo>
                      <a:pt x="204424" y="318975"/>
                      <a:pt x="212254" y="319689"/>
                      <a:pt x="220084" y="319689"/>
                    </a:cubicBezTo>
                    <a:cubicBezTo>
                      <a:pt x="227914" y="319689"/>
                      <a:pt x="235032" y="318975"/>
                      <a:pt x="242151" y="318262"/>
                    </a:cubicBezTo>
                    <a:cubicBezTo>
                      <a:pt x="248557" y="316835"/>
                      <a:pt x="254963" y="315409"/>
                      <a:pt x="259946" y="313982"/>
                    </a:cubicBezTo>
                    <a:cubicBezTo>
                      <a:pt x="280588" y="306849"/>
                      <a:pt x="291266" y="296862"/>
                      <a:pt x="291266" y="296862"/>
                    </a:cubicBezTo>
                    <a:cubicBezTo>
                      <a:pt x="291266" y="296862"/>
                      <a:pt x="353194" y="297575"/>
                      <a:pt x="385937" y="313269"/>
                    </a:cubicBezTo>
                    <a:cubicBezTo>
                      <a:pt x="389496" y="314695"/>
                      <a:pt x="393055" y="318262"/>
                      <a:pt x="396614" y="322542"/>
                    </a:cubicBezTo>
                    <a:cubicBezTo>
                      <a:pt x="399462" y="326822"/>
                      <a:pt x="402309" y="331815"/>
                      <a:pt x="405156" y="337522"/>
                    </a:cubicBezTo>
                    <a:cubicBezTo>
                      <a:pt x="407291" y="342515"/>
                      <a:pt x="409427" y="348222"/>
                      <a:pt x="411562" y="353928"/>
                    </a:cubicBezTo>
                    <a:cubicBezTo>
                      <a:pt x="412274" y="354642"/>
                      <a:pt x="412274" y="355355"/>
                      <a:pt x="412274" y="355355"/>
                    </a:cubicBezTo>
                    <a:cubicBezTo>
                      <a:pt x="415833" y="365341"/>
                      <a:pt x="419392" y="376041"/>
                      <a:pt x="422240" y="386741"/>
                    </a:cubicBezTo>
                    <a:cubicBezTo>
                      <a:pt x="430781" y="415274"/>
                      <a:pt x="436476" y="443094"/>
                      <a:pt x="439323" y="451654"/>
                    </a:cubicBezTo>
                    <a:cubicBezTo>
                      <a:pt x="440747" y="455221"/>
                      <a:pt x="437900" y="458787"/>
                      <a:pt x="434340" y="458787"/>
                    </a:cubicBezTo>
                    <a:cubicBezTo>
                      <a:pt x="434340" y="458787"/>
                      <a:pt x="434340" y="458787"/>
                      <a:pt x="5828" y="458787"/>
                    </a:cubicBezTo>
                    <a:cubicBezTo>
                      <a:pt x="1557" y="458787"/>
                      <a:pt x="-578" y="455221"/>
                      <a:pt x="134" y="451654"/>
                    </a:cubicBezTo>
                    <a:cubicBezTo>
                      <a:pt x="3693" y="443094"/>
                      <a:pt x="9387" y="415274"/>
                      <a:pt x="17217" y="386741"/>
                    </a:cubicBezTo>
                    <a:cubicBezTo>
                      <a:pt x="20776" y="376041"/>
                      <a:pt x="23623" y="365341"/>
                      <a:pt x="27894" y="355355"/>
                    </a:cubicBezTo>
                    <a:cubicBezTo>
                      <a:pt x="27894" y="355355"/>
                      <a:pt x="27894" y="354642"/>
                      <a:pt x="27894" y="353928"/>
                    </a:cubicBezTo>
                    <a:cubicBezTo>
                      <a:pt x="30030" y="349648"/>
                      <a:pt x="31453" y="345368"/>
                      <a:pt x="33589" y="341088"/>
                    </a:cubicBezTo>
                    <a:cubicBezTo>
                      <a:pt x="36436" y="333955"/>
                      <a:pt x="39995" y="327535"/>
                      <a:pt x="43554" y="322542"/>
                    </a:cubicBezTo>
                    <a:cubicBezTo>
                      <a:pt x="47113" y="318262"/>
                      <a:pt x="49961" y="314695"/>
                      <a:pt x="53520" y="313269"/>
                    </a:cubicBezTo>
                    <a:cubicBezTo>
                      <a:pt x="86975" y="297575"/>
                      <a:pt x="148191" y="296862"/>
                      <a:pt x="148191" y="296862"/>
                    </a:cubicBezTo>
                    <a:close/>
                    <a:moveTo>
                      <a:pt x="731260" y="0"/>
                    </a:moveTo>
                    <a:cubicBezTo>
                      <a:pt x="799795" y="0"/>
                      <a:pt x="851910" y="55541"/>
                      <a:pt x="851910" y="123188"/>
                    </a:cubicBezTo>
                    <a:cubicBezTo>
                      <a:pt x="851910" y="129597"/>
                      <a:pt x="850482" y="136005"/>
                      <a:pt x="849055" y="142414"/>
                    </a:cubicBezTo>
                    <a:cubicBezTo>
                      <a:pt x="849055" y="143126"/>
                      <a:pt x="848341" y="143126"/>
                      <a:pt x="848341" y="143838"/>
                    </a:cubicBezTo>
                    <a:cubicBezTo>
                      <a:pt x="846913" y="150247"/>
                      <a:pt x="844771" y="155943"/>
                      <a:pt x="842629" y="161640"/>
                    </a:cubicBezTo>
                    <a:cubicBezTo>
                      <a:pt x="842629" y="161640"/>
                      <a:pt x="842629" y="161640"/>
                      <a:pt x="842629" y="162352"/>
                    </a:cubicBezTo>
                    <a:cubicBezTo>
                      <a:pt x="842629" y="163776"/>
                      <a:pt x="841202" y="167337"/>
                      <a:pt x="838346" y="171609"/>
                    </a:cubicBezTo>
                    <a:cubicBezTo>
                      <a:pt x="835490" y="178018"/>
                      <a:pt x="831207" y="185850"/>
                      <a:pt x="826210" y="192971"/>
                    </a:cubicBezTo>
                    <a:cubicBezTo>
                      <a:pt x="819785" y="202940"/>
                      <a:pt x="811932" y="212197"/>
                      <a:pt x="806220" y="216470"/>
                    </a:cubicBezTo>
                    <a:cubicBezTo>
                      <a:pt x="799081" y="234983"/>
                      <a:pt x="803365" y="227863"/>
                      <a:pt x="796940" y="238544"/>
                    </a:cubicBezTo>
                    <a:cubicBezTo>
                      <a:pt x="795512" y="240680"/>
                      <a:pt x="793370" y="242816"/>
                      <a:pt x="791228" y="244952"/>
                    </a:cubicBezTo>
                    <a:cubicBezTo>
                      <a:pt x="786231" y="249225"/>
                      <a:pt x="779092" y="254209"/>
                      <a:pt x="770525" y="258482"/>
                    </a:cubicBezTo>
                    <a:cubicBezTo>
                      <a:pt x="757675" y="264890"/>
                      <a:pt x="742683" y="269875"/>
                      <a:pt x="731260" y="269875"/>
                    </a:cubicBezTo>
                    <a:cubicBezTo>
                      <a:pt x="719838" y="269875"/>
                      <a:pt x="704846" y="264178"/>
                      <a:pt x="691995" y="257770"/>
                    </a:cubicBezTo>
                    <a:cubicBezTo>
                      <a:pt x="683429" y="253497"/>
                      <a:pt x="676290" y="248513"/>
                      <a:pt x="671292" y="244240"/>
                    </a:cubicBezTo>
                    <a:cubicBezTo>
                      <a:pt x="669150" y="242104"/>
                      <a:pt x="667009" y="239968"/>
                      <a:pt x="665581" y="238544"/>
                    </a:cubicBezTo>
                    <a:cubicBezTo>
                      <a:pt x="659870" y="229999"/>
                      <a:pt x="663439" y="234983"/>
                      <a:pt x="656300" y="216470"/>
                    </a:cubicBezTo>
                    <a:cubicBezTo>
                      <a:pt x="652017" y="213621"/>
                      <a:pt x="644164" y="203652"/>
                      <a:pt x="637025" y="192971"/>
                    </a:cubicBezTo>
                    <a:cubicBezTo>
                      <a:pt x="632027" y="185850"/>
                      <a:pt x="627744" y="178730"/>
                      <a:pt x="624174" y="171609"/>
                    </a:cubicBezTo>
                    <a:cubicBezTo>
                      <a:pt x="621319" y="166625"/>
                      <a:pt x="619177" y="162352"/>
                      <a:pt x="619177" y="159504"/>
                    </a:cubicBezTo>
                    <a:cubicBezTo>
                      <a:pt x="619177" y="158792"/>
                      <a:pt x="619177" y="158792"/>
                      <a:pt x="619177" y="158080"/>
                    </a:cubicBezTo>
                    <a:cubicBezTo>
                      <a:pt x="616321" y="147399"/>
                      <a:pt x="610610" y="135293"/>
                      <a:pt x="610610" y="123188"/>
                    </a:cubicBezTo>
                    <a:cubicBezTo>
                      <a:pt x="610610" y="55541"/>
                      <a:pt x="663439" y="0"/>
                      <a:pt x="731260" y="0"/>
                    </a:cubicBezTo>
                    <a:close/>
                    <a:moveTo>
                      <a:pt x="220085" y="0"/>
                    </a:moveTo>
                    <a:cubicBezTo>
                      <a:pt x="287906" y="0"/>
                      <a:pt x="340735" y="55541"/>
                      <a:pt x="340735" y="123188"/>
                    </a:cubicBezTo>
                    <a:cubicBezTo>
                      <a:pt x="340735" y="136718"/>
                      <a:pt x="335024" y="149535"/>
                      <a:pt x="331454" y="161640"/>
                    </a:cubicBezTo>
                    <a:cubicBezTo>
                      <a:pt x="331454" y="161640"/>
                      <a:pt x="331454" y="161640"/>
                      <a:pt x="331454" y="162352"/>
                    </a:cubicBezTo>
                    <a:cubicBezTo>
                      <a:pt x="331454" y="163776"/>
                      <a:pt x="330026" y="167337"/>
                      <a:pt x="327171" y="171609"/>
                    </a:cubicBezTo>
                    <a:cubicBezTo>
                      <a:pt x="324315" y="178018"/>
                      <a:pt x="320032" y="185850"/>
                      <a:pt x="315034" y="192971"/>
                    </a:cubicBezTo>
                    <a:cubicBezTo>
                      <a:pt x="307895" y="202940"/>
                      <a:pt x="300756" y="212197"/>
                      <a:pt x="295045" y="216470"/>
                    </a:cubicBezTo>
                    <a:cubicBezTo>
                      <a:pt x="287192" y="234983"/>
                      <a:pt x="291475" y="227863"/>
                      <a:pt x="285764" y="238544"/>
                    </a:cubicBezTo>
                    <a:cubicBezTo>
                      <a:pt x="284336" y="240680"/>
                      <a:pt x="282195" y="242816"/>
                      <a:pt x="279339" y="244952"/>
                    </a:cubicBezTo>
                    <a:cubicBezTo>
                      <a:pt x="274342" y="249225"/>
                      <a:pt x="267203" y="254209"/>
                      <a:pt x="259350" y="258482"/>
                    </a:cubicBezTo>
                    <a:cubicBezTo>
                      <a:pt x="246499" y="264890"/>
                      <a:pt x="231507" y="269875"/>
                      <a:pt x="220085" y="269875"/>
                    </a:cubicBezTo>
                    <a:cubicBezTo>
                      <a:pt x="207948" y="269875"/>
                      <a:pt x="192956" y="264178"/>
                      <a:pt x="180106" y="257770"/>
                    </a:cubicBezTo>
                    <a:cubicBezTo>
                      <a:pt x="172253" y="253497"/>
                      <a:pt x="164400" y="248513"/>
                      <a:pt x="159403" y="244240"/>
                    </a:cubicBezTo>
                    <a:cubicBezTo>
                      <a:pt x="157261" y="242104"/>
                      <a:pt x="155833" y="239968"/>
                      <a:pt x="154405" y="238544"/>
                    </a:cubicBezTo>
                    <a:cubicBezTo>
                      <a:pt x="148694" y="229999"/>
                      <a:pt x="152264" y="234983"/>
                      <a:pt x="145125" y="216470"/>
                    </a:cubicBezTo>
                    <a:cubicBezTo>
                      <a:pt x="140841" y="213621"/>
                      <a:pt x="132988" y="203652"/>
                      <a:pt x="125849" y="192971"/>
                    </a:cubicBezTo>
                    <a:cubicBezTo>
                      <a:pt x="120852" y="185850"/>
                      <a:pt x="115855" y="178730"/>
                      <a:pt x="112999" y="171609"/>
                    </a:cubicBezTo>
                    <a:cubicBezTo>
                      <a:pt x="110143" y="166625"/>
                      <a:pt x="108002" y="162352"/>
                      <a:pt x="108002" y="159504"/>
                    </a:cubicBezTo>
                    <a:cubicBezTo>
                      <a:pt x="107288" y="158792"/>
                      <a:pt x="108002" y="158792"/>
                      <a:pt x="107288" y="158080"/>
                    </a:cubicBezTo>
                    <a:cubicBezTo>
                      <a:pt x="105146" y="147399"/>
                      <a:pt x="99435" y="135293"/>
                      <a:pt x="99435" y="123188"/>
                    </a:cubicBezTo>
                    <a:cubicBezTo>
                      <a:pt x="99435" y="55541"/>
                      <a:pt x="151550" y="0"/>
                      <a:pt x="22008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33" name="Elipse 88">
              <a:extLst>
                <a:ext uri="{FF2B5EF4-FFF2-40B4-BE49-F238E27FC236}">
                  <a16:creationId xmlns:a16="http://schemas.microsoft.com/office/drawing/2014/main" id="{8E5B66FD-1F6E-7B0F-EA9B-C6F0118179E0}"/>
                </a:ext>
              </a:extLst>
            </p:cNvPr>
            <p:cNvSpPr/>
            <p:nvPr/>
          </p:nvSpPr>
          <p:spPr>
            <a:xfrm>
              <a:off x="704516" y="2669196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4" name="Elipse 91">
            <a:extLst>
              <a:ext uri="{FF2B5EF4-FFF2-40B4-BE49-F238E27FC236}">
                <a16:creationId xmlns:a16="http://schemas.microsoft.com/office/drawing/2014/main" id="{277706FA-4EF6-0FFF-1073-56C74374EFC8}"/>
              </a:ext>
            </a:extLst>
          </p:cNvPr>
          <p:cNvSpPr/>
          <p:nvPr/>
        </p:nvSpPr>
        <p:spPr>
          <a:xfrm>
            <a:off x="704516" y="3721080"/>
            <a:ext cx="647530" cy="64780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25" name="Grupo 92">
            <a:extLst>
              <a:ext uri="{FF2B5EF4-FFF2-40B4-BE49-F238E27FC236}">
                <a16:creationId xmlns:a16="http://schemas.microsoft.com/office/drawing/2014/main" id="{95EA6051-BF9F-E500-CF3F-AA5728A33F64}"/>
              </a:ext>
            </a:extLst>
          </p:cNvPr>
          <p:cNvGrpSpPr/>
          <p:nvPr/>
        </p:nvGrpSpPr>
        <p:grpSpPr>
          <a:xfrm>
            <a:off x="704516" y="4776483"/>
            <a:ext cx="647530" cy="647806"/>
            <a:chOff x="704516" y="4776483"/>
            <a:chExt cx="902208" cy="9025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ED020A-1212-3912-F112-4DB243483966}"/>
                </a:ext>
              </a:extLst>
            </p:cNvPr>
            <p:cNvGrpSpPr/>
            <p:nvPr/>
          </p:nvGrpSpPr>
          <p:grpSpPr>
            <a:xfrm>
              <a:off x="894485" y="4990846"/>
              <a:ext cx="522270" cy="522270"/>
              <a:chOff x="894485" y="4990846"/>
              <a:chExt cx="4565299" cy="4565299"/>
            </a:xfrm>
            <a:solidFill>
              <a:srgbClr val="FFC000"/>
            </a:solidFill>
          </p:grpSpPr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746439EB-6684-9B38-378A-307944484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5003533"/>
                <a:ext cx="4552666" cy="4546262"/>
              </a:xfrm>
              <a:custGeom>
                <a:avLst/>
                <a:gdLst>
                  <a:gd name="connsiteX0" fmla="*/ 809844 w 4552665"/>
                  <a:gd name="connsiteY0" fmla="*/ 3276435 h 4546260"/>
                  <a:gd name="connsiteX1" fmla="*/ 455794 w 4552665"/>
                  <a:gd name="connsiteY1" fmla="*/ 3505490 h 4546260"/>
                  <a:gd name="connsiteX2" fmla="*/ 580753 w 4552665"/>
                  <a:gd name="connsiteY2" fmla="*/ 3951699 h 4546260"/>
                  <a:gd name="connsiteX3" fmla="*/ 580753 w 4552665"/>
                  <a:gd name="connsiteY3" fmla="*/ 4162905 h 4546260"/>
                  <a:gd name="connsiteX4" fmla="*/ 592654 w 4552665"/>
                  <a:gd name="connsiteY4" fmla="*/ 4183729 h 4546260"/>
                  <a:gd name="connsiteX5" fmla="*/ 928853 w 4552665"/>
                  <a:gd name="connsiteY5" fmla="*/ 4243223 h 4546260"/>
                  <a:gd name="connsiteX6" fmla="*/ 949679 w 4552665"/>
                  <a:gd name="connsiteY6" fmla="*/ 4219425 h 4546260"/>
                  <a:gd name="connsiteX7" fmla="*/ 949679 w 4552665"/>
                  <a:gd name="connsiteY7" fmla="*/ 4073663 h 4546260"/>
                  <a:gd name="connsiteX8" fmla="*/ 1122242 w 4552665"/>
                  <a:gd name="connsiteY8" fmla="*/ 4064739 h 4546260"/>
                  <a:gd name="connsiteX9" fmla="*/ 1149019 w 4552665"/>
                  <a:gd name="connsiteY9" fmla="*/ 3969548 h 4546260"/>
                  <a:gd name="connsiteX10" fmla="*/ 1149019 w 4552665"/>
                  <a:gd name="connsiteY10" fmla="*/ 3963598 h 4546260"/>
                  <a:gd name="connsiteX11" fmla="*/ 1146043 w 4552665"/>
                  <a:gd name="connsiteY11" fmla="*/ 3847584 h 4546260"/>
                  <a:gd name="connsiteX12" fmla="*/ 1232325 w 4552665"/>
                  <a:gd name="connsiteY12" fmla="*/ 3802963 h 4546260"/>
                  <a:gd name="connsiteX13" fmla="*/ 1190672 w 4552665"/>
                  <a:gd name="connsiteY13" fmla="*/ 3722645 h 4546260"/>
                  <a:gd name="connsiteX14" fmla="*/ 1184721 w 4552665"/>
                  <a:gd name="connsiteY14" fmla="*/ 3713721 h 4546260"/>
                  <a:gd name="connsiteX15" fmla="*/ 1149019 w 4552665"/>
                  <a:gd name="connsiteY15" fmla="*/ 3645302 h 4546260"/>
                  <a:gd name="connsiteX16" fmla="*/ 1140093 w 4552665"/>
                  <a:gd name="connsiteY16" fmla="*/ 3609605 h 4546260"/>
                  <a:gd name="connsiteX17" fmla="*/ 1125217 w 4552665"/>
                  <a:gd name="connsiteY17" fmla="*/ 3556060 h 4546260"/>
                  <a:gd name="connsiteX18" fmla="*/ 1113316 w 4552665"/>
                  <a:gd name="connsiteY18" fmla="*/ 3457894 h 4546260"/>
                  <a:gd name="connsiteX19" fmla="*/ 1125217 w 4552665"/>
                  <a:gd name="connsiteY19" fmla="*/ 3460869 h 4546260"/>
                  <a:gd name="connsiteX20" fmla="*/ 1128192 w 4552665"/>
                  <a:gd name="connsiteY20" fmla="*/ 3457894 h 4546260"/>
                  <a:gd name="connsiteX21" fmla="*/ 1184721 w 4552665"/>
                  <a:gd name="connsiteY21" fmla="*/ 3332955 h 4546260"/>
                  <a:gd name="connsiteX22" fmla="*/ 809844 w 4552665"/>
                  <a:gd name="connsiteY22" fmla="*/ 3276435 h 4546260"/>
                  <a:gd name="connsiteX23" fmla="*/ 2000716 w 4552665"/>
                  <a:gd name="connsiteY23" fmla="*/ 2490967 h 4546260"/>
                  <a:gd name="connsiteX24" fmla="*/ 2044233 w 4552665"/>
                  <a:gd name="connsiteY24" fmla="*/ 2511050 h 4546260"/>
                  <a:gd name="connsiteX25" fmla="*/ 2285251 w 4552665"/>
                  <a:gd name="connsiteY25" fmla="*/ 2612206 h 4546260"/>
                  <a:gd name="connsiteX26" fmla="*/ 2347737 w 4552665"/>
                  <a:gd name="connsiteY26" fmla="*/ 2671709 h 4546260"/>
                  <a:gd name="connsiteX27" fmla="*/ 2285251 w 4552665"/>
                  <a:gd name="connsiteY27" fmla="*/ 2734188 h 4546260"/>
                  <a:gd name="connsiteX28" fmla="*/ 2002576 w 4552665"/>
                  <a:gd name="connsiteY28" fmla="*/ 2638982 h 4546260"/>
                  <a:gd name="connsiteX29" fmla="*/ 1489786 w 4552665"/>
                  <a:gd name="connsiteY29" fmla="*/ 3149463 h 4546260"/>
                  <a:gd name="connsiteX30" fmla="*/ 1459090 w 4552665"/>
                  <a:gd name="connsiteY30" fmla="*/ 3180022 h 4546260"/>
                  <a:gd name="connsiteX31" fmla="*/ 1470636 w 4552665"/>
                  <a:gd name="connsiteY31" fmla="*/ 3192791 h 4546260"/>
                  <a:gd name="connsiteX32" fmla="*/ 1413586 w 4552665"/>
                  <a:gd name="connsiteY32" fmla="*/ 4302847 h 4546260"/>
                  <a:gd name="connsiteX33" fmla="*/ 243414 w 4552665"/>
                  <a:gd name="connsiteY33" fmla="*/ 4302847 h 4546260"/>
                  <a:gd name="connsiteX34" fmla="*/ 243414 w 4552665"/>
                  <a:gd name="connsiteY34" fmla="*/ 3129697 h 4546260"/>
                  <a:gd name="connsiteX35" fmla="*/ 829616 w 4552665"/>
                  <a:gd name="connsiteY35" fmla="*/ 2888517 h 4546260"/>
                  <a:gd name="connsiteX36" fmla="*/ 1351016 w 4552665"/>
                  <a:gd name="connsiteY36" fmla="*/ 3073171 h 4546260"/>
                  <a:gd name="connsiteX37" fmla="*/ 1372957 w 4552665"/>
                  <a:gd name="connsiteY37" fmla="*/ 3092992 h 4546260"/>
                  <a:gd name="connsiteX38" fmla="*/ 1474566 w 4552665"/>
                  <a:gd name="connsiteY38" fmla="*/ 2991395 h 4546260"/>
                  <a:gd name="connsiteX39" fmla="*/ 1954968 w 4552665"/>
                  <a:gd name="connsiteY39" fmla="*/ 2511050 h 4546260"/>
                  <a:gd name="connsiteX40" fmla="*/ 2000716 w 4552665"/>
                  <a:gd name="connsiteY40" fmla="*/ 2490967 h 4546260"/>
                  <a:gd name="connsiteX41" fmla="*/ 2285824 w 4552665"/>
                  <a:gd name="connsiteY41" fmla="*/ 2085810 h 4546260"/>
                  <a:gd name="connsiteX42" fmla="*/ 2473149 w 4552665"/>
                  <a:gd name="connsiteY42" fmla="*/ 2267579 h 4546260"/>
                  <a:gd name="connsiteX43" fmla="*/ 2285824 w 4552665"/>
                  <a:gd name="connsiteY43" fmla="*/ 2449348 h 4546260"/>
                  <a:gd name="connsiteX44" fmla="*/ 2098499 w 4552665"/>
                  <a:gd name="connsiteY44" fmla="*/ 2267579 h 4546260"/>
                  <a:gd name="connsiteX45" fmla="*/ 2285824 w 4552665"/>
                  <a:gd name="connsiteY45" fmla="*/ 2085810 h 4546260"/>
                  <a:gd name="connsiteX46" fmla="*/ 3271463 w 4552665"/>
                  <a:gd name="connsiteY46" fmla="*/ 853910 h 4546260"/>
                  <a:gd name="connsiteX47" fmla="*/ 3244674 w 4552665"/>
                  <a:gd name="connsiteY47" fmla="*/ 883628 h 4546260"/>
                  <a:gd name="connsiteX48" fmla="*/ 3244674 w 4552665"/>
                  <a:gd name="connsiteY48" fmla="*/ 1201611 h 4546260"/>
                  <a:gd name="connsiteX49" fmla="*/ 3271463 w 4552665"/>
                  <a:gd name="connsiteY49" fmla="*/ 1225385 h 4546260"/>
                  <a:gd name="connsiteX50" fmla="*/ 3408385 w 4552665"/>
                  <a:gd name="connsiteY50" fmla="*/ 1225385 h 4546260"/>
                  <a:gd name="connsiteX51" fmla="*/ 3435174 w 4552665"/>
                  <a:gd name="connsiteY51" fmla="*/ 1201611 h 4546260"/>
                  <a:gd name="connsiteX52" fmla="*/ 3435174 w 4552665"/>
                  <a:gd name="connsiteY52" fmla="*/ 883628 h 4546260"/>
                  <a:gd name="connsiteX53" fmla="*/ 3408385 w 4552665"/>
                  <a:gd name="connsiteY53" fmla="*/ 853910 h 4546260"/>
                  <a:gd name="connsiteX54" fmla="*/ 3271463 w 4552665"/>
                  <a:gd name="connsiteY54" fmla="*/ 853910 h 4546260"/>
                  <a:gd name="connsiteX55" fmla="*/ 3503238 w 4552665"/>
                  <a:gd name="connsiteY55" fmla="*/ 707860 h 4546260"/>
                  <a:gd name="connsiteX56" fmla="*/ 3476449 w 4552665"/>
                  <a:gd name="connsiteY56" fmla="*/ 734629 h 4546260"/>
                  <a:gd name="connsiteX57" fmla="*/ 3476449 w 4552665"/>
                  <a:gd name="connsiteY57" fmla="*/ 1201591 h 4546260"/>
                  <a:gd name="connsiteX58" fmla="*/ 3503238 w 4552665"/>
                  <a:gd name="connsiteY58" fmla="*/ 1225385 h 4546260"/>
                  <a:gd name="connsiteX59" fmla="*/ 3643137 w 4552665"/>
                  <a:gd name="connsiteY59" fmla="*/ 1225385 h 4546260"/>
                  <a:gd name="connsiteX60" fmla="*/ 3666949 w 4552665"/>
                  <a:gd name="connsiteY60" fmla="*/ 1201591 h 4546260"/>
                  <a:gd name="connsiteX61" fmla="*/ 3666949 w 4552665"/>
                  <a:gd name="connsiteY61" fmla="*/ 734629 h 4546260"/>
                  <a:gd name="connsiteX62" fmla="*/ 3643137 w 4552665"/>
                  <a:gd name="connsiteY62" fmla="*/ 707860 h 4546260"/>
                  <a:gd name="connsiteX63" fmla="*/ 3503238 w 4552665"/>
                  <a:gd name="connsiteY63" fmla="*/ 707860 h 4546260"/>
                  <a:gd name="connsiteX64" fmla="*/ 3735212 w 4552665"/>
                  <a:gd name="connsiteY64" fmla="*/ 545935 h 4546260"/>
                  <a:gd name="connsiteX65" fmla="*/ 3711399 w 4552665"/>
                  <a:gd name="connsiteY65" fmla="*/ 572755 h 4546260"/>
                  <a:gd name="connsiteX66" fmla="*/ 3711399 w 4552665"/>
                  <a:gd name="connsiteY66" fmla="*/ 1201545 h 4546260"/>
                  <a:gd name="connsiteX67" fmla="*/ 3735212 w 4552665"/>
                  <a:gd name="connsiteY67" fmla="*/ 1225385 h 4546260"/>
                  <a:gd name="connsiteX68" fmla="*/ 3875110 w 4552665"/>
                  <a:gd name="connsiteY68" fmla="*/ 1225385 h 4546260"/>
                  <a:gd name="connsiteX69" fmla="*/ 3901899 w 4552665"/>
                  <a:gd name="connsiteY69" fmla="*/ 1201545 h 4546260"/>
                  <a:gd name="connsiteX70" fmla="*/ 3901899 w 4552665"/>
                  <a:gd name="connsiteY70" fmla="*/ 572755 h 4546260"/>
                  <a:gd name="connsiteX71" fmla="*/ 3875110 w 4552665"/>
                  <a:gd name="connsiteY71" fmla="*/ 545935 h 4546260"/>
                  <a:gd name="connsiteX72" fmla="*/ 3735212 w 4552665"/>
                  <a:gd name="connsiteY72" fmla="*/ 545935 h 4546260"/>
                  <a:gd name="connsiteX73" fmla="*/ 3970162 w 4552665"/>
                  <a:gd name="connsiteY73" fmla="*/ 334798 h 4546260"/>
                  <a:gd name="connsiteX74" fmla="*/ 3946349 w 4552665"/>
                  <a:gd name="connsiteY74" fmla="*/ 364584 h 4546260"/>
                  <a:gd name="connsiteX75" fmla="*/ 3946349 w 4552665"/>
                  <a:gd name="connsiteY75" fmla="*/ 1201558 h 4546260"/>
                  <a:gd name="connsiteX76" fmla="*/ 3970162 w 4552665"/>
                  <a:gd name="connsiteY76" fmla="*/ 1225386 h 4546260"/>
                  <a:gd name="connsiteX77" fmla="*/ 4107084 w 4552665"/>
                  <a:gd name="connsiteY77" fmla="*/ 1225386 h 4546260"/>
                  <a:gd name="connsiteX78" fmla="*/ 4136849 w 4552665"/>
                  <a:gd name="connsiteY78" fmla="*/ 1201558 h 4546260"/>
                  <a:gd name="connsiteX79" fmla="*/ 4136849 w 4552665"/>
                  <a:gd name="connsiteY79" fmla="*/ 364584 h 4546260"/>
                  <a:gd name="connsiteX80" fmla="*/ 4107084 w 4552665"/>
                  <a:gd name="connsiteY80" fmla="*/ 334798 h 4546260"/>
                  <a:gd name="connsiteX81" fmla="*/ 3970162 w 4552665"/>
                  <a:gd name="connsiteY81" fmla="*/ 334798 h 4546260"/>
                  <a:gd name="connsiteX82" fmla="*/ 3723359 w 4552665"/>
                  <a:gd name="connsiteY82" fmla="*/ 0 h 4546260"/>
                  <a:gd name="connsiteX83" fmla="*/ 4309452 w 4552665"/>
                  <a:gd name="connsiteY83" fmla="*/ 243379 h 4546260"/>
                  <a:gd name="connsiteX84" fmla="*/ 4309452 w 4552665"/>
                  <a:gd name="connsiteY84" fmla="*/ 1410410 h 4546260"/>
                  <a:gd name="connsiteX85" fmla="*/ 3184867 w 4552665"/>
                  <a:gd name="connsiteY85" fmla="*/ 1455067 h 4546260"/>
                  <a:gd name="connsiteX86" fmla="*/ 2613649 w 4552665"/>
                  <a:gd name="connsiteY86" fmla="*/ 2023696 h 4546260"/>
                  <a:gd name="connsiteX87" fmla="*/ 2569023 w 4552665"/>
                  <a:gd name="connsiteY87" fmla="*/ 2044536 h 4546260"/>
                  <a:gd name="connsiteX88" fmla="*/ 2527372 w 4552665"/>
                  <a:gd name="connsiteY88" fmla="*/ 2023696 h 4546260"/>
                  <a:gd name="connsiteX89" fmla="*/ 2286389 w 4552665"/>
                  <a:gd name="connsiteY89" fmla="*/ 1925451 h 4546260"/>
                  <a:gd name="connsiteX90" fmla="*/ 2223912 w 4552665"/>
                  <a:gd name="connsiteY90" fmla="*/ 1862932 h 4546260"/>
                  <a:gd name="connsiteX91" fmla="*/ 2286389 w 4552665"/>
                  <a:gd name="connsiteY91" fmla="*/ 1803390 h 4546260"/>
                  <a:gd name="connsiteX92" fmla="*/ 2566048 w 4552665"/>
                  <a:gd name="connsiteY92" fmla="*/ 1898657 h 4546260"/>
                  <a:gd name="connsiteX93" fmla="*/ 3098589 w 4552665"/>
                  <a:gd name="connsiteY93" fmla="*/ 1368730 h 4546260"/>
                  <a:gd name="connsiteX94" fmla="*/ 3137266 w 4552665"/>
                  <a:gd name="connsiteY94" fmla="*/ 243379 h 4546260"/>
                  <a:gd name="connsiteX95" fmla="*/ 3723359 w 4552665"/>
                  <a:gd name="connsiteY95" fmla="*/ 0 h 454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4552665" h="4546260">
                    <a:moveTo>
                      <a:pt x="809844" y="3276435"/>
                    </a:moveTo>
                    <a:cubicBezTo>
                      <a:pt x="604554" y="3276435"/>
                      <a:pt x="503397" y="3401374"/>
                      <a:pt x="455794" y="3505490"/>
                    </a:cubicBezTo>
                    <a:cubicBezTo>
                      <a:pt x="366537" y="3689923"/>
                      <a:pt x="512323" y="3877331"/>
                      <a:pt x="580753" y="3951699"/>
                    </a:cubicBezTo>
                    <a:cubicBezTo>
                      <a:pt x="580753" y="3951699"/>
                      <a:pt x="580753" y="3951699"/>
                      <a:pt x="580753" y="4162905"/>
                    </a:cubicBezTo>
                    <a:cubicBezTo>
                      <a:pt x="580753" y="4171830"/>
                      <a:pt x="583728" y="4180754"/>
                      <a:pt x="592654" y="4183729"/>
                    </a:cubicBezTo>
                    <a:cubicBezTo>
                      <a:pt x="732489" y="4240248"/>
                      <a:pt x="913977" y="4243223"/>
                      <a:pt x="928853" y="4243223"/>
                    </a:cubicBezTo>
                    <a:cubicBezTo>
                      <a:pt x="940754" y="4243223"/>
                      <a:pt x="949679" y="4231324"/>
                      <a:pt x="949679" y="4219425"/>
                    </a:cubicBezTo>
                    <a:cubicBezTo>
                      <a:pt x="949679" y="4219425"/>
                      <a:pt x="949679" y="4219425"/>
                      <a:pt x="949679" y="4073663"/>
                    </a:cubicBezTo>
                    <a:cubicBezTo>
                      <a:pt x="1035960" y="4082588"/>
                      <a:pt x="1101415" y="4073663"/>
                      <a:pt x="1122242" y="4064739"/>
                    </a:cubicBezTo>
                    <a:cubicBezTo>
                      <a:pt x="1146043" y="4049866"/>
                      <a:pt x="1146043" y="4023093"/>
                      <a:pt x="1149019" y="3969548"/>
                    </a:cubicBezTo>
                    <a:cubicBezTo>
                      <a:pt x="1149019" y="3969548"/>
                      <a:pt x="1149019" y="3969548"/>
                      <a:pt x="1149019" y="3963598"/>
                    </a:cubicBezTo>
                    <a:cubicBezTo>
                      <a:pt x="1151994" y="3930876"/>
                      <a:pt x="1149019" y="3877331"/>
                      <a:pt x="1146043" y="3847584"/>
                    </a:cubicBezTo>
                    <a:cubicBezTo>
                      <a:pt x="1208523" y="3847584"/>
                      <a:pt x="1226374" y="3811887"/>
                      <a:pt x="1232325" y="3802963"/>
                    </a:cubicBezTo>
                    <a:cubicBezTo>
                      <a:pt x="1241250" y="3776190"/>
                      <a:pt x="1214473" y="3752392"/>
                      <a:pt x="1190672" y="3722645"/>
                    </a:cubicBezTo>
                    <a:cubicBezTo>
                      <a:pt x="1190672" y="3719670"/>
                      <a:pt x="1187696" y="3716696"/>
                      <a:pt x="1184721" y="3713721"/>
                    </a:cubicBezTo>
                    <a:cubicBezTo>
                      <a:pt x="1172820" y="3704797"/>
                      <a:pt x="1157944" y="3678024"/>
                      <a:pt x="1149019" y="3645302"/>
                    </a:cubicBezTo>
                    <a:cubicBezTo>
                      <a:pt x="1146043" y="3639353"/>
                      <a:pt x="1143068" y="3624479"/>
                      <a:pt x="1140093" y="3609605"/>
                    </a:cubicBezTo>
                    <a:cubicBezTo>
                      <a:pt x="1137118" y="3591757"/>
                      <a:pt x="1131167" y="3570934"/>
                      <a:pt x="1125217" y="3556060"/>
                    </a:cubicBezTo>
                    <a:cubicBezTo>
                      <a:pt x="1119266" y="3538212"/>
                      <a:pt x="1116291" y="3484667"/>
                      <a:pt x="1113316" y="3457894"/>
                    </a:cubicBezTo>
                    <a:cubicBezTo>
                      <a:pt x="1116291" y="3457894"/>
                      <a:pt x="1122242" y="3460869"/>
                      <a:pt x="1125217" y="3460869"/>
                    </a:cubicBezTo>
                    <a:cubicBezTo>
                      <a:pt x="1125217" y="3460869"/>
                      <a:pt x="1125217" y="3460869"/>
                      <a:pt x="1128192" y="3457894"/>
                    </a:cubicBezTo>
                    <a:cubicBezTo>
                      <a:pt x="1140093" y="3410298"/>
                      <a:pt x="1205548" y="3332955"/>
                      <a:pt x="1184721" y="3332955"/>
                    </a:cubicBezTo>
                    <a:cubicBezTo>
                      <a:pt x="970506" y="3335930"/>
                      <a:pt x="1038936" y="3276435"/>
                      <a:pt x="809844" y="3276435"/>
                    </a:cubicBezTo>
                    <a:close/>
                    <a:moveTo>
                      <a:pt x="2000716" y="2490967"/>
                    </a:moveTo>
                    <a:cubicBezTo>
                      <a:pt x="2016710" y="2490967"/>
                      <a:pt x="2032331" y="2497661"/>
                      <a:pt x="2044233" y="2511050"/>
                    </a:cubicBezTo>
                    <a:cubicBezTo>
                      <a:pt x="2106719" y="2573528"/>
                      <a:pt x="2193010" y="2612206"/>
                      <a:pt x="2285251" y="2612206"/>
                    </a:cubicBezTo>
                    <a:cubicBezTo>
                      <a:pt x="2320957" y="2612206"/>
                      <a:pt x="2347737" y="2638982"/>
                      <a:pt x="2347737" y="2671709"/>
                    </a:cubicBezTo>
                    <a:cubicBezTo>
                      <a:pt x="2347737" y="2704436"/>
                      <a:pt x="2320957" y="2734188"/>
                      <a:pt x="2285251" y="2734188"/>
                    </a:cubicBezTo>
                    <a:cubicBezTo>
                      <a:pt x="2184083" y="2734188"/>
                      <a:pt x="2085891" y="2701461"/>
                      <a:pt x="2002576" y="2638982"/>
                    </a:cubicBezTo>
                    <a:cubicBezTo>
                      <a:pt x="1748169" y="2892244"/>
                      <a:pt x="1589164" y="3050533"/>
                      <a:pt x="1489786" y="3149463"/>
                    </a:cubicBezTo>
                    <a:lnTo>
                      <a:pt x="1459090" y="3180022"/>
                    </a:lnTo>
                    <a:lnTo>
                      <a:pt x="1470636" y="3192791"/>
                    </a:lnTo>
                    <a:cubicBezTo>
                      <a:pt x="1736869" y="3518976"/>
                      <a:pt x="1717852" y="3998580"/>
                      <a:pt x="1413586" y="4302847"/>
                    </a:cubicBezTo>
                    <a:cubicBezTo>
                      <a:pt x="1092012" y="4627398"/>
                      <a:pt x="567965" y="4627398"/>
                      <a:pt x="243414" y="4302847"/>
                    </a:cubicBezTo>
                    <a:cubicBezTo>
                      <a:pt x="-81138" y="3978295"/>
                      <a:pt x="-81138" y="3454249"/>
                      <a:pt x="243414" y="3129697"/>
                    </a:cubicBezTo>
                    <a:cubicBezTo>
                      <a:pt x="405690" y="2968910"/>
                      <a:pt x="617839" y="2888517"/>
                      <a:pt x="829616" y="2888517"/>
                    </a:cubicBezTo>
                    <a:cubicBezTo>
                      <a:pt x="1014922" y="2888517"/>
                      <a:pt x="1199942" y="2950068"/>
                      <a:pt x="1351016" y="3073171"/>
                    </a:cubicBezTo>
                    <a:lnTo>
                      <a:pt x="1372957" y="3092992"/>
                    </a:lnTo>
                    <a:lnTo>
                      <a:pt x="1474566" y="2991395"/>
                    </a:lnTo>
                    <a:cubicBezTo>
                      <a:pt x="1954968" y="2511050"/>
                      <a:pt x="1954968" y="2511050"/>
                      <a:pt x="1954968" y="2511050"/>
                    </a:cubicBezTo>
                    <a:cubicBezTo>
                      <a:pt x="1968358" y="2497661"/>
                      <a:pt x="1984723" y="2490967"/>
                      <a:pt x="2000716" y="2490967"/>
                    </a:cubicBezTo>
                    <a:close/>
                    <a:moveTo>
                      <a:pt x="2285824" y="2085810"/>
                    </a:moveTo>
                    <a:cubicBezTo>
                      <a:pt x="2389281" y="2085810"/>
                      <a:pt x="2473149" y="2167191"/>
                      <a:pt x="2473149" y="2267579"/>
                    </a:cubicBezTo>
                    <a:cubicBezTo>
                      <a:pt x="2473149" y="2367967"/>
                      <a:pt x="2389281" y="2449348"/>
                      <a:pt x="2285824" y="2449348"/>
                    </a:cubicBezTo>
                    <a:cubicBezTo>
                      <a:pt x="2182367" y="2449348"/>
                      <a:pt x="2098499" y="2367967"/>
                      <a:pt x="2098499" y="2267579"/>
                    </a:cubicBezTo>
                    <a:cubicBezTo>
                      <a:pt x="2098499" y="2167191"/>
                      <a:pt x="2182367" y="2085810"/>
                      <a:pt x="2285824" y="2085810"/>
                    </a:cubicBezTo>
                    <a:close/>
                    <a:moveTo>
                      <a:pt x="3271463" y="853910"/>
                    </a:moveTo>
                    <a:cubicBezTo>
                      <a:pt x="3256580" y="853910"/>
                      <a:pt x="3244674" y="868769"/>
                      <a:pt x="3244674" y="883628"/>
                    </a:cubicBezTo>
                    <a:cubicBezTo>
                      <a:pt x="3244674" y="883628"/>
                      <a:pt x="3244674" y="883628"/>
                      <a:pt x="3244674" y="1201611"/>
                    </a:cubicBezTo>
                    <a:cubicBezTo>
                      <a:pt x="3244674" y="1213498"/>
                      <a:pt x="3256580" y="1225385"/>
                      <a:pt x="3271463" y="1225385"/>
                    </a:cubicBezTo>
                    <a:cubicBezTo>
                      <a:pt x="3271463" y="1225385"/>
                      <a:pt x="3271463" y="1225385"/>
                      <a:pt x="3408385" y="1225385"/>
                    </a:cubicBezTo>
                    <a:cubicBezTo>
                      <a:pt x="3420291" y="1225385"/>
                      <a:pt x="3435174" y="1213498"/>
                      <a:pt x="3435174" y="1201611"/>
                    </a:cubicBezTo>
                    <a:cubicBezTo>
                      <a:pt x="3435174" y="1201611"/>
                      <a:pt x="3435174" y="1201611"/>
                      <a:pt x="3435174" y="883628"/>
                    </a:cubicBezTo>
                    <a:cubicBezTo>
                      <a:pt x="3435174" y="868769"/>
                      <a:pt x="3420291" y="853910"/>
                      <a:pt x="3408385" y="853910"/>
                    </a:cubicBezTo>
                    <a:cubicBezTo>
                      <a:pt x="3408385" y="853910"/>
                      <a:pt x="3408385" y="853910"/>
                      <a:pt x="3271463" y="853910"/>
                    </a:cubicBezTo>
                    <a:close/>
                    <a:moveTo>
                      <a:pt x="3503238" y="707860"/>
                    </a:moveTo>
                    <a:cubicBezTo>
                      <a:pt x="3488355" y="707860"/>
                      <a:pt x="3476449" y="719757"/>
                      <a:pt x="3476449" y="734629"/>
                    </a:cubicBezTo>
                    <a:cubicBezTo>
                      <a:pt x="3476449" y="734629"/>
                      <a:pt x="3476449" y="734629"/>
                      <a:pt x="3476449" y="1201591"/>
                    </a:cubicBezTo>
                    <a:cubicBezTo>
                      <a:pt x="3476449" y="1213488"/>
                      <a:pt x="3488355" y="1225385"/>
                      <a:pt x="3503238" y="1225385"/>
                    </a:cubicBezTo>
                    <a:cubicBezTo>
                      <a:pt x="3503238" y="1225385"/>
                      <a:pt x="3503238" y="1225385"/>
                      <a:pt x="3643137" y="1225385"/>
                    </a:cubicBezTo>
                    <a:cubicBezTo>
                      <a:pt x="3658020" y="1225385"/>
                      <a:pt x="3666949" y="1213488"/>
                      <a:pt x="3666949" y="1201591"/>
                    </a:cubicBezTo>
                    <a:cubicBezTo>
                      <a:pt x="3666949" y="1201591"/>
                      <a:pt x="3666949" y="1201591"/>
                      <a:pt x="3666949" y="734629"/>
                    </a:cubicBezTo>
                    <a:cubicBezTo>
                      <a:pt x="3666949" y="719757"/>
                      <a:pt x="3658020" y="707860"/>
                      <a:pt x="3643137" y="707860"/>
                    </a:cubicBezTo>
                    <a:cubicBezTo>
                      <a:pt x="3643137" y="707860"/>
                      <a:pt x="3643137" y="707860"/>
                      <a:pt x="3503238" y="707860"/>
                    </a:cubicBezTo>
                    <a:close/>
                    <a:moveTo>
                      <a:pt x="3735212" y="545935"/>
                    </a:moveTo>
                    <a:cubicBezTo>
                      <a:pt x="3720329" y="545935"/>
                      <a:pt x="3711399" y="557855"/>
                      <a:pt x="3711399" y="572755"/>
                    </a:cubicBezTo>
                    <a:cubicBezTo>
                      <a:pt x="3711399" y="572755"/>
                      <a:pt x="3711399" y="572755"/>
                      <a:pt x="3711399" y="1201545"/>
                    </a:cubicBezTo>
                    <a:cubicBezTo>
                      <a:pt x="3711399" y="1213465"/>
                      <a:pt x="3720329" y="1225385"/>
                      <a:pt x="3735212" y="1225385"/>
                    </a:cubicBezTo>
                    <a:cubicBezTo>
                      <a:pt x="3735212" y="1225385"/>
                      <a:pt x="3735212" y="1225385"/>
                      <a:pt x="3875110" y="1225385"/>
                    </a:cubicBezTo>
                    <a:cubicBezTo>
                      <a:pt x="3889993" y="1225385"/>
                      <a:pt x="3901899" y="1213465"/>
                      <a:pt x="3901899" y="1201545"/>
                    </a:cubicBezTo>
                    <a:cubicBezTo>
                      <a:pt x="3901899" y="1201545"/>
                      <a:pt x="3901899" y="1201545"/>
                      <a:pt x="3901899" y="572755"/>
                    </a:cubicBezTo>
                    <a:cubicBezTo>
                      <a:pt x="3901899" y="557855"/>
                      <a:pt x="3889993" y="545935"/>
                      <a:pt x="3875110" y="545935"/>
                    </a:cubicBezTo>
                    <a:cubicBezTo>
                      <a:pt x="3875110" y="545935"/>
                      <a:pt x="3875110" y="545935"/>
                      <a:pt x="3735212" y="545935"/>
                    </a:cubicBezTo>
                    <a:close/>
                    <a:moveTo>
                      <a:pt x="3970162" y="334798"/>
                    </a:moveTo>
                    <a:cubicBezTo>
                      <a:pt x="3958255" y="334798"/>
                      <a:pt x="3946349" y="346712"/>
                      <a:pt x="3946349" y="364584"/>
                    </a:cubicBezTo>
                    <a:cubicBezTo>
                      <a:pt x="3946349" y="364584"/>
                      <a:pt x="3946349" y="364584"/>
                      <a:pt x="3946349" y="1201558"/>
                    </a:cubicBezTo>
                    <a:cubicBezTo>
                      <a:pt x="3946349" y="1213472"/>
                      <a:pt x="3958255" y="1225386"/>
                      <a:pt x="3970162" y="1225386"/>
                    </a:cubicBezTo>
                    <a:cubicBezTo>
                      <a:pt x="3970162" y="1225386"/>
                      <a:pt x="3970162" y="1225386"/>
                      <a:pt x="4107084" y="1225386"/>
                    </a:cubicBezTo>
                    <a:cubicBezTo>
                      <a:pt x="4121966" y="1225386"/>
                      <a:pt x="4136849" y="1213472"/>
                      <a:pt x="4136849" y="1201558"/>
                    </a:cubicBezTo>
                    <a:cubicBezTo>
                      <a:pt x="4136849" y="1201558"/>
                      <a:pt x="4136849" y="1201558"/>
                      <a:pt x="4136849" y="364584"/>
                    </a:cubicBezTo>
                    <a:cubicBezTo>
                      <a:pt x="4136849" y="346712"/>
                      <a:pt x="4121966" y="334798"/>
                      <a:pt x="4107084" y="334798"/>
                    </a:cubicBezTo>
                    <a:cubicBezTo>
                      <a:pt x="4107084" y="334798"/>
                      <a:pt x="4107084" y="334798"/>
                      <a:pt x="3970162" y="334798"/>
                    </a:cubicBezTo>
                    <a:close/>
                    <a:moveTo>
                      <a:pt x="3723359" y="0"/>
                    </a:moveTo>
                    <a:cubicBezTo>
                      <a:pt x="3935334" y="0"/>
                      <a:pt x="4147310" y="81126"/>
                      <a:pt x="4309452" y="243379"/>
                    </a:cubicBezTo>
                    <a:cubicBezTo>
                      <a:pt x="4633737" y="564908"/>
                      <a:pt x="4633737" y="1088881"/>
                      <a:pt x="4309452" y="1410410"/>
                    </a:cubicBezTo>
                    <a:cubicBezTo>
                      <a:pt x="4003018" y="1720030"/>
                      <a:pt x="3512127" y="1731939"/>
                      <a:pt x="3184867" y="1455067"/>
                    </a:cubicBezTo>
                    <a:cubicBezTo>
                      <a:pt x="3184867" y="1455067"/>
                      <a:pt x="3184867" y="1455067"/>
                      <a:pt x="2613649" y="2023696"/>
                    </a:cubicBezTo>
                    <a:cubicBezTo>
                      <a:pt x="2601749" y="2038582"/>
                      <a:pt x="2586874" y="2044536"/>
                      <a:pt x="2569023" y="2044536"/>
                    </a:cubicBezTo>
                    <a:cubicBezTo>
                      <a:pt x="2554148" y="2044536"/>
                      <a:pt x="2536297" y="2038582"/>
                      <a:pt x="2527372" y="2023696"/>
                    </a:cubicBezTo>
                    <a:cubicBezTo>
                      <a:pt x="2461920" y="1958200"/>
                      <a:pt x="2375642" y="1925451"/>
                      <a:pt x="2286389" y="1925451"/>
                    </a:cubicBezTo>
                    <a:cubicBezTo>
                      <a:pt x="2247713" y="1925451"/>
                      <a:pt x="2223912" y="1898657"/>
                      <a:pt x="2223912" y="1862932"/>
                    </a:cubicBezTo>
                    <a:cubicBezTo>
                      <a:pt x="2223912" y="1830184"/>
                      <a:pt x="2247713" y="1803390"/>
                      <a:pt x="2286389" y="1803390"/>
                    </a:cubicBezTo>
                    <a:cubicBezTo>
                      <a:pt x="2387542" y="1803390"/>
                      <a:pt x="2488695" y="1836138"/>
                      <a:pt x="2566048" y="1898657"/>
                    </a:cubicBezTo>
                    <a:cubicBezTo>
                      <a:pt x="2566048" y="1898657"/>
                      <a:pt x="2566048" y="1898657"/>
                      <a:pt x="3098589" y="1368730"/>
                    </a:cubicBezTo>
                    <a:cubicBezTo>
                      <a:pt x="2815956" y="1044224"/>
                      <a:pt x="2830831" y="552999"/>
                      <a:pt x="3137266" y="243379"/>
                    </a:cubicBezTo>
                    <a:cubicBezTo>
                      <a:pt x="3299408" y="81126"/>
                      <a:pt x="3511384" y="0"/>
                      <a:pt x="3723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1" name="Freeform 40">
                <a:extLst>
                  <a:ext uri="{FF2B5EF4-FFF2-40B4-BE49-F238E27FC236}">
                    <a16:creationId xmlns:a16="http://schemas.microsoft.com/office/drawing/2014/main" id="{A00737FA-ACA2-C9D0-43CF-E572706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4990846"/>
                <a:ext cx="4565299" cy="4565299"/>
              </a:xfrm>
              <a:custGeom>
                <a:avLst/>
                <a:gdLst>
                  <a:gd name="connsiteX0" fmla="*/ 3737879 w 4565299"/>
                  <a:gd name="connsiteY0" fmla="*/ 3535892 h 4565299"/>
                  <a:gd name="connsiteX1" fmla="*/ 3914340 w 4565299"/>
                  <a:gd name="connsiteY1" fmla="*/ 3658161 h 4565299"/>
                  <a:gd name="connsiteX2" fmla="*/ 3815980 w 4565299"/>
                  <a:gd name="connsiteY2" fmla="*/ 3916332 h 4565299"/>
                  <a:gd name="connsiteX3" fmla="*/ 3562628 w 4565299"/>
                  <a:gd name="connsiteY3" fmla="*/ 3815438 h 4565299"/>
                  <a:gd name="connsiteX4" fmla="*/ 3663969 w 4565299"/>
                  <a:gd name="connsiteY4" fmla="*/ 3551332 h 4565299"/>
                  <a:gd name="connsiteX5" fmla="*/ 3737879 w 4565299"/>
                  <a:gd name="connsiteY5" fmla="*/ 3535892 h 4565299"/>
                  <a:gd name="connsiteX6" fmla="*/ 3592406 w 4565299"/>
                  <a:gd name="connsiteY6" fmla="*/ 3279599 h 4565299"/>
                  <a:gd name="connsiteX7" fmla="*/ 3497137 w 4565299"/>
                  <a:gd name="connsiteY7" fmla="*/ 3321289 h 4565299"/>
                  <a:gd name="connsiteX8" fmla="*/ 3416753 w 4565299"/>
                  <a:gd name="connsiteY8" fmla="*/ 3383824 h 4565299"/>
                  <a:gd name="connsiteX9" fmla="*/ 3425684 w 4565299"/>
                  <a:gd name="connsiteY9" fmla="*/ 3464227 h 4565299"/>
                  <a:gd name="connsiteX10" fmla="*/ 3345300 w 4565299"/>
                  <a:gd name="connsiteY10" fmla="*/ 3598230 h 4565299"/>
                  <a:gd name="connsiteX11" fmla="*/ 3273848 w 4565299"/>
                  <a:gd name="connsiteY11" fmla="*/ 3628009 h 4565299"/>
                  <a:gd name="connsiteX12" fmla="*/ 3273848 w 4565299"/>
                  <a:gd name="connsiteY12" fmla="*/ 3833481 h 4565299"/>
                  <a:gd name="connsiteX13" fmla="*/ 3342323 w 4565299"/>
                  <a:gd name="connsiteY13" fmla="*/ 3869215 h 4565299"/>
                  <a:gd name="connsiteX14" fmla="*/ 3381027 w 4565299"/>
                  <a:gd name="connsiteY14" fmla="*/ 3943662 h 4565299"/>
                  <a:gd name="connsiteX15" fmla="*/ 3425684 w 4565299"/>
                  <a:gd name="connsiteY15" fmla="*/ 4012153 h 4565299"/>
                  <a:gd name="connsiteX16" fmla="*/ 3416753 w 4565299"/>
                  <a:gd name="connsiteY16" fmla="*/ 4089577 h 4565299"/>
                  <a:gd name="connsiteX17" fmla="*/ 3589429 w 4565299"/>
                  <a:gd name="connsiteY17" fmla="*/ 4190824 h 4565299"/>
                  <a:gd name="connsiteX18" fmla="*/ 3651950 w 4565299"/>
                  <a:gd name="connsiteY18" fmla="*/ 4143178 h 4565299"/>
                  <a:gd name="connsiteX19" fmla="*/ 3821649 w 4565299"/>
                  <a:gd name="connsiteY19" fmla="*/ 4146156 h 4565299"/>
                  <a:gd name="connsiteX20" fmla="*/ 3887147 w 4565299"/>
                  <a:gd name="connsiteY20" fmla="*/ 4190824 h 4565299"/>
                  <a:gd name="connsiteX21" fmla="*/ 3976463 w 4565299"/>
                  <a:gd name="connsiteY21" fmla="*/ 4152112 h 4565299"/>
                  <a:gd name="connsiteX22" fmla="*/ 4053869 w 4565299"/>
                  <a:gd name="connsiteY22" fmla="*/ 4092555 h 4565299"/>
                  <a:gd name="connsiteX23" fmla="*/ 4044938 w 4565299"/>
                  <a:gd name="connsiteY23" fmla="*/ 4015131 h 4565299"/>
                  <a:gd name="connsiteX24" fmla="*/ 4131276 w 4565299"/>
                  <a:gd name="connsiteY24" fmla="*/ 3863260 h 4565299"/>
                  <a:gd name="connsiteX25" fmla="*/ 4199751 w 4565299"/>
                  <a:gd name="connsiteY25" fmla="*/ 3830503 h 4565299"/>
                  <a:gd name="connsiteX26" fmla="*/ 4196774 w 4565299"/>
                  <a:gd name="connsiteY26" fmla="*/ 3630987 h 4565299"/>
                  <a:gd name="connsiteX27" fmla="*/ 4128299 w 4565299"/>
                  <a:gd name="connsiteY27" fmla="*/ 3598230 h 4565299"/>
                  <a:gd name="connsiteX28" fmla="*/ 4092573 w 4565299"/>
                  <a:gd name="connsiteY28" fmla="*/ 3526762 h 4565299"/>
                  <a:gd name="connsiteX29" fmla="*/ 4041961 w 4565299"/>
                  <a:gd name="connsiteY29" fmla="*/ 3455293 h 4565299"/>
                  <a:gd name="connsiteX30" fmla="*/ 4047915 w 4565299"/>
                  <a:gd name="connsiteY30" fmla="*/ 3377869 h 4565299"/>
                  <a:gd name="connsiteX31" fmla="*/ 3875239 w 4565299"/>
                  <a:gd name="connsiteY31" fmla="*/ 3279599 h 4565299"/>
                  <a:gd name="connsiteX32" fmla="*/ 3809741 w 4565299"/>
                  <a:gd name="connsiteY32" fmla="*/ 3327245 h 4565299"/>
                  <a:gd name="connsiteX33" fmla="*/ 3654927 w 4565299"/>
                  <a:gd name="connsiteY33" fmla="*/ 3327245 h 4565299"/>
                  <a:gd name="connsiteX34" fmla="*/ 3592406 w 4565299"/>
                  <a:gd name="connsiteY34" fmla="*/ 3279599 h 4565299"/>
                  <a:gd name="connsiteX35" fmla="*/ 2693900 w 4565299"/>
                  <a:gd name="connsiteY35" fmla="*/ 2223912 h 4565299"/>
                  <a:gd name="connsiteX36" fmla="*/ 2756436 w 4565299"/>
                  <a:gd name="connsiteY36" fmla="*/ 2286354 h 4565299"/>
                  <a:gd name="connsiteX37" fmla="*/ 2655187 w 4565299"/>
                  <a:gd name="connsiteY37" fmla="*/ 2565855 h 4565299"/>
                  <a:gd name="connsiteX38" fmla="*/ 3172893 w 4565299"/>
                  <a:gd name="connsiteY38" fmla="*/ 3076033 h 4565299"/>
                  <a:gd name="connsiteX39" fmla="*/ 3201254 w 4565299"/>
                  <a:gd name="connsiteY39" fmla="*/ 3103981 h 4565299"/>
                  <a:gd name="connsiteX40" fmla="*/ 3214284 w 4565299"/>
                  <a:gd name="connsiteY40" fmla="*/ 3092210 h 4565299"/>
                  <a:gd name="connsiteX41" fmla="*/ 3735683 w 4565299"/>
                  <a:gd name="connsiteY41" fmla="*/ 2907556 h 4565299"/>
                  <a:gd name="connsiteX42" fmla="*/ 4321886 w 4565299"/>
                  <a:gd name="connsiteY42" fmla="*/ 3148736 h 4565299"/>
                  <a:gd name="connsiteX43" fmla="*/ 4321886 w 4565299"/>
                  <a:gd name="connsiteY43" fmla="*/ 4321886 h 4565299"/>
                  <a:gd name="connsiteX44" fmla="*/ 3151714 w 4565299"/>
                  <a:gd name="connsiteY44" fmla="*/ 4321886 h 4565299"/>
                  <a:gd name="connsiteX45" fmla="*/ 3094664 w 4565299"/>
                  <a:gd name="connsiteY45" fmla="*/ 3211830 h 4565299"/>
                  <a:gd name="connsiteX46" fmla="*/ 3114853 w 4565299"/>
                  <a:gd name="connsiteY46" fmla="*/ 3189503 h 4565299"/>
                  <a:gd name="connsiteX47" fmla="*/ 3014894 w 4565299"/>
                  <a:gd name="connsiteY47" fmla="*/ 3090517 h 4565299"/>
                  <a:gd name="connsiteX48" fmla="*/ 2530114 w 4565299"/>
                  <a:gd name="connsiteY48" fmla="*/ 2610456 h 4565299"/>
                  <a:gd name="connsiteX49" fmla="*/ 2530114 w 4565299"/>
                  <a:gd name="connsiteY49" fmla="*/ 2524227 h 4565299"/>
                  <a:gd name="connsiteX50" fmla="*/ 2631363 w 4565299"/>
                  <a:gd name="connsiteY50" fmla="*/ 2286354 h 4565299"/>
                  <a:gd name="connsiteX51" fmla="*/ 2693900 w 4565299"/>
                  <a:gd name="connsiteY51" fmla="*/ 2223912 h 4565299"/>
                  <a:gd name="connsiteX52" fmla="*/ 553903 w 4565299"/>
                  <a:gd name="connsiteY52" fmla="*/ 374474 h 4565299"/>
                  <a:gd name="connsiteX53" fmla="*/ 524131 w 4565299"/>
                  <a:gd name="connsiteY53" fmla="*/ 389357 h 4565299"/>
                  <a:gd name="connsiteX54" fmla="*/ 390157 w 4565299"/>
                  <a:gd name="connsiteY54" fmla="*/ 517349 h 4565299"/>
                  <a:gd name="connsiteX55" fmla="*/ 375271 w 4565299"/>
                  <a:gd name="connsiteY55" fmla="*/ 544138 h 4565299"/>
                  <a:gd name="connsiteX56" fmla="*/ 366339 w 4565299"/>
                  <a:gd name="connsiteY56" fmla="*/ 570927 h 4565299"/>
                  <a:gd name="connsiteX57" fmla="*/ 366339 w 4565299"/>
                  <a:gd name="connsiteY57" fmla="*/ 591763 h 4565299"/>
                  <a:gd name="connsiteX58" fmla="*/ 369317 w 4565299"/>
                  <a:gd name="connsiteY58" fmla="*/ 639388 h 4565299"/>
                  <a:gd name="connsiteX59" fmla="*/ 387180 w 4565299"/>
                  <a:gd name="connsiteY59" fmla="*/ 710826 h 4565299"/>
                  <a:gd name="connsiteX60" fmla="*/ 428861 w 4565299"/>
                  <a:gd name="connsiteY60" fmla="*/ 806076 h 4565299"/>
                  <a:gd name="connsiteX61" fmla="*/ 503291 w 4565299"/>
                  <a:gd name="connsiteY61" fmla="*/ 922162 h 4565299"/>
                  <a:gd name="connsiteX62" fmla="*/ 616424 w 4565299"/>
                  <a:gd name="connsiteY62" fmla="*/ 1053131 h 4565299"/>
                  <a:gd name="connsiteX63" fmla="*/ 780170 w 4565299"/>
                  <a:gd name="connsiteY63" fmla="*/ 1190053 h 4565299"/>
                  <a:gd name="connsiteX64" fmla="*/ 917121 w 4565299"/>
                  <a:gd name="connsiteY64" fmla="*/ 1267443 h 4565299"/>
                  <a:gd name="connsiteX65" fmla="*/ 1018346 w 4565299"/>
                  <a:gd name="connsiteY65" fmla="*/ 1297209 h 4565299"/>
                  <a:gd name="connsiteX66" fmla="*/ 1080867 w 4565299"/>
                  <a:gd name="connsiteY66" fmla="*/ 1303162 h 4565299"/>
                  <a:gd name="connsiteX67" fmla="*/ 1092776 w 4565299"/>
                  <a:gd name="connsiteY67" fmla="*/ 1303162 h 4565299"/>
                  <a:gd name="connsiteX68" fmla="*/ 1098730 w 4565299"/>
                  <a:gd name="connsiteY68" fmla="*/ 1303162 h 4565299"/>
                  <a:gd name="connsiteX69" fmla="*/ 1125525 w 4565299"/>
                  <a:gd name="connsiteY69" fmla="*/ 1294232 h 4565299"/>
                  <a:gd name="connsiteX70" fmla="*/ 1149343 w 4565299"/>
                  <a:gd name="connsiteY70" fmla="*/ 1279350 h 4565299"/>
                  <a:gd name="connsiteX71" fmla="*/ 1280339 w 4565299"/>
                  <a:gd name="connsiteY71" fmla="*/ 1145404 h 4565299"/>
                  <a:gd name="connsiteX72" fmla="*/ 1292248 w 4565299"/>
                  <a:gd name="connsiteY72" fmla="*/ 1106709 h 4565299"/>
                  <a:gd name="connsiteX73" fmla="*/ 1271408 w 4565299"/>
                  <a:gd name="connsiteY73" fmla="*/ 1076943 h 4565299"/>
                  <a:gd name="connsiteX74" fmla="*/ 1080867 w 4565299"/>
                  <a:gd name="connsiteY74" fmla="*/ 963834 h 4565299"/>
                  <a:gd name="connsiteX75" fmla="*/ 1077890 w 4565299"/>
                  <a:gd name="connsiteY75" fmla="*/ 963834 h 4565299"/>
                  <a:gd name="connsiteX76" fmla="*/ 1054072 w 4565299"/>
                  <a:gd name="connsiteY76" fmla="*/ 957881 h 4565299"/>
                  <a:gd name="connsiteX77" fmla="*/ 1009414 w 4565299"/>
                  <a:gd name="connsiteY77" fmla="*/ 972764 h 4565299"/>
                  <a:gd name="connsiteX78" fmla="*/ 955825 w 4565299"/>
                  <a:gd name="connsiteY78" fmla="*/ 1032295 h 4565299"/>
                  <a:gd name="connsiteX79" fmla="*/ 949870 w 4565299"/>
                  <a:gd name="connsiteY79" fmla="*/ 1035271 h 4565299"/>
                  <a:gd name="connsiteX80" fmla="*/ 943916 w 4565299"/>
                  <a:gd name="connsiteY80" fmla="*/ 1035271 h 4565299"/>
                  <a:gd name="connsiteX81" fmla="*/ 929030 w 4565299"/>
                  <a:gd name="connsiteY81" fmla="*/ 1035271 h 4565299"/>
                  <a:gd name="connsiteX82" fmla="*/ 896281 w 4565299"/>
                  <a:gd name="connsiteY82" fmla="*/ 1017412 h 4565299"/>
                  <a:gd name="connsiteX83" fmla="*/ 836737 w 4565299"/>
                  <a:gd name="connsiteY83" fmla="*/ 981693 h 4565299"/>
                  <a:gd name="connsiteX84" fmla="*/ 759330 w 4565299"/>
                  <a:gd name="connsiteY84" fmla="*/ 910256 h 4565299"/>
                  <a:gd name="connsiteX85" fmla="*/ 687877 w 4565299"/>
                  <a:gd name="connsiteY85" fmla="*/ 832865 h 4565299"/>
                  <a:gd name="connsiteX86" fmla="*/ 652150 w 4565299"/>
                  <a:gd name="connsiteY86" fmla="*/ 776310 h 4565299"/>
                  <a:gd name="connsiteX87" fmla="*/ 634287 w 4565299"/>
                  <a:gd name="connsiteY87" fmla="*/ 728685 h 4565299"/>
                  <a:gd name="connsiteX88" fmla="*/ 634287 w 4565299"/>
                  <a:gd name="connsiteY88" fmla="*/ 719756 h 4565299"/>
                  <a:gd name="connsiteX89" fmla="*/ 637264 w 4565299"/>
                  <a:gd name="connsiteY89" fmla="*/ 713802 h 4565299"/>
                  <a:gd name="connsiteX90" fmla="*/ 687877 w 4565299"/>
                  <a:gd name="connsiteY90" fmla="*/ 666177 h 4565299"/>
                  <a:gd name="connsiteX91" fmla="*/ 705740 w 4565299"/>
                  <a:gd name="connsiteY91" fmla="*/ 633435 h 4565299"/>
                  <a:gd name="connsiteX92" fmla="*/ 699786 w 4565299"/>
                  <a:gd name="connsiteY92" fmla="*/ 597716 h 4565299"/>
                  <a:gd name="connsiteX93" fmla="*/ 592606 w 4565299"/>
                  <a:gd name="connsiteY93" fmla="*/ 398287 h 4565299"/>
                  <a:gd name="connsiteX94" fmla="*/ 574743 w 4565299"/>
                  <a:gd name="connsiteY94" fmla="*/ 380427 h 4565299"/>
                  <a:gd name="connsiteX95" fmla="*/ 553903 w 4565299"/>
                  <a:gd name="connsiteY95" fmla="*/ 374474 h 4565299"/>
                  <a:gd name="connsiteX96" fmla="*/ 829616 w 4565299"/>
                  <a:gd name="connsiteY96" fmla="*/ 0 h 4565299"/>
                  <a:gd name="connsiteX97" fmla="*/ 1413586 w 4565299"/>
                  <a:gd name="connsiteY97" fmla="*/ 243414 h 4565299"/>
                  <a:gd name="connsiteX98" fmla="*/ 1470636 w 4565299"/>
                  <a:gd name="connsiteY98" fmla="*/ 1352946 h 4565299"/>
                  <a:gd name="connsiteX99" fmla="*/ 1457160 w 4565299"/>
                  <a:gd name="connsiteY99" fmla="*/ 1367973 h 4565299"/>
                  <a:gd name="connsiteX100" fmla="*/ 1560979 w 4565299"/>
                  <a:gd name="connsiteY100" fmla="*/ 1471865 h 4565299"/>
                  <a:gd name="connsiteX101" fmla="*/ 2041548 w 4565299"/>
                  <a:gd name="connsiteY101" fmla="*/ 1952772 h 4565299"/>
                  <a:gd name="connsiteX102" fmla="*/ 2041548 w 4565299"/>
                  <a:gd name="connsiteY102" fmla="*/ 2039153 h 4565299"/>
                  <a:gd name="connsiteX103" fmla="*/ 1943322 w 4565299"/>
                  <a:gd name="connsiteY103" fmla="*/ 2280423 h 4565299"/>
                  <a:gd name="connsiteX104" fmla="*/ 1883790 w 4565299"/>
                  <a:gd name="connsiteY104" fmla="*/ 2342975 h 4565299"/>
                  <a:gd name="connsiteX105" fmla="*/ 1821283 w 4565299"/>
                  <a:gd name="connsiteY105" fmla="*/ 2280423 h 4565299"/>
                  <a:gd name="connsiteX106" fmla="*/ 1916533 w 4565299"/>
                  <a:gd name="connsiteY106" fmla="*/ 2000430 h 4565299"/>
                  <a:gd name="connsiteX107" fmla="*/ 1403564 w 4565299"/>
                  <a:gd name="connsiteY107" fmla="*/ 1487101 h 4565299"/>
                  <a:gd name="connsiteX108" fmla="*/ 1369240 w 4565299"/>
                  <a:gd name="connsiteY108" fmla="*/ 1452753 h 4565299"/>
                  <a:gd name="connsiteX109" fmla="*/ 1284290 w 4565299"/>
                  <a:gd name="connsiteY109" fmla="*/ 1522080 h 4565299"/>
                  <a:gd name="connsiteX110" fmla="*/ 243414 w 4565299"/>
                  <a:gd name="connsiteY110" fmla="*/ 1416563 h 4565299"/>
                  <a:gd name="connsiteX111" fmla="*/ 243414 w 4565299"/>
                  <a:gd name="connsiteY111" fmla="*/ 243414 h 4565299"/>
                  <a:gd name="connsiteX112" fmla="*/ 829616 w 4565299"/>
                  <a:gd name="connsiteY112" fmla="*/ 0 h 4565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65299" h="4565299">
                    <a:moveTo>
                      <a:pt x="3737879" y="3535892"/>
                    </a:moveTo>
                    <a:cubicBezTo>
                      <a:pt x="3812627" y="3535753"/>
                      <a:pt x="3885279" y="3580265"/>
                      <a:pt x="3914340" y="3658161"/>
                    </a:cubicBezTo>
                    <a:cubicBezTo>
                      <a:pt x="3959049" y="3759056"/>
                      <a:pt x="3914340" y="3874788"/>
                      <a:pt x="3815980" y="3916332"/>
                    </a:cubicBezTo>
                    <a:cubicBezTo>
                      <a:pt x="3717620" y="3963812"/>
                      <a:pt x="3604356" y="3913365"/>
                      <a:pt x="3562628" y="3815438"/>
                    </a:cubicBezTo>
                    <a:cubicBezTo>
                      <a:pt x="3520899" y="3711576"/>
                      <a:pt x="3565608" y="3595844"/>
                      <a:pt x="3663969" y="3551332"/>
                    </a:cubicBezTo>
                    <a:cubicBezTo>
                      <a:pt x="3687814" y="3540946"/>
                      <a:pt x="3712963" y="3535938"/>
                      <a:pt x="3737879" y="3535892"/>
                    </a:cubicBezTo>
                    <a:close/>
                    <a:moveTo>
                      <a:pt x="3592406" y="3279599"/>
                    </a:moveTo>
                    <a:cubicBezTo>
                      <a:pt x="3559657" y="3288533"/>
                      <a:pt x="3526908" y="3303422"/>
                      <a:pt x="3497137" y="3321289"/>
                    </a:cubicBezTo>
                    <a:cubicBezTo>
                      <a:pt x="3467365" y="3339156"/>
                      <a:pt x="3440570" y="3360001"/>
                      <a:pt x="3416753" y="3383824"/>
                    </a:cubicBezTo>
                    <a:cubicBezTo>
                      <a:pt x="3425684" y="3464227"/>
                      <a:pt x="3425684" y="3464227"/>
                      <a:pt x="3425684" y="3464227"/>
                    </a:cubicBezTo>
                    <a:cubicBezTo>
                      <a:pt x="3389958" y="3502939"/>
                      <a:pt x="3363164" y="3547607"/>
                      <a:pt x="3345300" y="3598230"/>
                    </a:cubicBezTo>
                    <a:cubicBezTo>
                      <a:pt x="3273848" y="3628009"/>
                      <a:pt x="3273848" y="3628009"/>
                      <a:pt x="3273848" y="3628009"/>
                    </a:cubicBezTo>
                    <a:cubicBezTo>
                      <a:pt x="3258962" y="3696500"/>
                      <a:pt x="3258962" y="3767968"/>
                      <a:pt x="3273848" y="3833481"/>
                    </a:cubicBezTo>
                    <a:cubicBezTo>
                      <a:pt x="3342323" y="3869215"/>
                      <a:pt x="3342323" y="3869215"/>
                      <a:pt x="3342323" y="3869215"/>
                    </a:cubicBezTo>
                    <a:cubicBezTo>
                      <a:pt x="3354232" y="3893038"/>
                      <a:pt x="3366141" y="3922817"/>
                      <a:pt x="3381027" y="3943662"/>
                    </a:cubicBezTo>
                    <a:cubicBezTo>
                      <a:pt x="3392935" y="3970463"/>
                      <a:pt x="3410798" y="3991308"/>
                      <a:pt x="3425684" y="4012153"/>
                    </a:cubicBezTo>
                    <a:cubicBezTo>
                      <a:pt x="3416753" y="4089577"/>
                      <a:pt x="3416753" y="4089577"/>
                      <a:pt x="3416753" y="4089577"/>
                    </a:cubicBezTo>
                    <a:cubicBezTo>
                      <a:pt x="3467365" y="4137223"/>
                      <a:pt x="3523931" y="4169979"/>
                      <a:pt x="3589429" y="4190824"/>
                    </a:cubicBezTo>
                    <a:cubicBezTo>
                      <a:pt x="3651950" y="4143178"/>
                      <a:pt x="3651950" y="4143178"/>
                      <a:pt x="3651950" y="4143178"/>
                    </a:cubicBezTo>
                    <a:cubicBezTo>
                      <a:pt x="3705539" y="4158068"/>
                      <a:pt x="3762106" y="4158068"/>
                      <a:pt x="3821649" y="4146156"/>
                    </a:cubicBezTo>
                    <a:cubicBezTo>
                      <a:pt x="3887147" y="4190824"/>
                      <a:pt x="3887147" y="4190824"/>
                      <a:pt x="3887147" y="4190824"/>
                    </a:cubicBezTo>
                    <a:cubicBezTo>
                      <a:pt x="3913942" y="4181891"/>
                      <a:pt x="3943714" y="4169979"/>
                      <a:pt x="3976463" y="4152112"/>
                    </a:cubicBezTo>
                    <a:cubicBezTo>
                      <a:pt x="4003257" y="4134245"/>
                      <a:pt x="4030052" y="4116378"/>
                      <a:pt x="4053869" y="4092555"/>
                    </a:cubicBezTo>
                    <a:cubicBezTo>
                      <a:pt x="4044938" y="4015131"/>
                      <a:pt x="4044938" y="4015131"/>
                      <a:pt x="4044938" y="4015131"/>
                    </a:cubicBezTo>
                    <a:cubicBezTo>
                      <a:pt x="4083641" y="3970463"/>
                      <a:pt x="4113413" y="3919839"/>
                      <a:pt x="4131276" y="3863260"/>
                    </a:cubicBezTo>
                    <a:cubicBezTo>
                      <a:pt x="4199751" y="3830503"/>
                      <a:pt x="4199751" y="3830503"/>
                      <a:pt x="4199751" y="3830503"/>
                    </a:cubicBezTo>
                    <a:cubicBezTo>
                      <a:pt x="4214637" y="3767968"/>
                      <a:pt x="4214637" y="3696500"/>
                      <a:pt x="4196774" y="3630987"/>
                    </a:cubicBezTo>
                    <a:cubicBezTo>
                      <a:pt x="4128299" y="3598230"/>
                      <a:pt x="4128299" y="3598230"/>
                      <a:pt x="4128299" y="3598230"/>
                    </a:cubicBezTo>
                    <a:cubicBezTo>
                      <a:pt x="4116390" y="3574407"/>
                      <a:pt x="4104482" y="3550584"/>
                      <a:pt x="4092573" y="3526762"/>
                    </a:cubicBezTo>
                    <a:cubicBezTo>
                      <a:pt x="4080664" y="3499961"/>
                      <a:pt x="4059824" y="3479116"/>
                      <a:pt x="4041961" y="3455293"/>
                    </a:cubicBezTo>
                    <a:cubicBezTo>
                      <a:pt x="4047915" y="3377869"/>
                      <a:pt x="4047915" y="3377869"/>
                      <a:pt x="4047915" y="3377869"/>
                    </a:cubicBezTo>
                    <a:cubicBezTo>
                      <a:pt x="3997303" y="3333201"/>
                      <a:pt x="3937759" y="3297466"/>
                      <a:pt x="3875239" y="3279599"/>
                    </a:cubicBezTo>
                    <a:cubicBezTo>
                      <a:pt x="3809741" y="3327245"/>
                      <a:pt x="3809741" y="3327245"/>
                      <a:pt x="3809741" y="3327245"/>
                    </a:cubicBezTo>
                    <a:cubicBezTo>
                      <a:pt x="3756151" y="3315334"/>
                      <a:pt x="3705539" y="3318311"/>
                      <a:pt x="3654927" y="3327245"/>
                    </a:cubicBezTo>
                    <a:cubicBezTo>
                      <a:pt x="3592406" y="3279599"/>
                      <a:pt x="3592406" y="3279599"/>
                      <a:pt x="3592406" y="3279599"/>
                    </a:cubicBezTo>
                    <a:close/>
                    <a:moveTo>
                      <a:pt x="2693900" y="2223912"/>
                    </a:moveTo>
                    <a:cubicBezTo>
                      <a:pt x="2726657" y="2223912"/>
                      <a:pt x="2756436" y="2250673"/>
                      <a:pt x="2756436" y="2286354"/>
                    </a:cubicBezTo>
                    <a:cubicBezTo>
                      <a:pt x="2756436" y="2387450"/>
                      <a:pt x="2720701" y="2485572"/>
                      <a:pt x="2655187" y="2565855"/>
                    </a:cubicBezTo>
                    <a:cubicBezTo>
                      <a:pt x="2912033" y="2818966"/>
                      <a:pt x="3072562" y="2977161"/>
                      <a:pt x="3172893" y="3076033"/>
                    </a:cubicBezTo>
                    <a:lnTo>
                      <a:pt x="3201254" y="3103981"/>
                    </a:lnTo>
                    <a:lnTo>
                      <a:pt x="3214284" y="3092210"/>
                    </a:lnTo>
                    <a:cubicBezTo>
                      <a:pt x="3365358" y="2969107"/>
                      <a:pt x="3550378" y="2907556"/>
                      <a:pt x="3735683" y="2907556"/>
                    </a:cubicBezTo>
                    <a:cubicBezTo>
                      <a:pt x="3947461" y="2907556"/>
                      <a:pt x="4159610" y="2987949"/>
                      <a:pt x="4321886" y="3148736"/>
                    </a:cubicBezTo>
                    <a:cubicBezTo>
                      <a:pt x="4646437" y="3473288"/>
                      <a:pt x="4646437" y="3997334"/>
                      <a:pt x="4321886" y="4321886"/>
                    </a:cubicBezTo>
                    <a:cubicBezTo>
                      <a:pt x="3997334" y="4646437"/>
                      <a:pt x="3473288" y="4646437"/>
                      <a:pt x="3151714" y="4321886"/>
                    </a:cubicBezTo>
                    <a:cubicBezTo>
                      <a:pt x="2847447" y="4017619"/>
                      <a:pt x="2828430" y="3538015"/>
                      <a:pt x="3094664" y="3211830"/>
                    </a:cubicBezTo>
                    <a:lnTo>
                      <a:pt x="3114853" y="3189503"/>
                    </a:lnTo>
                    <a:lnTo>
                      <a:pt x="3014894" y="3090517"/>
                    </a:lnTo>
                    <a:cubicBezTo>
                      <a:pt x="2530114" y="2610456"/>
                      <a:pt x="2530114" y="2610456"/>
                      <a:pt x="2530114" y="2610456"/>
                    </a:cubicBezTo>
                    <a:cubicBezTo>
                      <a:pt x="2503312" y="2589642"/>
                      <a:pt x="2503312" y="2550988"/>
                      <a:pt x="2530114" y="2524227"/>
                    </a:cubicBezTo>
                    <a:cubicBezTo>
                      <a:pt x="2595628" y="2461785"/>
                      <a:pt x="2631363" y="2375556"/>
                      <a:pt x="2631363" y="2286354"/>
                    </a:cubicBezTo>
                    <a:cubicBezTo>
                      <a:pt x="2631363" y="2250673"/>
                      <a:pt x="2655187" y="2223912"/>
                      <a:pt x="2693900" y="2223912"/>
                    </a:cubicBezTo>
                    <a:close/>
                    <a:moveTo>
                      <a:pt x="553903" y="374474"/>
                    </a:moveTo>
                    <a:cubicBezTo>
                      <a:pt x="541994" y="374474"/>
                      <a:pt x="530085" y="377451"/>
                      <a:pt x="524131" y="389357"/>
                    </a:cubicBezTo>
                    <a:cubicBezTo>
                      <a:pt x="524131" y="389357"/>
                      <a:pt x="524131" y="389357"/>
                      <a:pt x="390157" y="517349"/>
                    </a:cubicBezTo>
                    <a:cubicBezTo>
                      <a:pt x="384203" y="523302"/>
                      <a:pt x="381225" y="532232"/>
                      <a:pt x="375271" y="544138"/>
                    </a:cubicBezTo>
                    <a:cubicBezTo>
                      <a:pt x="372294" y="550091"/>
                      <a:pt x="366339" y="559021"/>
                      <a:pt x="366339" y="570927"/>
                    </a:cubicBezTo>
                    <a:cubicBezTo>
                      <a:pt x="366339" y="570927"/>
                      <a:pt x="366339" y="576880"/>
                      <a:pt x="366339" y="591763"/>
                    </a:cubicBezTo>
                    <a:cubicBezTo>
                      <a:pt x="363362" y="600693"/>
                      <a:pt x="366339" y="618552"/>
                      <a:pt x="369317" y="639388"/>
                    </a:cubicBezTo>
                    <a:cubicBezTo>
                      <a:pt x="372294" y="657248"/>
                      <a:pt x="378248" y="684037"/>
                      <a:pt x="387180" y="710826"/>
                    </a:cubicBezTo>
                    <a:cubicBezTo>
                      <a:pt x="396111" y="740591"/>
                      <a:pt x="410997" y="773334"/>
                      <a:pt x="428861" y="806076"/>
                    </a:cubicBezTo>
                    <a:cubicBezTo>
                      <a:pt x="446724" y="841795"/>
                      <a:pt x="473519" y="883467"/>
                      <a:pt x="503291" y="922162"/>
                    </a:cubicBezTo>
                    <a:cubicBezTo>
                      <a:pt x="530085" y="963834"/>
                      <a:pt x="571766" y="1008482"/>
                      <a:pt x="616424" y="1053131"/>
                    </a:cubicBezTo>
                    <a:cubicBezTo>
                      <a:pt x="672991" y="1112662"/>
                      <a:pt x="726580" y="1157311"/>
                      <a:pt x="780170" y="1190053"/>
                    </a:cubicBezTo>
                    <a:cubicBezTo>
                      <a:pt x="830782" y="1225771"/>
                      <a:pt x="875440" y="1249584"/>
                      <a:pt x="917121" y="1267443"/>
                    </a:cubicBezTo>
                    <a:cubicBezTo>
                      <a:pt x="958802" y="1282326"/>
                      <a:pt x="991551" y="1294232"/>
                      <a:pt x="1018346" y="1297209"/>
                    </a:cubicBezTo>
                    <a:cubicBezTo>
                      <a:pt x="1048118" y="1303162"/>
                      <a:pt x="1065981" y="1303162"/>
                      <a:pt x="1080867" y="1303162"/>
                    </a:cubicBezTo>
                    <a:cubicBezTo>
                      <a:pt x="1086821" y="1303162"/>
                      <a:pt x="1089799" y="1303162"/>
                      <a:pt x="1092776" y="1303162"/>
                    </a:cubicBezTo>
                    <a:cubicBezTo>
                      <a:pt x="1098730" y="1303162"/>
                      <a:pt x="1098730" y="1303162"/>
                      <a:pt x="1098730" y="1303162"/>
                    </a:cubicBezTo>
                    <a:cubicBezTo>
                      <a:pt x="1107662" y="1303162"/>
                      <a:pt x="1116593" y="1297209"/>
                      <a:pt x="1125525" y="1294232"/>
                    </a:cubicBezTo>
                    <a:cubicBezTo>
                      <a:pt x="1137434" y="1288279"/>
                      <a:pt x="1146365" y="1282326"/>
                      <a:pt x="1149343" y="1279350"/>
                    </a:cubicBezTo>
                    <a:cubicBezTo>
                      <a:pt x="1149343" y="1279350"/>
                      <a:pt x="1149343" y="1279350"/>
                      <a:pt x="1280339" y="1145404"/>
                    </a:cubicBezTo>
                    <a:cubicBezTo>
                      <a:pt x="1292248" y="1133498"/>
                      <a:pt x="1295225" y="1124568"/>
                      <a:pt x="1292248" y="1106709"/>
                    </a:cubicBezTo>
                    <a:cubicBezTo>
                      <a:pt x="1292248" y="1094803"/>
                      <a:pt x="1286294" y="1082896"/>
                      <a:pt x="1271408" y="1076943"/>
                    </a:cubicBezTo>
                    <a:cubicBezTo>
                      <a:pt x="1271408" y="1076943"/>
                      <a:pt x="1271408" y="1076943"/>
                      <a:pt x="1080867" y="963834"/>
                    </a:cubicBezTo>
                    <a:cubicBezTo>
                      <a:pt x="1080867" y="963834"/>
                      <a:pt x="1080867" y="963834"/>
                      <a:pt x="1077890" y="963834"/>
                    </a:cubicBezTo>
                    <a:cubicBezTo>
                      <a:pt x="1071935" y="957881"/>
                      <a:pt x="1063004" y="957881"/>
                      <a:pt x="1054072" y="957881"/>
                    </a:cubicBezTo>
                    <a:cubicBezTo>
                      <a:pt x="1036209" y="957881"/>
                      <a:pt x="1021323" y="963834"/>
                      <a:pt x="1009414" y="972764"/>
                    </a:cubicBezTo>
                    <a:cubicBezTo>
                      <a:pt x="1009414" y="972764"/>
                      <a:pt x="1009414" y="972764"/>
                      <a:pt x="955825" y="1032295"/>
                    </a:cubicBezTo>
                    <a:cubicBezTo>
                      <a:pt x="955825" y="1032295"/>
                      <a:pt x="952847" y="1035271"/>
                      <a:pt x="949870" y="1035271"/>
                    </a:cubicBezTo>
                    <a:cubicBezTo>
                      <a:pt x="946893" y="1035271"/>
                      <a:pt x="943916" y="1035271"/>
                      <a:pt x="943916" y="1035271"/>
                    </a:cubicBezTo>
                    <a:cubicBezTo>
                      <a:pt x="943916" y="1035271"/>
                      <a:pt x="943916" y="1035271"/>
                      <a:pt x="929030" y="1035271"/>
                    </a:cubicBezTo>
                    <a:cubicBezTo>
                      <a:pt x="920098" y="1032295"/>
                      <a:pt x="911167" y="1026342"/>
                      <a:pt x="896281" y="1017412"/>
                    </a:cubicBezTo>
                    <a:cubicBezTo>
                      <a:pt x="878418" y="1011459"/>
                      <a:pt x="860554" y="996576"/>
                      <a:pt x="836737" y="981693"/>
                    </a:cubicBezTo>
                    <a:cubicBezTo>
                      <a:pt x="815896" y="963834"/>
                      <a:pt x="786124" y="940021"/>
                      <a:pt x="759330" y="910256"/>
                    </a:cubicBezTo>
                    <a:cubicBezTo>
                      <a:pt x="726580" y="883467"/>
                      <a:pt x="705740" y="853701"/>
                      <a:pt x="687877" y="832865"/>
                    </a:cubicBezTo>
                    <a:cubicBezTo>
                      <a:pt x="670014" y="809052"/>
                      <a:pt x="661082" y="788216"/>
                      <a:pt x="652150" y="776310"/>
                    </a:cubicBezTo>
                    <a:cubicBezTo>
                      <a:pt x="643219" y="755474"/>
                      <a:pt x="637264" y="740591"/>
                      <a:pt x="634287" y="728685"/>
                    </a:cubicBezTo>
                    <a:cubicBezTo>
                      <a:pt x="634287" y="725709"/>
                      <a:pt x="634287" y="722732"/>
                      <a:pt x="634287" y="719756"/>
                    </a:cubicBezTo>
                    <a:cubicBezTo>
                      <a:pt x="634287" y="716779"/>
                      <a:pt x="637264" y="713802"/>
                      <a:pt x="637264" y="713802"/>
                    </a:cubicBezTo>
                    <a:cubicBezTo>
                      <a:pt x="637264" y="713802"/>
                      <a:pt x="637264" y="713802"/>
                      <a:pt x="687877" y="666177"/>
                    </a:cubicBezTo>
                    <a:cubicBezTo>
                      <a:pt x="696808" y="657248"/>
                      <a:pt x="702763" y="645341"/>
                      <a:pt x="705740" y="633435"/>
                    </a:cubicBezTo>
                    <a:cubicBezTo>
                      <a:pt x="705740" y="621529"/>
                      <a:pt x="705740" y="609623"/>
                      <a:pt x="699786" y="597716"/>
                    </a:cubicBezTo>
                    <a:cubicBezTo>
                      <a:pt x="699786" y="597716"/>
                      <a:pt x="699786" y="597716"/>
                      <a:pt x="592606" y="398287"/>
                    </a:cubicBezTo>
                    <a:cubicBezTo>
                      <a:pt x="589629" y="392333"/>
                      <a:pt x="583675" y="386380"/>
                      <a:pt x="574743" y="380427"/>
                    </a:cubicBezTo>
                    <a:cubicBezTo>
                      <a:pt x="571766" y="374474"/>
                      <a:pt x="562835" y="374474"/>
                      <a:pt x="553903" y="374474"/>
                    </a:cubicBezTo>
                    <a:close/>
                    <a:moveTo>
                      <a:pt x="829616" y="0"/>
                    </a:moveTo>
                    <a:cubicBezTo>
                      <a:pt x="1041394" y="0"/>
                      <a:pt x="1252799" y="81138"/>
                      <a:pt x="1413586" y="243414"/>
                    </a:cubicBezTo>
                    <a:cubicBezTo>
                      <a:pt x="1717853" y="544890"/>
                      <a:pt x="1736869" y="1024319"/>
                      <a:pt x="1470636" y="1352946"/>
                    </a:cubicBezTo>
                    <a:lnTo>
                      <a:pt x="1457160" y="1367973"/>
                    </a:lnTo>
                    <a:lnTo>
                      <a:pt x="1560979" y="1471865"/>
                    </a:lnTo>
                    <a:cubicBezTo>
                      <a:pt x="2041548" y="1952772"/>
                      <a:pt x="2041548" y="1952772"/>
                      <a:pt x="2041548" y="1952772"/>
                    </a:cubicBezTo>
                    <a:cubicBezTo>
                      <a:pt x="2068337" y="1976601"/>
                      <a:pt x="2068337" y="2015323"/>
                      <a:pt x="2041548" y="2039153"/>
                    </a:cubicBezTo>
                    <a:cubicBezTo>
                      <a:pt x="1979040" y="2104683"/>
                      <a:pt x="1943322" y="2191064"/>
                      <a:pt x="1943322" y="2280423"/>
                    </a:cubicBezTo>
                    <a:cubicBezTo>
                      <a:pt x="1943322" y="2316167"/>
                      <a:pt x="1916533" y="2342975"/>
                      <a:pt x="1883790" y="2342975"/>
                    </a:cubicBezTo>
                    <a:cubicBezTo>
                      <a:pt x="1845095" y="2342975"/>
                      <a:pt x="1821283" y="2316167"/>
                      <a:pt x="1821283" y="2280423"/>
                    </a:cubicBezTo>
                    <a:cubicBezTo>
                      <a:pt x="1821283" y="2179149"/>
                      <a:pt x="1854025" y="2080854"/>
                      <a:pt x="1916533" y="2000430"/>
                    </a:cubicBezTo>
                    <a:cubicBezTo>
                      <a:pt x="1662037" y="1745755"/>
                      <a:pt x="1502976" y="1586584"/>
                      <a:pt x="1403564" y="1487101"/>
                    </a:cubicBezTo>
                    <a:lnTo>
                      <a:pt x="1369240" y="1452753"/>
                    </a:lnTo>
                    <a:lnTo>
                      <a:pt x="1284290" y="1522080"/>
                    </a:lnTo>
                    <a:cubicBezTo>
                      <a:pt x="964118" y="1733113"/>
                      <a:pt x="527396" y="1697940"/>
                      <a:pt x="243414" y="1416563"/>
                    </a:cubicBezTo>
                    <a:cubicBezTo>
                      <a:pt x="-81138" y="1089034"/>
                      <a:pt x="-81138" y="564988"/>
                      <a:pt x="243414" y="243414"/>
                    </a:cubicBezTo>
                    <a:cubicBezTo>
                      <a:pt x="405690" y="81138"/>
                      <a:pt x="617839" y="0"/>
                      <a:pt x="8296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29" name="Elipse 94">
              <a:extLst>
                <a:ext uri="{FF2B5EF4-FFF2-40B4-BE49-F238E27FC236}">
                  <a16:creationId xmlns:a16="http://schemas.microsoft.com/office/drawing/2014/main" id="{C6773386-3C78-A3A4-2508-AA1AA90D3273}"/>
                </a:ext>
              </a:extLst>
            </p:cNvPr>
            <p:cNvSpPr/>
            <p:nvPr/>
          </p:nvSpPr>
          <p:spPr>
            <a:xfrm>
              <a:off x="704516" y="4776483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6" name="CuadroTexto 100">
            <a:extLst>
              <a:ext uri="{FF2B5EF4-FFF2-40B4-BE49-F238E27FC236}">
                <a16:creationId xmlns:a16="http://schemas.microsoft.com/office/drawing/2014/main" id="{B199AD88-FFBE-BB6C-3AB6-EDDF464E4785}"/>
              </a:ext>
            </a:extLst>
          </p:cNvPr>
          <p:cNvSpPr txBox="1"/>
          <p:nvPr/>
        </p:nvSpPr>
        <p:spPr>
          <a:xfrm>
            <a:off x="580175" y="1035932"/>
            <a:ext cx="11188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matriz RASCI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es un pilar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sistema de gestión organizacional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que asegura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claridad de roles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gobernanza efectiva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y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colaboración transversal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Permite traducir la estrategia en ejecución coordinada, fortaleciendo la alineación, la agilidad y la rendición de cuentas en toda la organización.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DB105-95C1-8FC2-D27C-D8175F8C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356" y="2345993"/>
            <a:ext cx="43926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Establece una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base sólida de gobernanza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 rendición de cuentas, asegurando claridad de funciones y evitando duplicidades o vacíos de responsabilidad.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Promueve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colaboración transversal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al definir con precisión quién lidera, quién apoya y quién debe ser consultado en cada proceso.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Alinea a toda la organización con los objetivos estratégicos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garantizando que cada área comprenda su contribución al logro de resultados.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Fortalece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disciplina operativa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estandarizando la forma de trabajo y mejorando la agilidad en la toma de decisiones.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317875" algn="l"/>
              </a:tabLst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Optimiza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comunicación entre equipos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reduciendo retrabajos y retrasos innecesarios en la ejecución de proyectos y procesos clave.</a:t>
            </a:r>
            <a:endParaRPr kumimoji="0" lang="es-MX" altLang="es-MX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5F0C8A48-7F1A-369F-CFB5-DDCBB9E4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Metodología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493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Gestionar presupuesto anual y escenarios de desempeño</a:t>
            </a:r>
          </a:p>
          <a:p>
            <a:r>
              <a:rPr sz="1000" b="0">
                <a:solidFill>
                  <a:srgbClr val="404040"/>
                </a:solidFill>
              </a:rPr>
              <a:t>Gestiona el presupuesto anual, planeación financiera y elaboración de escenarios para mejorar el desempeño.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Gestionar presupuesto anual y escenarios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Ejecuta y lidera esta responsabilidad, tomando las decisiones necesarias para garantizar su cumplimiento y calidad de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Garantizar confiabilidad de info. para accionistas</a:t>
            </a:r>
          </a:p>
          <a:p>
            <a:r>
              <a:rPr sz="1000" b="0">
                <a:solidFill>
                  <a:srgbClr val="404040"/>
                </a:solidFill>
              </a:rPr>
              <a:t>Garantiza confiabilidad de información para reportes ejecutivos y conecta estrategias con valor para accionistas.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Garantizar confiabilidad de info. para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Ejecuta y lidera esta responsabilidad, tomando las decisiones necesarias para garantizar su cumplimiento y calidad de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Aporta perspectiva experta como área consultada, contribuyendo con información y criterio antes de las decisiones clave.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Aporta perspectiva experta como área consultada, contribuyendo con información y criterio antes de las decisiones clave.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Soporte financiero a iniciativas comerciales y Capex</a:t>
            </a:r>
          </a:p>
          <a:p>
            <a:r>
              <a:rPr sz="1000" b="0">
                <a:solidFill>
                  <a:srgbClr val="404040"/>
                </a:solidFill>
              </a:rPr>
              <a:t>Brinda soporte financiero a iniciativas comerciales, capex y proyectos estratégicos junto a VMO.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Soporte financiero a iniciativas comerci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Implementar controles internos y políticas contables</a:t>
            </a:r>
          </a:p>
          <a:p>
            <a:r>
              <a:rPr sz="1000" b="0">
                <a:solidFill>
                  <a:srgbClr val="404040"/>
                </a:solidFill>
              </a:rPr>
              <a:t>Implementa controles internos, políticas contables y asegura el cumplimiento fiscal y regulatorio.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Implementar controles internos y polític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Ejecución eficiente de ciclos P2P / O2C / R2R</a:t>
            </a:r>
          </a:p>
          <a:p>
            <a:r>
              <a:rPr sz="1000" b="0">
                <a:solidFill>
                  <a:srgbClr val="404040"/>
                </a:solidFill>
              </a:rPr>
              <a:t>Asegura la ejecución eficiente de los ciclos de pago a proveedores, cobranza y cierres contables.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Ejecución eficiente de ciclos P2P / O2C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Aporta perspectiva experta como área consultada, contribuyendo con información y criterio antes de las decisiones clave.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Integridad de datos financieros y gobernanza ERP</a:t>
            </a:r>
          </a:p>
          <a:p>
            <a:r>
              <a:rPr sz="1000" b="0">
                <a:solidFill>
                  <a:srgbClr val="404040"/>
                </a:solidFill>
              </a:rPr>
              <a:t>Asegura la integridad de datos financieros y gobernanza del ERP para la automatización de procesos.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Integridad de datos financieros y gobern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Planificación financiera integral y forecasting</a:t>
            </a:r>
          </a:p>
          <a:p>
            <a:r>
              <a:rPr sz="1000" b="0">
                <a:solidFill>
                  <a:srgbClr val="404040"/>
                </a:solidFill>
              </a:rPr>
              <a:t>Gestiona el proceso integral de planificación financiera y previsiones continuas (forecasting).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Planificación financiera integral y 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Aporta perspectiva experta como área consultada, contribuyendo con información y criterio antes de las decisiones clave.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Supervisar rendimiento real vs. planificado (variaciones)</a:t>
            </a:r>
          </a:p>
          <a:p>
            <a:r>
              <a:rPr sz="1000" b="0">
                <a:solidFill>
                  <a:srgbClr val="404040"/>
                </a:solidFill>
              </a:rPr>
              <a:t>Supervisa el rendimiento real vs. planificado y lidera conversaciones sobre variaciones financieras.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Supervisar rendimiento real vs. planific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Modelos de escenarios y análisis de inversiones</a:t>
            </a:r>
          </a:p>
          <a:p>
            <a:r>
              <a:rPr sz="1000" b="0">
                <a:solidFill>
                  <a:srgbClr val="404040"/>
                </a:solidFill>
              </a:rPr>
              <a:t>Actúa como asesor financiero proporcionando modelos de escenarios y análisis de inversiones.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Modelos de escenarios y análisis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Aporta perspectiva experta como área consultada, contribuyendo con información y criterio antes de las decisiones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Maximizar rentabilidad de categorías (Comm. Finance)</a:t>
            </a:r>
          </a:p>
          <a:p>
            <a:r>
              <a:rPr sz="1000" b="0">
                <a:solidFill>
                  <a:srgbClr val="404040"/>
                </a:solidFill>
              </a:rPr>
              <a:t>Facilita decisiones comerciales basadas en datos para maximizar la rentabilidad de categorías.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Maximizar rentabilidad de categorías (Co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Asegurar comprensión del impacto financiero en líderes</a:t>
            </a:r>
          </a:p>
          <a:p>
            <a:r>
              <a:rPr sz="1000" b="0">
                <a:solidFill>
                  <a:srgbClr val="404040"/>
                </a:solidFill>
              </a:rPr>
              <a:t>Asegura que líderes no financieros comprendan el impacto financiero de sus decisiones.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Asegurar comprensión del impacto financi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Optimizar carga tributaria y cumplimiento federal/local</a:t>
            </a:r>
          </a:p>
          <a:p>
            <a:r>
              <a:rPr sz="1000" b="0">
                <a:solidFill>
                  <a:srgbClr val="404040"/>
                </a:solidFill>
              </a:rPr>
              <a:t>Planea y dirige estrategias para optimizar la carga tributaria y asegura cumplimiento de leyes federales/locales.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Optimizar carga tributaria y cumplimient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Brinda apoyo activo en esta responsabilidad, aportando su expertise especializado cuando se requiere.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Gestión de requerimientos de autoridades y auditorías</a:t>
            </a:r>
          </a:p>
          <a:p>
            <a:r>
              <a:rPr sz="1000" b="0">
                <a:solidFill>
                  <a:srgbClr val="404040"/>
                </a:solidFill>
              </a:rPr>
              <a:t>Gestiona requerimientos de información de autoridades fiscales y auditorías externas/internas.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Gestión de requerimientos de autoridades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Brinda apoyo activo en esta responsabilidad, aportando su expertise especializado cuando se requiere.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de sistemas de verificación de control interno</a:t>
            </a:r>
          </a:p>
          <a:p>
            <a:r>
              <a:rPr sz="1000" b="0">
                <a:solidFill>
                  <a:srgbClr val="404040"/>
                </a:solidFill>
              </a:rPr>
              <a:t>Salvaguarda la cultura de control interno diseñando sistemas de verificación y evaluación.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de sistemas de verificación de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Aporta perspectiva experta como área consultada, contribuyendo con información y criterio antes de las decisiones clave.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Alineación de políticas a IFRS y corporativas</a:t>
            </a:r>
          </a:p>
          <a:p>
            <a:r>
              <a:rPr sz="1000" b="0">
                <a:solidFill>
                  <a:srgbClr val="404040"/>
                </a:solidFill>
              </a:rPr>
              <a:t>Garantiza que las políticas contables estén alineadas a IFRS y normas corporativas.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Alineación de políticas a IFRS y corpora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Control de PLD y modelos de datos contra fraude</a:t>
            </a:r>
          </a:p>
          <a:p>
            <a:r>
              <a:rPr sz="1000" b="0">
                <a:solidFill>
                  <a:srgbClr val="404040"/>
                </a:solidFill>
              </a:rPr>
              <a:t>Controla el sistema de prevención de lavado de dinero y modelos de ciencia de datos contra fraude.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Control de PLD y modelos de datos contra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Ejecuta y lidera esta responsabilidad, tomando las decisiones necesarias para garantizar su cumplimiento y calidad de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Mapeo de procesos para estandarización</a:t>
            </a:r>
          </a:p>
          <a:p>
            <a:r>
              <a:rPr sz="1000" b="0">
                <a:solidFill>
                  <a:srgbClr val="404040"/>
                </a:solidFill>
              </a:rPr>
              <a:t>Asegura el mapeo de procesos financieros para establecer bases de estandarización y automatización.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Mapeo de procesos para estandarización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Aporta perspectiva experta como área consultada, contribuyendo con información y criterio antes de las decisiones clave.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Infraestructura de datos para transformación digital</a:t>
            </a:r>
          </a:p>
          <a:p>
            <a:r>
              <a:rPr sz="1000" b="0">
                <a:solidFill>
                  <a:srgbClr val="404040"/>
                </a:solidFill>
              </a:rPr>
              <a:t>Asegura que Finanzas cuente con tecnología e infraestructura de datos para la transformación digital.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Infraestructura de datos para transforma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e implementación de centralización de procesos</a:t>
            </a:r>
          </a:p>
          <a:p>
            <a:r>
              <a:rPr sz="1000" b="0">
                <a:solidFill>
                  <a:srgbClr val="404040"/>
                </a:solidFill>
              </a:rPr>
              <a:t>Diseña e implementa la centralización de procesos para mejorar eficiencia y reducir costos.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e implementación de centralizació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de soluciones de automatización (sin manuales)</a:t>
            </a:r>
          </a:p>
          <a:p>
            <a:r>
              <a:rPr sz="1000" b="0">
                <a:solidFill>
                  <a:srgbClr val="404040"/>
                </a:solidFill>
              </a:rPr>
              <a:t>Lidera el diseño de soluciones de automatización para eliminar el trabajo manual.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de soluciones de automatización (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Ejecución de proyectos de transformación y sistemas</a:t>
            </a:r>
          </a:p>
          <a:p>
            <a:r>
              <a:rPr sz="1000" b="0">
                <a:solidFill>
                  <a:srgbClr val="404040"/>
                </a:solidFill>
              </a:rPr>
              <a:t>Planifica y coordina la ejecución de proyectos de transformación financiera y sistemas.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Ejecución de proyectos de transformación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Aporta perspectiva experta como área consultada, contribuyendo con información y criterio antes de las decisiones clave.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Definir modelos de servicios centrales y gestión</a:t>
            </a:r>
          </a:p>
          <a:p>
            <a:r>
              <a:rPr sz="1000" b="0">
                <a:solidFill>
                  <a:srgbClr val="404040"/>
                </a:solidFill>
              </a:rPr>
              <a:t>Define modelos de servicios centrales y esquemas de gestión hacia stakeholders y clientes internos.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Definir modelos de servicios centrales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Liderar operación de contabilidad, tesorería y pagos</a:t>
            </a:r>
          </a:p>
          <a:p>
            <a:r>
              <a:rPr sz="1000" b="0">
                <a:solidFill>
                  <a:srgbClr val="404040"/>
                </a:solidFill>
              </a:rPr>
              <a:t>Lidera la operación de servicios centrales (contabilidad, tesorería, cuentas por pagar/cobrar).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Liderar operación de contabilidad, tesor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Ejecución de facturación, cobranza y flujo de efectivo</a:t>
            </a:r>
          </a:p>
          <a:p>
            <a:r>
              <a:rPr sz="1000" b="0">
                <a:solidFill>
                  <a:srgbClr val="404040"/>
                </a:solidFill>
              </a:rPr>
              <a:t>Asegura la correcta ejecución de pagos, facturación, cobranza y gestión de flujo de efectivo.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Ejecución de facturación, cobranza y flu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Garantizar cierres contables precisos (R2R)</a:t>
            </a:r>
          </a:p>
          <a:p>
            <a:r>
              <a:rPr sz="1000" b="0">
                <a:solidFill>
                  <a:srgbClr val="404040"/>
                </a:solidFill>
              </a:rPr>
              <a:t>Garantiza cierres contables precisos y oportunos conforme a normas.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Garantizar cierres contables precisos (R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Aporta perspectiva experta como área consultada, contribuyendo con información y criterio antes de las decisiones clave.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Adopción de mejores prácticas en servicios centralizados</a:t>
            </a:r>
          </a:p>
          <a:p>
            <a:r>
              <a:rPr sz="1000" b="0">
                <a:solidFill>
                  <a:srgbClr val="404040"/>
                </a:solidFill>
              </a:rPr>
              <a:t>Investiga y adopta mejores prácticas de la industria de servicios centralizados para generar valor.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Adopción de mejores prácticas en servici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Cumplimiento, litigios y gobernanza contractual</a:t>
            </a:r>
          </a:p>
          <a:p>
            <a:r>
              <a:rPr sz="1000" b="0">
                <a:solidFill>
                  <a:srgbClr val="404040"/>
                </a:solidFill>
              </a:rPr>
              <a:t>Gestiona el cumplimiento, litigios y gobernanza contractual para salvaguardar la operación.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Cumplimiento, litigios y gobernanza cont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Ejecuta y lidera esta responsabilidad, tomando las decisiones necesarias para garantizar su cumplimiento y calidad de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Brinda apoyo activo en esta responsabilidad, aportando su expertise especializado cuando se requiere.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de formatos de contratos y opiniones legales</a:t>
            </a:r>
          </a:p>
          <a:p>
            <a:r>
              <a:rPr sz="1000" b="0">
                <a:solidFill>
                  <a:srgbClr val="404040"/>
                </a:solidFill>
              </a:rPr>
              <a:t>Diseña y desarrolla formatos de contratos y opiniones legales para las unidades de negocio.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de formatos de contratos y opinio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Ejecuta y lidera esta responsabilidad, tomando las decisiones necesarias para garantizar su cumplimiento y calidad de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Revisión de contratos expansión y riesgos inmobiliarios</a:t>
            </a:r>
          </a:p>
          <a:p>
            <a:r>
              <a:rPr sz="1000" b="0">
                <a:solidFill>
                  <a:srgbClr val="404040"/>
                </a:solidFill>
              </a:rPr>
              <a:t>Asegura la revisión de contratos de expansión y capacita al equipo en riesgos legales inmobiliarios.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Revisión de contratos expansión y 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Aporta perspectiva experta como área consultada, contribuyendo con información y criterio antes de las decisiones clave.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Ejecuta y lidera esta responsabilidad, tomando las decisiones necesarias para garantizar su cumplimiento y calidad de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Ejecuta y lidera esta responsabilidad, tomando las decisiones necesarias para garantizar su cumplimiento y calidad de resultados.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Relación con autoridades para viabilizar operaciones</a:t>
            </a:r>
          </a:p>
          <a:p>
            <a:r>
              <a:rPr sz="1000" b="0">
                <a:solidFill>
                  <a:srgbClr val="404040"/>
                </a:solidFill>
              </a:rPr>
              <a:t>Sostiene reuniones con autoridades nacionales para viabilizar operaciones y proyectos.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Relación con autoridades para viabilizar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Ejecuta y lidera esta responsabilidad, tomando las decisiones necesarias para garantizar su cumplimiento y calidad de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Aprueba y supervisa esta responsabilidad, siendo responsable final ante la organización por sus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Factibilidad legal a proyectos y negociaciones</a:t>
            </a:r>
          </a:p>
          <a:p>
            <a:r>
              <a:rPr sz="1000" b="0">
                <a:solidFill>
                  <a:srgbClr val="404040"/>
                </a:solidFill>
              </a:rPr>
              <a:t>Genera opiniones legales para dar factibilidad a proyectos comerciales y negociaciones.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Factibilidad legal a proyectos y negocia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Aporta perspectiva experta como área consultada, contribuyendo con información y criterio antes de las decisiones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Ejecuta y lidera esta responsabilidad, tomando las decisiones necesarias para garantizar su cumplimiento y calidad de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Aporta perspectiva experta como área consultada, contribuyendo con información y criterio antes de las decisiones clave.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Estrategias de comunicación y manejo de crisis</a:t>
            </a:r>
          </a:p>
          <a:p>
            <a:r>
              <a:rPr sz="1000" b="0">
                <a:solidFill>
                  <a:srgbClr val="404040"/>
                </a:solidFill>
              </a:rPr>
              <a:t>Define estrategias de asuntos públicos, comunicación y manejo de crisis.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Estrategias de comunicación y manejo de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Ejecuta y lidera esta responsabilidad, tomando las decisiones necesarias para garantizar su cumplimiento y calidad de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Contacto externo para riesgos regulatorios y políticos</a:t>
            </a:r>
          </a:p>
          <a:p>
            <a:r>
              <a:rPr sz="1000" b="0">
                <a:solidFill>
                  <a:srgbClr val="404040"/>
                </a:solidFill>
              </a:rPr>
              <a:t>Mantiene contacto con actores externos para identificar riesgos regulatorios y políticos.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Contacto externo para riesgos regulatori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Ejecuta y lidera esta responsabilidad, tomando las decisiones necesarias para garantizar su cumplimiento y calidad de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Informes directivos sobre tendencias de inversión</a:t>
            </a:r>
          </a:p>
          <a:p>
            <a:r>
              <a:rPr sz="1000" b="0">
                <a:solidFill>
                  <a:srgbClr val="404040"/>
                </a:solidFill>
              </a:rPr>
              <a:t>Elabora informes para el equipo directivo sobre tendencias que afecten inversiones futuras.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Informes directivos sobre tendencias de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Aporta perspectiva experta como área consultada, contribuyendo con información y criterio antes de las decisiones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Ejecuta y lidera esta responsabilidad, tomando las decisiones necesarias para garantizar su cumplimiento y calidad de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Estrategia de reputación y posicionamiento en medios</a:t>
            </a:r>
          </a:p>
          <a:p>
            <a:r>
              <a:rPr sz="1000" b="0">
                <a:solidFill>
                  <a:srgbClr val="404040"/>
                </a:solidFill>
              </a:rPr>
              <a:t>Define la estrategia de comunicación y posicionamiento ante medios para mejorar la reputación.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Estrategia de reputación y posicionamien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Ejecuta y lidera esta responsabilidad, tomando las decisiones necesarias para garantizar su cumplimiento y calidad de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Gestión de consultores en políticas públicas</a:t>
            </a:r>
          </a:p>
          <a:p>
            <a:r>
              <a:rPr sz="1000" b="0">
                <a:solidFill>
                  <a:srgbClr val="404040"/>
                </a:solidFill>
              </a:rPr>
              <a:t>Gestiona proyectos especializados en políticas públicas o impacto social.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Gestión de consultores en políticas públ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Ejecuta y lidera esta responsabilidad, tomando las decisiones necesarias para garantizar su cumplimiento y calidad de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Aplicación de procesos administrativos en Plazas</a:t>
            </a:r>
          </a:p>
          <a:p>
            <a:r>
              <a:rPr sz="1000" b="0">
                <a:solidFill>
                  <a:srgbClr val="404040"/>
                </a:solidFill>
              </a:rPr>
              <a:t>Asegura la aplicación de procedimientos contables y administrativos en todas las Plazas.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Aplicación de procesos administrativos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Ejecuta y lidera esta responsabilidad, tomando las decisiones necesarias para garantizar su cumplimiento y calidad de resultados.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Control de inventarios en tiendas vía tecnología</a:t>
            </a:r>
          </a:p>
          <a:p>
            <a:r>
              <a:rPr sz="1000" b="0">
                <a:solidFill>
                  <a:srgbClr val="404040"/>
                </a:solidFill>
              </a:rPr>
              <a:t>Garantiza el proceso de inventarios en tiendas mediante estrategias de control y tecnología.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Control de inventarios en tiendas vía 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Aporta perspectiva experta como área consultada, contribuyendo con información y criterio antes de las decisiones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Brinda apoyo activo en esta responsabilidad, aportando su expertise especializado cuando se requiere.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Ejecuta y lidera esta responsabilidad, tomando las decisiones necesarias para garantizar su cumplimiento y calidad de resultados.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Entrega veraz de información financiera de unidades</a:t>
            </a:r>
          </a:p>
          <a:p>
            <a:r>
              <a:rPr sz="1000" b="0">
                <a:solidFill>
                  <a:srgbClr val="404040"/>
                </a:solidFill>
              </a:rPr>
              <a:t>Asegura la entrega veraz de información financiera de las unidades operativas.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Entrega veraz de información financiera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Aprueba y supervisa esta responsabilidad, siendo responsable final ante la organización por sus resultados.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Evaluación y aprobación de inversiones en tiendas</a:t>
            </a:r>
          </a:p>
          <a:p>
            <a:r>
              <a:rPr sz="1000" b="0">
                <a:solidFill>
                  <a:srgbClr val="404040"/>
                </a:solidFill>
              </a:rPr>
              <a:t>Evalúa y aprueba decisiones de inversión en tiendas nuevas y remodeladas.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Evaluación y aprobación de inversiones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Ejecuta y lidera esta responsabilidad, tomando las decisiones necesarias para garantizar su cumplimiento y calidad de resultados.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Plan anual de normatividad basado en riesgos</a:t>
            </a:r>
          </a:p>
          <a:p>
            <a:r>
              <a:rPr sz="1000" b="0">
                <a:solidFill>
                  <a:srgbClr val="404040"/>
                </a:solidFill>
              </a:rPr>
              <a:t>Define el plan anual de normatividad basado en criticidad y riesgos operativos.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Plan anual de normatividad basado en 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Ejecuta y lidera esta responsabilidad, tomando las decisiones necesarias para garantizar su cumplimiento y calidad de resultados.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de estrategia logística para optimizar gasto</a:t>
            </a:r>
          </a:p>
          <a:p>
            <a:r>
              <a:rPr sz="1000" b="0">
                <a:solidFill>
                  <a:srgbClr val="404040"/>
                </a:solidFill>
              </a:rPr>
              <a:t>Colabora en el diseño de la estrategia logística para optimizar el gasto y captar ingresos.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de estrategia logística para opti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Aporta perspectiva experta como área consultada, contribuyendo con información y criterio antes de las decisiones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Brinda apoyo activo en esta responsabilidad, aportando su expertise especializado cuando se requiere.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Brinda apoyo activo en esta responsabilidad, aportando su expertise especializado cuando se requiere.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Decisiones de inversión para "gasto logístico cero"</a:t>
            </a:r>
          </a:p>
          <a:p>
            <a:r>
              <a:rPr sz="1000" b="0">
                <a:solidFill>
                  <a:srgbClr val="404040"/>
                </a:solidFill>
              </a:rPr>
              <a:t>Impulsa decisiones de inversión y productividad para lograr un "gasto logístico cero".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Decisiones de inversión para "gasto logí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Aprueba y supervisa esta responsabilidad, siendo responsable final ante la organización por sus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Ejecuta y lidera esta responsabilidad, tomando las decisiones necesarias para garantizar su cumplimiento y calidad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Gestión de capital de trabajo (Comercial/Abasto)</a:t>
            </a:r>
          </a:p>
          <a:p>
            <a:r>
              <a:rPr sz="1000" b="0">
                <a:solidFill>
                  <a:srgbClr val="404040"/>
                </a:solidFill>
              </a:rPr>
              <a:t>Implementa el sistema de gestión de capital de trabajo junto a Comercial y Abasto.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Gestión de capital de trabajo (Comercial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Ejecuta y lidera esta responsabilidad, tomando las decisiones necesarias para garantizar su cumplimiento y calidad de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Diseño de KPIs y herramientas de gestión en CEDIS</a:t>
            </a:r>
          </a:p>
          <a:p>
            <a:r>
              <a:rPr sz="1000" b="0">
                <a:solidFill>
                  <a:srgbClr val="404040"/>
                </a:solidFill>
              </a:rPr>
              <a:t>Diseña indicadores (KPIs) y herramientas de gestión para la toma de decisiones en CEDIS.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Diseño de KPIs y herramientas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E525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Brinda apoyo activo en esta responsabilidad, aportando su expertise especializado cuando se requiere.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Recibe información del avance y resultados para anticipar impactos en su área y tomar acciones preventivas.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Ejecuta y lidera esta responsabilidad, tomando las decisiones necesarias para garantizar su cumplimiento y calidad de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Recibe información del avance y resultados para anticipar impactos en su área y tomar acciones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Matriz RASCI - Detalle |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964"/>
                </a:solidFill>
              </a:rPr>
              <a:t>Estabilidad normativa y control en Cadena Suministro</a:t>
            </a:r>
          </a:p>
          <a:p>
            <a:r>
              <a:rPr sz="1000" b="0">
                <a:solidFill>
                  <a:srgbClr val="404040"/>
                </a:solidFill>
              </a:rPr>
              <a:t>Asegura la estabilidad normativa y de control interno en toda la red de la Cadena de Suministro.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  <a:gridCol w="1146048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y Finanzas (DAF)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Planeación Fin &amp; CF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Fiscal y Contraloría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Transformación Procesos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Servicios Compartidos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Legal OXXO MX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Asuntos Corporativos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Adm. Nacional OXXO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Nac. Adm. CdS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Estabilidad normativa y control en Caden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Director Adm. y Finanzas (DAF): Recibe información del avance y resultados para anticipar impactos en su área y tomar acciones preventivas.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Planeación Fin &amp; CF: Recibe información del avance y resultados para anticipar impactos en su área y tomar acciones preventivas.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Fiscal y Contraloría: Brinda apoyo activo en esta responsabilidad, aportando su expertise especializado cuando se requiere.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Transformación Procesos: Recibe información del avance y resultados para anticipar impactos en su área y tomar acciones preventivas.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Servicios Compartidos: Recibe información del avance y resultados para anticipar impactos en su área y tomar acciones preventivas.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11250"/>
            <a:ext cx="640080" cy="582250"/>
          </a:xfrm>
          <a:prstGeom prst="rect">
            <a:avLst/>
          </a:prstGeom>
          <a:solidFill>
            <a:srgbClr val="4472C4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11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Sr Legal OXXO MX: Aporta perspectiva experta como área consultada, contribuyendo con información y criterio antes de las decisiones clave.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93500"/>
            <a:ext cx="640080" cy="582250"/>
          </a:xfrm>
          <a:prstGeom prst="rect">
            <a:avLst/>
          </a:prstGeom>
          <a:solidFill>
            <a:srgbClr val="A6A6A6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3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Gte Asuntos Corporativos: Recibe información del avance y resultados para anticipar impactos en su área y tomar acciones preventivas.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75750"/>
            <a:ext cx="640080" cy="582250"/>
          </a:xfrm>
          <a:prstGeom prst="rect">
            <a:avLst/>
          </a:prstGeom>
          <a:solidFill>
            <a:srgbClr val="FF7070"/>
          </a:solidFill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175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</a:rPr>
              <a:t>Dir. Adm. Nacional OXXO: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PF&amp;A y Commercial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PF&amp;A y Commercial Finance:</a:t>
            </a:r>
          </a:p>
          <a:p>
            <a:r>
              <a:rPr sz="1200" b="0">
                <a:solidFill>
                  <a:srgbClr val="262626"/>
                </a:solidFill>
              </a:rPr>
              <a:t>  • Gerente BP Finanzas Plataformas RH, TI</a:t>
            </a:r>
          </a:p>
          <a:p>
            <a:r>
              <a:rPr sz="1200" b="0">
                <a:solidFill>
                  <a:srgbClr val="262626"/>
                </a:solidFill>
              </a:rPr>
              <a:t>  • Gerente Commercial Finance</a:t>
            </a:r>
          </a:p>
          <a:p>
            <a:r>
              <a:rPr sz="1200" b="0">
                <a:solidFill>
                  <a:srgbClr val="262626"/>
                </a:solidFill>
              </a:rPr>
              <a:t>  • Gerente Planeación Financiera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Fiscal y Contraloría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Fiscal y Contraloría: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Auditorías Fiscales</a:t>
            </a:r>
          </a:p>
          <a:p>
            <a:r>
              <a:rPr sz="1200" b="0">
                <a:solidFill>
                  <a:srgbClr val="262626"/>
                </a:solidFill>
              </a:rPr>
              <a:t>  • Gerente Control Fiscal</a:t>
            </a:r>
          </a:p>
          <a:p>
            <a:r>
              <a:rPr sz="1200" b="0">
                <a:solidFill>
                  <a:srgbClr val="262626"/>
                </a:solidFill>
              </a:rPr>
              <a:t>  • Gerente Sr Contraloría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Normatividad y Control</a:t>
            </a:r>
          </a:p>
          <a:p>
            <a:r>
              <a:rPr sz="1200" b="0">
                <a:solidFill>
                  <a:srgbClr val="262626"/>
                </a:solidFill>
              </a:rPr>
              <a:t>  • Gerente Gestión Riesgos SI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Servicios Compartidos Administrativo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Servicios Compartidos Administrativo:</a:t>
            </a:r>
          </a:p>
          <a:p>
            <a:r>
              <a:rPr sz="1200" b="0">
                <a:solidFill>
                  <a:srgbClr val="262626"/>
                </a:solidFill>
              </a:rPr>
              <a:t>  • Gerente Purchase to Pay</a:t>
            </a:r>
          </a:p>
          <a:p>
            <a:r>
              <a:rPr sz="1200" b="0">
                <a:solidFill>
                  <a:srgbClr val="262626"/>
                </a:solidFill>
              </a:rPr>
              <a:t>  • Gerente Record to Report</a:t>
            </a:r>
          </a:p>
          <a:p>
            <a:r>
              <a:rPr sz="1200" b="0">
                <a:solidFill>
                  <a:srgbClr val="262626"/>
                </a:solidFill>
              </a:rPr>
              <a:t>  • Gerente Order to Cash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Gobierno Datos y Cond.</a:t>
            </a:r>
          </a:p>
          <a:p>
            <a:r>
              <a:rPr sz="1200" b="0">
                <a:solidFill>
                  <a:srgbClr val="262626"/>
                </a:solidFill>
              </a:rPr>
              <a:t>  • Coordinador Información y Gestión CSF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Legal y Regulatorio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Legal y Regulatorio:</a:t>
            </a:r>
          </a:p>
          <a:p>
            <a:r>
              <a:rPr sz="1200" b="0">
                <a:solidFill>
                  <a:srgbClr val="262626"/>
                </a:solidFill>
              </a:rPr>
              <a:t>  • Gerente Sr Legal Operaciones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Legal Comercial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Cumplimiento</a:t>
            </a:r>
          </a:p>
          <a:p>
            <a:r>
              <a:rPr sz="1200" b="0">
                <a:solidFill>
                  <a:srgbClr val="262626"/>
                </a:solidFill>
              </a:rPr>
              <a:t>  • Gerente Legal CdS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Legal (i78)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Asuntos Corporativos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Asuntos Corporativos: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Atención Autoridades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Relaciones Gobierno</a:t>
            </a:r>
          </a:p>
          <a:p>
            <a:r>
              <a:rPr sz="1200" b="0">
                <a:solidFill>
                  <a:srgbClr val="262626"/>
                </a:solidFill>
              </a:rPr>
              <a:t>  • Gerente Relaciones Gobierno</a:t>
            </a:r>
          </a:p>
          <a:p>
            <a:r>
              <a:rPr sz="1200" b="0">
                <a:solidFill>
                  <a:srgbClr val="262626"/>
                </a:solidFill>
              </a:rPr>
              <a:t>  • Coordinador Asuntos Corporativos</a:t>
            </a:r>
          </a:p>
          <a:p>
            <a:r>
              <a:rPr sz="1200" b="0">
                <a:solidFill>
                  <a:srgbClr val="262626"/>
                </a:solidFill>
              </a:rPr>
              <a:t>  • Analista Comunicación Externa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Administrativo Nacional OXXO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Administrativo Nacional OXXO: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Admvo Neg Dllo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BP Finanzas Plataformas Expansión</a:t>
            </a:r>
          </a:p>
          <a:p>
            <a:r>
              <a:rPr sz="1200" b="0">
                <a:solidFill>
                  <a:srgbClr val="262626"/>
                </a:solidFill>
              </a:rPr>
              <a:t>  • Gerente Gestión Control Zona (x4)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Gestión y Control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Traslado de Valores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Estructura Organizacional
Administrativo CdS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964"/>
                </a:solidFill>
              </a:rPr>
              <a:t>Reportan al/a la Administrativo CdS: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Admin Control CEDIS</a:t>
            </a:r>
          </a:p>
          <a:p>
            <a:r>
              <a:rPr sz="1200" b="0">
                <a:solidFill>
                  <a:srgbClr val="262626"/>
                </a:solidFill>
              </a:rPr>
              <a:t>  • Gerente Área Admin y Finanzas Dist.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Gestión y Control CEDIS</a:t>
            </a:r>
          </a:p>
          <a:p>
            <a:r>
              <a:rPr sz="1200" b="0">
                <a:solidFill>
                  <a:srgbClr val="262626"/>
                </a:solidFill>
              </a:rPr>
              <a:t>  • Responsable Gestoría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Anexos
Descripciones de 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6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3964"/>
                </a:solidFill>
              </a:rPr>
              <a:t>• Director Administración y Finanzas:</a:t>
            </a:r>
          </a:p>
          <a:p>
            <a:r>
              <a:rPr sz="900" b="0">
                <a:solidFill>
                  <a:srgbClr val="262626"/>
                </a:solidFill>
              </a:rPr>
              <a:t>  ○ Director PF&amp;A y Commercial Finance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BP Finanzas Plataformas RH, TI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Commercial Finance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Planeación Financiera (FIN L3)</a:t>
            </a:r>
          </a:p>
          <a:p>
            <a:r>
              <a:rPr sz="900" b="0">
                <a:solidFill>
                  <a:srgbClr val="262626"/>
                </a:solidFill>
              </a:rPr>
              <a:t>  ○ Gerente Sr Fiscal y Contraloría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Sr Contraloría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Control Fiscal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Normatividad y Control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Gestión Riesgos SI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Auditorías Fiscales (FIN L3)</a:t>
            </a:r>
          </a:p>
          <a:p>
            <a:r>
              <a:rPr sz="900" b="0">
                <a:solidFill>
                  <a:srgbClr val="262626"/>
                </a:solidFill>
              </a:rPr>
              <a:t>  ○ Gerente Sr Servicios Compartidos Administrativo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Purchase to Pay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Record to Report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Order to Cash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Gobierno Datos y Cond.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Coordinador Información y Gestión CSF (FIN L3)</a:t>
            </a:r>
          </a:p>
          <a:p>
            <a:r>
              <a:rPr sz="900" b="0">
                <a:solidFill>
                  <a:srgbClr val="262626"/>
                </a:solidFill>
              </a:rPr>
              <a:t>  ○ Gerente Sr Legal OXXO MX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Sr Legal Operaciones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Legal Comercial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Cumplimiento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Legal CdS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Legal (i78) (FIN L3)</a:t>
            </a:r>
          </a:p>
          <a:p>
            <a:r>
              <a:rPr sz="900" b="0">
                <a:solidFill>
                  <a:srgbClr val="262626"/>
                </a:solidFill>
              </a:rPr>
              <a:t>  ○ Gerente Asuntos Corporativos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Atención Autoridades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Relaciones Gobierno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Relaciones Gobierno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Coordinador Asuntos Corporativos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Analista Comunicación Externa (FIN L3)</a:t>
            </a:r>
          </a:p>
          <a:p>
            <a:r>
              <a:rPr sz="900" b="0">
                <a:solidFill>
                  <a:srgbClr val="262626"/>
                </a:solidFill>
              </a:rPr>
              <a:t>  ○ Director Administrativo Nacional OXXO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Admvo Neg Dllo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BP Finanzas Plataformas Expansión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Gestión Control Zona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Gestión y Control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Traslado de Valores (FIN L3)</a:t>
            </a:r>
          </a:p>
          <a:p>
            <a:r>
              <a:rPr sz="900" b="0">
                <a:solidFill>
                  <a:srgbClr val="262626"/>
                </a:solidFill>
              </a:rPr>
              <a:t>  ○ Gerente Sr Nacional Administrativo CdS (FIN L2)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Admin Control CEDIS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Gerente Área Admin y Finanzas Dist.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Gestión y Control CEDIS (FIN L3)</a:t>
            </a:r>
          </a:p>
          <a:p>
            <a:r>
              <a:rPr sz="900" b="0">
                <a:solidFill>
                  <a:srgbClr val="262626"/>
                </a:solidFill>
              </a:rPr>
              <a:t>      ▪ Responsable Gestoría (FIN L3)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0"/>
            <a:ext cx="1146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04040"/>
                </a:solidFill>
              </a:rPr>
              <a:t>Mayo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4</Notes>
  <HiddenSlides>9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1_Tema de Office</vt:lpstr>
      <vt:lpstr>Playbook: Excelencia Operativa </vt:lpstr>
      <vt:lpstr>Playbook Propósito</vt:lpstr>
      <vt:lpstr>Playbook Agenda</vt:lpstr>
      <vt:lpstr>Estructura Organizacional Macroestructura OXXO Mx</vt:lpstr>
      <vt:lpstr>PowerPoint Presentation</vt:lpstr>
      <vt:lpstr>Estructura Organizacional Excelencia Operativa</vt:lpstr>
      <vt:lpstr>Matriz RASCI Metodología </vt:lpstr>
      <vt:lpstr>Matriz RASCI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Estructura Organizacional Procesos Tienda</vt:lpstr>
      <vt:lpstr>Anexos Descripciones de Puesto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</dc:title>
  <dc:creator>Perez Garza Anahi</dc:creator>
  <cp:revision>130</cp:revision>
  <dcterms:created xsi:type="dcterms:W3CDTF">2026-02-04T15:58:30Z</dcterms:created>
  <dcterms:modified xsi:type="dcterms:W3CDTF">2026-04-22T21:17:08Z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1_Tema de Office:8</vt:lpwstr>
  </property>
  <property fmtid="{D5CDD505-2E9C-101B-9397-08002B2CF9AE}" pid="3" name="ClassificationContentMarkingFooterText">
    <vt:lpwstr>OXXO | Uso Interno</vt:lpwstr>
  </property>
</Properties>
</file>