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Rd7Xs79Kd86ow0ApkUuwWPeTK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A93A82-2063-4ABD-BB04-2ADC36E223B0}">
  <a:tblStyle styleId="{B4A93A82-2063-4ABD-BB04-2ADC36E223B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0A39A2B-182A-4E54-88D3-0B91B8FBD6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Coordinar la ejecución consistente de la estrategia de relacionamiento en un entorno político diverso y cambiante: la diversidad de interlocutores gubernamentales a nivel federal, estatal y municipal demanda capacidad de adaptación y coordinación efectiva del equipo para mantener relaciones institucionales coherentes.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Incidir preventivamente en el entorno regulatorio ante cambios que impactan el negocio: la velocidad de los cambios políticos y regulatorios demanda monitoreo continuo y capacidad de respuesta ágil para anticipar riesgos antes de que afecten la operación o los planes de crecimiento de OXXO.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la agenda de relacionamiento con autoridades según criticidad regulatoria e impacto operativo: criterio operativo sobre qué actores, instancias y temas requieren atención prioritaria del equipo en función del riesgo que representan para la continuidad y expansión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situaciones de relacionamiento que requieren involucramiento directo del Gerente Sr: decisión sobre qué gestiones institucionales superan el nivel operativo del rol y requieren la participación de la dirección del área por su relevancia estratégica o sensibilidad política.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implementación de la estrategia de relacionamiento con autoridades gubernamentales: mediante la gestión de la agenda de reuniones institucionales a nivel federal, estatal y municipal y la coordinación del equipo de Gerentes de Área de Relaciones Gobierno, para asegurar la ejecución consistente y oportuna de los planes de relacionamiento definidos.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dar seguimiento a los planes de relacionamiento con autoridades y actores clave: mediante el desarrollo de estrategias de acercamiento diferenciadas por nivel de gobierno y actor relevante, para fortalecer las relaciones institucionales de largo plazo que respalden la operación y expansión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monitoreo del entorno regulatorio y político relevante para el negocio: mediante la recopilación y análisis de información sobre tendencias legislativas, cambios regulatorios y actores de influencia, para proveer al Gerente Sr insumos oportunos para la toma de decisiones estratégicas.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proyectos de cabildeo y relacionamiento institucional con consultores especializados: mediante el seguimiento de planes de trabajo y la validación de entregables, para asegurar la efectividad de las iniciativas de incidencia en política pública relevantes para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participación de OXXO en organismos empresariales y foros de influencia: mediante la gestión de la agenda y la preparación de posicionamientos, para asegurar que la empresa esté representada de manera consistente y estratégica en los espacios de influencia relevantes.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e informes sobre el entorno político-regulatorio para el equipo directivo: mediante la consolidación de los análisis del equipo y la estructuración de la información de manera accionable, para proveer al Gerente Sr y al equipo directivo visibilidad oportuna sobre los riesgos y tendencias del entorno.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implementación y seguimiento de auditorías de procesos de asuntos corporativos en las geografías: mediante la supervisión del equipo y el monitoreo del cumplimiento de los estándares del área, para asegurar la consistencia institucional del relacionamiento en todas las regiones donde OXXO tiene presencia.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y dar seguimiento a la estrategia de relacionamiento con autoridades gubernamentales a nivel federal, estatal y municipal, mediante la gestión de la agenda institucional, el monitoreo del entorno regulatorio y la coordinación del equipo de Relaciones Gobierno, para asegurar la continuidad operativa de OXXO, anticipar riesgos regulatorios y mantener relaciones institucionales sólidas con los actores públicos relevantes para 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Relaciones Gobierno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Asuntos Corporativos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{B4A93A82-2063-4ABD-BB04-2ADC36E223B0}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{C0A39A2B-182A-4E54-88D3-0B91B8FBD67E}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Asuntos Corporativos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avances de relacionamiento y agenda de riesgos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Área Relaciones Gobierno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ejecución de planes de relacionamiento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Atención Autoridades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gestión operativa con autoridades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Consultores especializados en políticas públicas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Supervisar proyectos de cabildeo e incidencia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Relaciones Gobierno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Asuntos Corporativos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Relaciones Gobierno, Gerente Área Atención Autoridades, Coordinador Asuntos Corporativos, Analista Comunicación Externa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