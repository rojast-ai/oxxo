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JaCsO0SWfub84TPtl+En5k2Ij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D566D-49FA-48FB-BA62-02E69CFEC231}">
  <a:tblStyle styleId="{60FD566D-49FA-48FB-BA62-02E69CFEC2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3E36C0A-9AA8-4B5C-A48C-6E009A95E00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Incidir preventivamente en cambios regulatorios anticipando impactos y mitigando riesgos para el negocio: la velocidad de los cambios en el entorno político y regulatorio demanda monitoreo continuo y capacidad de anticipación para actuar antes de que los cambios afecten la operación o los planes de expansión de OXXO.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consistencia institucional del relacionamiento externo en una red na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ional de alta dispersión geográfica: coordinar el relacionamiento con responsables de plazas y operaciones a nivel nacional, manteniendo mensajes y posturas institucionales coherentes independientemente de la región o unidad de negocio, es un reto permanente de gobernanza y alineación.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y activación de la respuesta institucional ante crisis de comunicación y riesgos reputacionales: determinación de los posicionamientos públicos, estrategias de mitigación y lineamientos de comunicación que rigen la actuación de OXXO ante situaciones de impacto reputacional o regulatorio.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la agenda de riesgos del entorno y establecimiento de la estrategia de relacionamiento con autoridades: criterio estratégico sobre qué asuntos del entorno político, regulatorio y reputacional requieren atención prioritaria, y definición de los enfoques de relacionamiento institucional más adecuados para proteger los intereses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Liderar la estrategia de relacionamiento externo e institucional de OXXO, anticipando y actuando proactivamente ante tendencias de política pública, regulaciones y riesgos reputacionales, para garantizar la licencia social y regulatoria del negocio, proteger su reputación, asegurar la continuidad operativa y proveer al equipo directivo información estratégica que soporte la toma de decisiones de negocio e inversión.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Definir y ejecutar la estrategia de asuntos públicos, comunicación y gestión de crisis: mediante el diseño de posicionamientos institucionales, mensajes estratégicos y planes de respuesta ante situaciones de riesgo reputacional, asegurando la alineación de stakeholders internos y externos, para proteger y fortalecer la reputación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Gobernar el relacionamiento con autoridades, organismos empresariales y actores externos clave: mediante la gestión de reuniones, participación en foros y la construcción de relaciones estratégicas de largo plazo a nivel federal, estatal y sectorial, para preservar la licencia social y regulatoria para operar y anticipar riesgos del entorno.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el monitoreo regulatorio y la agenda de riesgos del entorno político, social y económico: mediante la revisión periódica con Estrategia y Transformación y el equipo directivo, para priorizar medidas de blindaje y mitigación de riesgos que protejan los objetivos estratégicos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implementación de auditorías de procesos de asuntos corporativos en todas las geografías: mediante la supervisión del desarrollo de competencias de relacionamiento y comunicación en los equipos del negocio, para garantizar la consistencia institucional y la correcta aplicación de los lineamientos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proyectos con consultores especializados en políticas públicas e impacto social: mediante la definición de planes de trabajo para evaluar tendencias políticas, análisis de actores y gestión de crisis puntuales, para fortalecer la capacidad de respuesta ante situaciones de riesgo regulatorio o reputacional.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información estratégica de calidad para el equipo directivo: mediante la provisión de análisis de riesgo e informes políticos basados en tendencias regulatorias, para anticipar impactos y soportar las decisiones estratégicas de negocio e inversión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Diseñar y dar seguimiento a la estrategia de comunicación externa e interna: mediante el desarrollo de mensajes, discursos y posicionamientos estratégicos dirigidos a medios clave y audiencias internas, para fortalecer la reputación de las marcas OXXO y asegurar la coherencia de los mensajes a nivel nacional.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gestión de riesgos estratégicos del entorno en conjunto con FEMSA: mediante la alineación de mensajes y compromisos corporativos con las prioridades del entorno público y la agenda de sostenibilidad, para reforzar el posicionamiento de OXXO ante audiencias clave externas.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{60FD566D-49FA-48FB-BA62-02E69CFEC231}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82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700"/>
              <a:buFont typeface="Arial"/>
              <a:buChar char="•"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700">
                <a:latin typeface="Calibri"/>
                <a:ea typeface="Calibri"/>
                <a:cs typeface="Calibri"/>
                <a:sym typeface="Calibri"/>
              </a:rPr>
              <a:t>Gerente Relaciones Gobierno, Gerente Área Relaciones Gobierno (x2), Gerente Área Atención Autoridades, Coordinador Asuntos Corporativos, Analista Comunicación Externa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700">
                <a:latin typeface="Calibri"/>
                <a:ea typeface="Calibri"/>
                <a:cs typeface="Calibri"/>
                <a:sym typeface="Calibri"/>
              </a:rPr>
              <a:t>Gerente Sr Nacional Administrativo CEDIS, Director Nacional Admvo OXXO, Gte. Sr Planeación Financiera y Análisis &amp; Commercial Finance, Gte. Sr Fiscal y Contraloría, Gte. Sr Servicios Compartidos Administrativo, Gte. Sr Transformación Procesos Finanzas, Gte. Sr Legal y Regulatorio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{A3E36C0A-9AA8-4B5C-A48C-6E009A95E007}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corporativa y agenda de riesgos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Estrategia y Transformación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agenda de riesgos del entorno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Directivo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análisis de riesgo e informes estratégicos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gestión regulatoria y posicionamiento legal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FEMSA Corporativo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comunicación y mensajes institucionales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