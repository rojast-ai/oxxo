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ypH/wVa2Q5ZrXjLFZgxQLzs1V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BA5DC9-165E-4707-8F1C-FA9FF314830B}">
  <a:tblStyle styleId="{4FBA5DC9-165E-4707-8F1C-FA9FF31483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31F3F84-0690-4CDB-94DD-E00671808F1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selección y priorización de temas y coberturas mediáticas a reportar al Gerente Sr: determinación sobre qué información del monitoreo de medios es suficientemente relevante o urgente para ser escalada de inmediato a la dirección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contenidos y materiales de comunicación a elaborar: decisión operativa sobre el orden de producción de los materiales en función de la agenda de comunicación y las necesidades urgentes del Gerente Sr y el equipo.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contenidos y materiales de comunicación externa para medios y audiencias clave: mediante el desarrollo de mensajes, comunicados, discursos y posicionamientos estratégicos alineados a los lineamientos institucionales del área, para apoyar al negocio en el fortalecimiento de la reputación de las marcas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monitoreo de medios de comunicación y redes sociales: mediante el seguimiento sistemático de la cobertura mediática de OXXO y los temas relevantes para el negocio, para identificar oportunamente riesgos reputacionales o narrativas que requieran respuesta institucional.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monitoreo de medios y análisis de cobertura: mediante la consolidación periódica de los hallazgos del seguimiento mediático, para proveer al Gerente Sr información oportuna sobre el estado de la reputación de OXXO en el espacio público.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Apoyar la implementación de la estrategia de comunicación proactiva y reactiva del área: mediante la preparación de materiales de respuesta ante situaciones de riesgo reputacional y el desarrollo de contenidos para iniciativas de posicionamiento, para contribuir a la gestión efectiva de la imagen institucional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áreas internas la recopilación de información para el desarrollo de contenidos: mediante la interacción con los equipos de operaciones, comercial y demás plataformas, para asegurar que los materiales de comunicación reflejen con precisión la realidad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Apoyar la habilitación de voceros del negocio en comunicación externa: mediante el desarrollo de materiales de preparación y la coordinación de sesiones de entrenamiento, para asegurar que los líderes del negocio cuenten con los mensajes y herramientas necesarias para sus interacciones con medios y audiencias externas.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archivo de materiales y contenidos de comunicación externa: mediante el registro organizado de comunicados, posicionamientos y materiales producidos, para asegurar la disponibilidad y trazabilidad del historial de comunicación institucional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Analista Comunicación Externa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{4FBA5DC9-165E-4707-8F1C-FA9FF314830B}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dar seguimiento a los contenidos y materiales de comunicación externa de OXXO México, mediante el desarrollo de mensajes, discursos y posicionamientos estratégicos, el monitoreo de medios y la coordinación de la estrategia de comunicación, para fortalecer la reputación de las marcas OXXO, asegurar la coherencia de los mensajes hacia audiencias externas y contribuir a la gestión proactiva de la imagen institucional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coherencia y calidad de los mensajes institucionales ante la alta velocidad y volumen de la comunicación mediática: el entorno mediático actual demanda capacidad de respuesta ágil sin comprometer la alineación de los mensajes con los posicionamientos estratégicos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efectivamente el espacio mediático digital y tradicional para anticipar riesgos reputacionales: la diversidad y velocidad de los medios de comunicación digitales generan un volumen creciente de información a seguir, demandando criterio para identificar las señales verdaderamente relevantes para la reputación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Relaciones Gobierno, Gerente Área Relaciones Gobierno, Gerente Área Atención Autoridades, Coordinador Asuntos Corporativos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{F31F3F84-0690-4CDB-94DD-E00671808F1B}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monitoreo de medios y proveer materiales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Coordinador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contenidos con análisis de riesgo político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internas (Operaciones, Comercial)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Recopilar información para desarrollo de contenidos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Analista Comunicación Externa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