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Axv7WbsNMdExeGhYr2r35WVx+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68788B-8722-44D0-994C-F58A9B481DE8}">
  <a:tblStyle styleId="{1D68788B-8722-44D0-994C-F58A9B481DE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F5228F7D-CAE7-4DCC-848E-A154533CDFC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Construir relaciones institucionales sólidas de largo plazo en un entorno político local dinámico y con alta rotación de autoridades: los cambios en los cargos públicos locales y la diversidad de criterios entre distintas instancias gubernamentales demandan actualización constante de los mapas de actores y capacidad de adaptación en el relacionamiento.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Asegurar la coherencia institucional del relacionamiento con autoridades en el ámbito asignado con la estrategia nacional del área: la necesidad de gestionar situaciones locales con agilidad manteniendo alineación con los posicionamientos corporativos de OXXO demanda criterio institucional sólido y comunicación efectiva con el equipo central.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Priorización de actores e instancias gubernamentales a atender en la región asignada: criterio operativo sobre qué autoridades y temas requieren gestión prioritaria en función del impacto que representan para la continuidad y expansión de OXXO en el ámbito de responsabilidad.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Determinación de situaciones de relacionamiento que requieren escalamiento al Gerente Relaciones Gobierno: decisión sobre qué gestiones o riesgos identificados en campo superan el nivel operativo del rol y requieren el involucramiento de niveles superiores por su relevancia estratégica o sensibilidad política.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los planes de relacionamiento con autoridades gubernamentales en la región o ámbito asignado: mediante la gestión directa de la agenda de reuniones institucionales con actores federales, estatales y municipales relevantes, para construir y mantener relaciones de largo plazo que respalden la operación y expansión de OXXO.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Monitorear el entorno político-regulatorio local y reportar tendencias relevantes para el negocio: mediante el seguimiento sistemático de cambios legislativos, decisiones de autoridades y actores de influencia en el ámbito asignado, para proveer al Gerente Relaciones Gobierno insumos oportunos sobre riesgos y oportunidades del entorno.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Participar en organismos empresariales y foros de influencia en representación de OXXO: mediante la asistencia a espacios de diálogo sectorial y la gestión de relaciones con actores clave, para identificar tendencias del mercado y fortalecer el posicionamiento institucional de la empresa.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proyectos de cabildeo e incidencia en política pública en el ámbito asignado: mediante la implementación de los planes de trabajo definidos por el Gerente Relaciones Gobierno, para asegurar la efectividad de las iniciativas de relacionamiento y la protección de los intereses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reportar riesgos regulatorios y reputacionales en la región asignada: mediante el análisis del entorno político, económico y social local, para alertar oportunamente al Gerente Relaciones Gobierno sobre situaciones que puedan afectar la operación o expansión de OXXO en su ámbito.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los responsables de plaza y operaciones la gestión de asuntos corporativos en campo: mediante la asesoría y acompañamiento a los equipos operativos en situaciones que involucren relacionamiento con autoridades, para asegurar la consistencia institucional del negocio a nivel local.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la agenda de relacionamiento, compromisos y resultados de las gestiones institucionales: mediante el registro actualizado de las interacciones con autoridades y actores clave, para mantener la trazabilidad del relacionamiento y la disponibilidad de información estratégica para el área.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Área Relaciones Gobierno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Asuntos Corporativos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{1D68788B-8722-44D0-994C-F58A9B481DE8}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la estrategia de relacionamiento con autoridades gubernamentales y actores de influencia en la región o ámbito asignado, mediante la gestión directa de la agenda institucional, el monitoreo del entorno político-regulatorio local y la participación en organismos empresariales, para construir y mantener relaciones sólidas con los actores públicos relevantes, anticipar riesgos regulatorios y asegurar la continuidad operativa y expansión de OXXO en su ámbito de responsabilidad.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Relaciones Gobierno, Gerente Área Atención Autoridades, Coordinador Asuntos Corporativos, Analista Comunicación Externa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{F5228F7D-CAE7-4DCC-848E-A154533CDFC1}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Relaciones Gobierno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avances y riesgos del relacionamiento local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Autoridades gubernamentales locales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Ejecutar agenda de relacionamiento institucional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Área Atención Autoridades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gestión de requerimientos de autoridades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Responsables de plaza y operaciones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Asesorar en asuntos corporativos en campo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Según Requerimiento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Área Relaciones Gobierno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Asuntos Corporativos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