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ggYvNwmrEb/Lh7QfFJxUE5Vba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AD0F93-E0A4-41B1-9DCE-08518711C29F}">
  <a:tblStyle styleId="{C5AD0F93-E0A4-41B1-9DCE-08518711C2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12CD536-A20D-4F6B-884C-F17B1952467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Gestionar un alto volumen de requerimientos de autoridades con plazos regulatorios no negociables en una operación de alta dispersión geográfica: la escala nacional de OXXO genera múltiples frentes de atención simultánea con distintas instancias gubernamentales, demandando capacidad de priorización y coordinación efectiva.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la consistencia en la atención de requerimientos de autoridades a través de múltiples áreas y regiones: la diversidad de equipos involucrados en la respuesta a requerimientos regulatorios demanda gobernanza clara y alineación constante para mantener posturas institucionales coherentes.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y dar seguimiento a los requerimientos de autoridades gubernamentales hacia OXXO: mediante la coordinación de la atención de solicitudes, revisiones e inspecciones de instancias regulatorias, para asegurar la respuesta oportuna y adecuada que minimice riesgos y proteja la operación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las respuestas y documentación requerida ante requerimientos de autoridades: mediante la preparación de la información, argumentos y materiales necesarios para cada gestión institucional, en coordinación con las áreas internas relevantes, para asegurar la calidad y consistencia de la respuesta de OXXO ante las autoridades.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las áreas operativas y de soporte la atención de requerimientos de autoridades: mediante la interacción con los equipos de Legal, Fiscal, Operaciones y demás áreas involucradas, para asegurar la atención integral y alineada de cada requerimiento regulatorio.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Monitorear y reportar el estatus de los requerimientos de autoridades en curso: mediante el seguimiento sistemático de cada gestión y la actualización periódica del estatus al Gerente Sr, para mantener visibilidad sobre los compromisos con autoridades y los plazos de atención.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patrones de requerimientos regulatorios recurrentes o de alto riesgo: mediante el análisis de los casos atendidos y el monitoreo del entorno regulatorio operativo, para alertar oportunamente al Gerente Sr sobre tendencias que requieran atención preventiva o ajuste en los procesos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Habilitar y capacitar a los equipos operativos en la correcta atención de requerimientos de autoridades: mediante el desarrollo de lineamientos y la asesoría directa a gerentes y equipos en campo, para asegurar la consistencia institucional en la gestión de las relaciones con autoridades a nivel operativo.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los casos, gestiones y compromisos con autoridades: mediante el mantenimiento actualizado del registro de requerimientos y sus resoluciones, para asegurar la trazabilidad institucional y la disponibilidad de información ante futuras revisiones o contingencias.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y dar seguimiento a la atención de requerimientos y gestiones con autoridades gubernamentales en el ámbito operativo de OXXO México, mediante la coordinación de los procesos de atención institucional, la elaboración de respuestas y la gestión de la relación con las instancias regulatorias relevantes, para asegurar la atención oportuna de los requerimientos de autoridades, mitigar riesgos regulatorios y contribuir a la continuidad operativa del negocio.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Atención Autoridades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{C5AD0F93-E0A4-41B1-9DCE-08518711C29F}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la atención de requerimientos de autoridades según urgencia e impacto operativo: criterio operativo sobre el orden de atención de las gestiones en función del riesgo que implica su demora para la continuidad de la operación de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Determinación de requerimientos que requieren escalamiento inmediato al Gerente Sr: decisión sobre qué solicitudes de autoridades representan un riesgo regulatorio o reputacional suficiente para activar el involucramiento de niveles superiores del área.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Relaciones Gobierno, Gerente Área Relaciones Gobierno, Coordinador Asuntos Corporativos, Analista Comunicación Externa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{112CD536-A20D-4F6B-884C-F17B19524674}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Asuntos Corporativos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de requerimientos de autoridades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Relaciones Gobierno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estrategia de atención institucional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Áreas internas (Legal, Fiscal, Operaciones)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atención integral de requerimientos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Autoridades gubernamentales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Gestionar requerimientos e inspecciones regulatorias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Atención Autoridades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