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DHIEbrBACURYWelr72US/DKYR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0BF1D0-3933-4052-8E6F-2697E939E91E}">
  <a:tblStyle styleId="{C80BF1D0-3933-4052-8E6F-2697E939E9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7E90097-C737-4771-B3B6-0E41CF8B555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Sintetizar y priorizar información de un entorno político-regulatorio complejo y de alta velocidad de cambio: el volumen y diversidad de señales del entorno demanda capacidad de análisis crítico para distinguir los riesgos verdaderamente relevantes para el negocio de los ruidos del contexto político.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Traducir la complejidad del entorno político-regulatorio en análisis claros y accionables para el equipo directivo: el rol demanda capacidad de comunicación estratégica para presentar información compleja de manera comprensible y útil para líderes con agendas de alta demanda y distintos niveles de familiaridad con el entorno político.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Criterio de selección y priorización de fuentes y temas para el monitoreo del entorno político-regulatorio: determinación técnica sobre qué información es más relevante y confiable para incluir en los análisis e informes estratégicos del área.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los reportes e informes a elaborar en función de las necesidades del equipo directivo: decisión operativa sobre el orden y profundidad de los análisis a desarrollar en función de la agenda de riesgos y las decisiones estratégicas pendientes del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análisis de riesgo e informes políticos basados en tendencias regulatorias del entorno: mediante la investigación y síntesis de información sobre cambios legislativos, decisiones de autoridades y actores de influencia relevantes para OXXO, para proveer al Gerente Sr y al equipo directivo información oportuna y accionable.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monitoreo sistemático del entorno político, económico y social: mediante el seguimiento de fuentes de información estratégica y la identificación de señales de riesgo o cambio relevantes para el negocio, para asegurar la actualización continua de la agenda de riesgos del área.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de la agenda de riesgos del entorno para la toma de decisiones: mediante la consolidación y estructuración de la información de inteligencia política en formatos accionables para el equipo directivo, para soportar la priorización de medidas de blindaje y mitigación de riesgos estratégicos.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gestión de proyectos con consultores especializados en políticas públicas: mediante el seguimiento de planes de trabajo y la consolidación de entregables, para apoyar al Gerente Sr en la supervisión de las iniciativas de incidencia en política pública y análisis de actores.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Apoyar la habilitación y auditoría de gerentes y equipos en los lineamientos de Asuntos Corporativos: mediante la preparación de materiales, guías y herramientas de capacitación, para asegurar la correcta aplicación de los estándares institucionales del área en toda la organización.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dar seguimiento a materiales de posicionamiento institucional para el equipo directivo: mediante el desarrollo de fichas de actores, briefings de reuniones y análisis de contexto político, para asegurar que los líderes del negocio cuenten con la información estratégica necesaria para sus interacciones institucionales.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mantener actualizada la base de conocimiento del área: mediante el registro de análisis, informes, mapas de actores y compromisos institucionales, para asegurar la disponibilidad y trazabilidad de la información estratégica del área de Asuntos Corporativos.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Coordinador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{C80BF1D0-3933-4052-8E6F-2697E939E91E}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y dar seguimiento a los análisis de riesgo político-regulatorio e informes estratégicos del entorno para OXXO México, mediante el monitoreo de tendencias regulatorias, la investigación de actores y la consolidación de información de inteligencia política, para proveer al equipo directivo insumos oportunos y confiables que soporten la toma de decisiones estratégicas de negocio e inversión.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Relaciones Gobierno, Gerente Área Relaciones Gobierno, Gerente Área Atención Autoridades, Analista Comunicación Externa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{97E90097-C737-4771-B3B6-0E41CF8B555A}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Asuntos Corporativos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Proveer análisis de riesgo e informes estratégicos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Relaciones Gobierno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Apoyar con inteligencia política para relacionamiento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Consultores especializados en políticas públicas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entregables y seguimiento de proyectos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Coordinador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Asuntos Corporativos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