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8/b8/ZioUJakEH8uu8T4ze2xA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485D1B-BBBA-4A97-8BC9-31EFBFEA10CD}">
  <a:tblStyle styleId="{B0485D1B-BBBA-4A97-8BC9-31EFBFEA10C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BE43D42-1489-47E2-A78D-A19ADC865E8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Mantener la consistencia del control normativo en un entorno operativo de alto volumen: la dinámica diaria de los CEDIS genera presión constante sobre los procesos administrativos, demandando equilibrio entre velocidad operativa y rigor de control.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Estandarizar procedimientos en múltiples unidades de negocio con realidades operativas distintas: la diversidad de CEDIS en tamaño, operación y ubicación geográfica dificulta la homologación de los mecanismos de control y gestión.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revisiones de control interno en CEDIS: determinación del orden y alcance de las auditorías operativas con base en el nivel de riesgo identificado en cada unidad.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Validación de la información financiera de CEDIS: criterio sobre la calidad, consistencia y oportunidad de los datos antes de su reporte al L2 para toma de decisiones.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73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Calibri"/>
              <a:buAutoNum type="arabicPeriod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Implementar y mantener los procedimientos contables y administrativos en CEDIS: mediante la aplicación de las políticas y normas de la compañía en las unidades bajo su alcance, para garantizar la estabilidad normativa y el control operativo en los centros de distribución.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Calibri"/>
              <a:buAutoNum type="arabicPeriod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Ejecutar el plan anual de normatividad y control interno en CEDIS: mediante la realización de revisiones asignadas según nivel de criticidad, coordinando con las áreas operativas, para disminuir la posibilidad de riesgos en las unidades de negocio.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Calibri"/>
              <a:buAutoNum type="arabicPeriod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Coordinar la generación de información financiera y operativa de CEDIS: a través de la consolidación de datos de rentabilidad y gasto, para asegurar la entrega oportuna y veraz de reportes que sustenten la toma de decisiones del L2.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Calibri"/>
              <a:buAutoNum type="arabicPeriod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Elaborar y dar seguimiento a los indicadores de productividad de CEDIS: mediante el monitoreo de KPIs operativos y financieros definidos, para propiciar la alineación y detección oportuna de desviaciones en los centros de distribución.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Calibri"/>
              <a:buAutoNum type="arabicPeriod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Coordinar la gestión del capital de trabajo en CEDIS: en colaboración con las áreas operativas y Finanzas, a través de la aplicación de los mecanismos de control establecidos, para contribuir a la maximización del flujo operativo.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Calibri"/>
              <a:buAutoNum type="arabicPeriod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Ejecutar el análisis de viabilidad de inversiones en CEDIS: mediante la aplicación de herramientas financieras y operativas definidas por el L2, para soportar las decisiones de nuevos puntos logísticos con información oportuna y confiable.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Calibri"/>
              <a:buAutoNum type="arabicPeriod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Documentar y actualizar los estándares y procedimientos administrativos del área: mediante la revisión periódica de políticas vigentes y la identificación de mejoras, para mantener la estandarización de los mecanismos de gestión en CEDIS.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Calibri"/>
              <a:buAutoNum type="arabicPeriod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Admin Control CEDIS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Nacional Administrativo CEDIS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{B0485D1B-BBBA-4A97-8BC9-31EFBFEA10CD}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y mantener los procesos de control administrativo y normatividad en los Centros de Distribución, mediante la implementación de procedimientos contables, revisiones de control interno y herramientas de gestión operativa, para garantizar la estabilidad normativa, la correcta operación administrativa y la mitigación de riesgos en las unidades de negocio de CEDIS.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Admin y Finanzas Dist, Responsable Gestión y Control CEDIS, Responsable Gestoría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{BBE43D42-1489-47E2-A78D-A19ADC865E82}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Nacional Administrativo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avances de control y normativos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Operaciones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revisiones de control interno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normatividad y auditoría CEDIS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 Gestión y Control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operación de control en campo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reporteo contable CEDIS y Distribución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Admin Control CEDIS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Nacional Administrativo CEDIS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