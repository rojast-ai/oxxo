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bxCNMsCXIJW632puZtKsxPo0o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069E3C-0416-4B5D-B97D-6A17F513CB3C}">
  <a:tblStyle styleId="{4C069E3C-0416-4B5D-B97D-6A17F513CB3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6870648-A9CA-4FEE-966D-18BFF11E190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Reducir la carga de actividades transaccionales heredadas para enfocar el rol en mayor valor: el contexto FFP demanda detener y reducir tareas de distribución de bajo impacto, lo que implica rediseñar la forma de operar sin perder continuidad del control.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el control financiero de una red de distribución geográficamente dispersa: la cobertura nacional de la operación de Distribución genera complejidad en la estandarización de procesos y en la obtención oportuna de información confiable.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y mantener los procesos de control administrativo y financiero en la operación de Distribución, mediante la implementación de herramientas de gestión, análisis de rentabilidad y controles normativos, para contribuir a la eficiencia operativa, la mitigación de riesgos y el logro del gasto neto logístico óptimo en OXXO México.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revisiones de control interno en Distribución: determinación del orden y alcance de las revisiones operativas con base en el nivel de riesgo identificado en cada unidad de distribución.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Validación de la información financiera de Distribución: criterio sobre la calidad, consistencia y oportunidad de los datos antes de su reporte al L2 para toma de decisiones.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Admin y Finanzas Dist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Nacional Administrativo CEDIS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{4C069E3C-0416-4B5D-B97D-6A17F513CB3C}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y mantener los procedimientos contables y administrativos en Distribución: mediante la aplicación de las políticas y normas de la compañía en las unidades bajo su alcance, para garantizar la estabilidad normativa y el control operativo en la red de distribución.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generación de información financiera de rentabilidad en Distribución: a través de la consolidación de datos de gasto, ingresos logísticos y márgenes, para asegurar la entrega oportuna y veraz de reportes que sustenten la toma de decisiones del L2.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y dar seguimiento a los indicadores de productividad de Distribución: mediante el monitoreo de KPIs operativos y financieros definidos, para propiciar la alineación y detección oportuna de desviaciones en la red de distribución.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el plan de normatividad y control interno en Distribución: mediante la realización de revisiones asignadas según nivel de criticidad, coordinando con las áreas operativas, para disminuir la posibilidad de riesgos en las unidades de negocio.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gestión del capital de trabajo en Distribución: en colaboración con las áreas operativas y Finanzas, a través de la aplicación de los mecanismos de control establecidos, para contribuir a la maximización del flujo operativo.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oportunidades de reducción de tareas transaccionales en Distribución: mediante el análisis de procesos operativos actuales y la detección de actividades de bajo valor, para contribuir a la simplificación y eficiencia del modelo operativo.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y actualizar los estándares y procedimientos administrativos de Distribución: mediante la revisión periódica de políticas vigentes y la identificación de mejoras, para mantener la estandarización de los mecanismos de gestión en la red de distribución.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73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Arial"/>
              <a:buChar char="•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3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Arial"/>
              <a:buChar char="•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Gerente Área Admin Control CEDIS, Responsable Gestión y Control CEDIS, Responsable Gestoría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{16870648-A9CA-4FEE-966D-18BFF11E190D}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Nacional Administrativo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resultados financieros de Dist.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Operaciones Distribución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control financiero y normativo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normatividad y control en Dist.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Área Admin Control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Homologar estándares CEDIS y Dist.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Admin y Finanzas Dist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Nacional Administrativo CEDIS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