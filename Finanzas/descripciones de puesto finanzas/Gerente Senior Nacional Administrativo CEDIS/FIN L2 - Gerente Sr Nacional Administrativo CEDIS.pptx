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nIewboPqWO6pn+cOmy2G5bNit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D31DEE-260A-477A-9701-C23DC4D32F88}">
  <a:tblStyle styleId="{94D31DEE-260A-477A-9701-C23DC4D32F8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EEB5AFA3-6E63-4801-A36A-227C7AC7847E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/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Definición de estándares, inversiones y niveles óptimos de operación: determinación de los criterios y parámetros que rigen las inversiones en CEDIS y Distribución, el nivel de gasto y capital de trabajo, y los estándares, procedimientos y normativas administrativas que aseguran la eficiencia y control de la cadena de suministro.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Gestión del talento y habilitación de herramientas de decisión: selección de los Gerentes administrativos y definición del personal en banca, así como la definición de procesos susceptibles de simplificación o automatización y las herramientas que faciliten la toma de decisiones en las unidades de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Gerente Sr Nacional Administrativo CEDIS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Director Finanzas OXXO MX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Finanzas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Impulsar y asegurar el buen desempeño financiero y administrativo de la cadena de suministro y distribución, mediante el establecimiento de procesos de control, gestión de productividad y decisiones de inversión, que propicien la alineación y coordinación de accionables para la generación de valor económico en OXXO México.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/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0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Gobernar la estrategia financiera logística en CEDIS y Distribución: mediante el diseño conjunto con las áreas operativas de las directrices financieras del modelo logístico, para impulsar la captación de ingreso logístico y optimizar el gasto, asegurando el logro de las metas de largo plazo.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0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Gestionar la información financiera de rentabilidad en CEDIS y Distribución: a través de la definición de métricas, modelos de reporte y tableros de análisis, para asegurar la entrega oportuna y veraz de datos que sustenten la toma de decisiones estratégicas.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0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Establecer indicadores de productividad y herramientas de gestión: mediante el diseño y evolución de KPIs operativos y financieros alineados a los objetivos de la cadena de suministro, para propiciar la alineación y oportuna toma de decisiones en CEDIS y Distribución.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0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Gobernar el sistema de gestión de capital de trabajo: </a:t>
            </a: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en colaboración con Finanzas, Administración Plazas, CSF, RECS Comercial y Abasto</a:t>
            </a:r>
            <a:r>
              <a:rPr b="0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a través de mecanismos de control y seguimiento, para maximizar la generación de flujo operativo en OXXO.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0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Supervisar las decisiones de inversión en nuevos puntos logísticos: mediante el análisis y aprobación de evaluaciones financieras y operativas, para asegurar la maximización de la productividad de la red logística en CEDIS.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0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Garantizar la aplicación y actualización de procedimientos contables y administrativos: a través de las políticas y normas de la compañía, alineando estándares con las áreas involucradas, para garantizar la estabilidad normativa y de control en CEDIS y Distribución.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0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Asegurar la ejecución del plan anual de normatividad y control interno: mediante la asignación diferenciada de revisiones en base a criticidad, coordinando con Contraloría y las unidades de negocio, para disminuir la posibilidad de riesgos en las UNs.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0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Impulsar el mantenimiento y evolución del sistema de trabajo administrativo: mediante la alineación y transformación de procesos y rituales, para propiciar la estandarización de los mecanismos de gestión en CEDIS y Distribución.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Gestionar y asegurar el cumplimiento regulatorio y normativo dentro de la operación de CdS.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0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/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.Coordinar la alineación entre la operación logística dispersa y los estándares administrativos centrales: dado que el rol gestiona CEDIS y Distribución a nivel nacional, la dispersión geográfica genera tensión entre la velocidad de ejecución local y el control normativo centralizado.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Evolucionar hacia un rol de mayor valor estratégico en el contexto FFP: el diseño To-Be implica detener actividades independientes de TRACS y reducir tareas transaccionales de distribución, lo que demanda enfocar la energía en planeación financiera, decisiones de inversión y productividad logística.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8" name="Google Shape;98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/>
            </a:p>
          </p:txBody>
        </p:sp>
      </p:grpSp>
      <p:pic>
        <p:nvPicPr>
          <p:cNvPr descr="https://d30y9cdsu7xlg0.cloudfront.net/png/1999-200.png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/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/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/>
          </a:p>
        </p:txBody>
      </p:sp>
      <p:sp>
        <p:nvSpPr>
          <p:cNvPr id="109" name="Google Shape;109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/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/>
          </a:p>
        </p:txBody>
      </p:sp>
      <p:sp>
        <p:nvSpPr>
          <p:cNvPr id="112" name="Google Shape;112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/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/>
          </a:p>
        </p:txBody>
      </p:sp>
      <p:sp>
        <p:nvSpPr>
          <p:cNvPr id="115" name="Google Shape;115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/>
          </a:p>
        </p:txBody>
      </p:sp>
      <p:sp>
        <p:nvSpPr>
          <p:cNvPr id="118" name="Google Shape;118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/>
          </a:p>
        </p:txBody>
      </p:sp>
      <p:sp>
        <p:nvSpPr>
          <p:cNvPr id="120" name="Google Shape;120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4" name="Google Shape;124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/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9" name="Google Shape;139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{94D31DEE-260A-477A-9701-C23DC4D32F88}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41" name="Google Shape;141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42" name="Google Shape;142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43" name="Google Shape;143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</a:t>
            </a:r>
            <a:r>
              <a:rPr b="1" lang="es-MX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r>
              <a:rPr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reportes directos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/>
          </a:p>
        </p:txBody>
      </p:sp>
      <p:sp>
        <p:nvSpPr>
          <p:cNvPr id="151" name="Google Shape;151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/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r>
              <a:rPr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Admin Control CEDIS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Admin y Finanzas Dist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Gestión y Control CEDIS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Gestoría.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Director Nacional Admvo OXXO, Gte. Sr Planeación Financiera y Análisis, Gte. Sr Fiscal y Contraloría, Gte. Sr Servicios Compartidos Admvo, Gte. Sr Transformación Procesos Finanzas, Gte. Sr Legal, Gte. Sr Asuntos Corporativos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/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" name="Google Shape;157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{EEB5AFA3-6E63-4801-A36A-227C7AC7847E}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 Finanzas OXXO MX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estrategia financiera CdS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Dirección Cadena de Suministro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decisiones de inversión logística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Planeación Financiera y Análisis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métricas y gestión de capital de trabajo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Fiscal y Contraloría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control interno y normatividad CEDIS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Servicios Compartidos Admvo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reporteo contable CEDIS y Distribución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Gerente Sr Nacional Administrativo CEDIS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Director Finanzas OXXO MX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Finanzas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