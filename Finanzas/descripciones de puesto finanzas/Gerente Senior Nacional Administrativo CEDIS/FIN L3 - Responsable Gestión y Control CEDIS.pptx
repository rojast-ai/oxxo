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573xwzzAfpVDrJpGlU/npNybz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4EAFBA-8563-42B0-A7E8-0EFEE96047C3}">
  <a:tblStyle styleId="{F24EAFBA-8563-42B0-A7E8-0EFEE96047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2D5D882-32A8-451F-9E24-56ACB0794D9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Mantener la cobertura y calidad del control en un entorno operativo de alto volumen y dinamismo: la operación diaria de CEDIS genera presión constante, dificultando la ejecución ordenada y sistemática de los procesos de control y seguimiento.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Consolidar información confiable y oportuna desde múltiples unidades con distintos niveles de madurez operativa: las diferencias entre CEDIS en tamaño y procesos complican la homologación de datos para la generación de reportes consistentes.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los procesos de control administrativo en las unidades de CEDIS asignadas: mediante la aplicación de los procedimientos y políticas vigentes, para garantizar el cumplimiento normativo y la correcta operación administrativa en campo.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Generar y consolidar los reportes de gestión e indicadores de productividad de CEDIS: a través de la recopilación y estructuración de datos operativos y financieros, para asegurar la disponibilidad de información oportuna para la toma de decisiones del área.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ejecución de revisiones de control interno en CEDIS: mediante la aplicación de los criterios y herramientas definidos por el Gerente de Área, para identificar desviaciones y propiciar su corrección oportuna.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los mecanismos de seguimiento al capital de trabajo en CEDIS: a través de la aplicación de los controles establecidos y el monitoreo de variables clave, para contribuir a la optimización del flujo operativo en los centros de distribución.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desviaciones en los procesos administrativos de CEDIS: mediante la revisión sistemática de los procedimientos en campo y el análisis de inconsistencias, para escalar oportunamente al Gerente de Área las situaciones que requieran atención.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los procesos y procedimientos operativos del área de control CEDIS: mediante el registro actualizado de estándares, instrucciones de trabajo y resultados de revisiones, para mantener la trazabilidad y estandarización de la operación.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las áreas operativas de CEDIS la implementación de acciones correctivas: mediante el seguimiento de compromisos derivados de auditorías y revisiones de control, para cerrar brechas y fortalecer el ambiente de control interno.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los procesos operativos de gestión y control administrativo en los Centros de Distribución, mediante el seguimiento de indicadores, la aplicación de procedimientos normativos y la generación de información de gestión, para contribuir al control interno, la estandarización operativa y la toma de decisiones oportuna en CEDIS.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Determinación de desviaciones que requieren escalamiento inmediato: criterio operativo sobre qué hallazgos de control interno representan riesgos suficientes para ser reportados de forma urgente al Gerente de Área.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actividades de seguimiento en campo: decisión sobre el orden de atención de revisiones y compromisos de control en las unidades de CEDIS bajo su responsabilidad.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Gestión y Control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Nacional Administrativo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{F24EAFBA-8563-42B0-A7E8-0EFEE96047C3}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3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Arial"/>
              <a:buChar char="•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Admin Control CEDIS, Responsable Gestión y Control CEDIS, Responsable Gestoría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{62D5D882-32A8-451F-9E24-56ACB0794D9F}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Admin Control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avances y desviaciones de control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implementación de controles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Nacional Administrativo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Escalar hallazgos críticos de control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Gestión y Control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Nacional Administrativo CEDIS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