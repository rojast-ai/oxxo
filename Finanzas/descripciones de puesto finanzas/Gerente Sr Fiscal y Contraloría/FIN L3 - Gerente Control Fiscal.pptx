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1L7F0s50AUIHl9SPZEkc4NHho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EBA724-1369-4674-872C-CB74C55D492A}">
  <a:tblStyle styleId="{61EBA724-1369-4674-872C-CB74C55D49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3964964-D69F-40FA-B019-AAABD01BACC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el cumplimiento fiscal oportuno ante la diversidad de obligaciones tributarias y la complejidad regulatoria: la multiplicidad de impuestos, jurisdicciones y plazos de cumplimiento demanda procesos de control robustos y capacidad de gestión simultánea de múltiples frentes.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documentación fiscal actualizada y disponible ante el ritmo de cambio de la legislación: la evolución constante de las disposiciones fiscales requiere actualización permanente de los sistemas y procedimientos de documentación y respaldo.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Criterio de aplicación de disposiciones fiscales en situaciones operativas específicas: determinación técnica sobre el tratamiento fiscal correcto de transacciones o eventos particulares de la operación de OXXO, en coordinación con el Gerente Sr cuando la complejidad lo requiera.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actividades de cumplimiento fiscal ante múltiples obligaciones simultáneas: decisión operativa sobre el orden de atención de las obligaciones tributarias en función de sus plazos de vencimiento e impacto en caso de incumplimiento.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cumplimiento de las obligaciones fiscales en materia de impuestos federales, estatales y municipales: mediante la aplicación de los procedimientos y controles definidos, para asegurar la presentación oportuna y correcta de declaraciones y pagos conforme a las disposiciones vigentes.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y mantener las herramientas de documentación y respaldo de los procesos fiscales: mediante la configuración y actualización de los sistemas de soporte fiscal, para garantizar la trazabilidad y disponibilidad de la información ante requerimientos de autoridades o auditores.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el área de Auditorías Fiscales la preparación de información para revisiones de autoridades: mediante el acopio y validación de la documentación fiscal requerida, para asegurar la respuesta oportuna y completa a cada requerimiento regulatorio.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análisis de los cambios en la legislación fiscal y su aplicación en la operación de OXXO: mediante el monitoreo de reformas y disposiciones fiscales vigentes y su traducción en requerimientos operativos, para reportar oportunamente al Gerente Sr los ajustes necesarios en los procesos de cumplimiento.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los puntos de control definidos para el seguimiento del cumplimiento fiscal: mediante la ejecución sistemática de las revisiones y validaciones establecidas, para detectar y corregir desviaciones antes de que generen contingencias o penalidades fiscales.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los procesos relacionados con precios de transferencia: mediante la recopilación de información, el seguimiento de la documentación requerida y la coordinación con las áreas involucradas, para asegurar el cumplimiento de las disposiciones aplicables en esta materia.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actualizar los procedimientos y controles del área de control fiscal: mediante el registro sistemático de los procesos, instrucciones de trabajo y resultados de las revisiones, para mantener la estandarización y la mejora continua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y supervisar los procesos de cumplimiento y control fiscal de OXXO México, mediante la aplicación de las disposiciones fiscales vigentes, la implementación de herramientas de documentación y el seguimiento de las obligaciones tributarias, para garantizar el cumplimiento oportuno de las obligaciones fiscales, reducir riesgos regulatorios y contribuir a la optimización de la carga tributaria de la empresa.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Control Fiscal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Fiscal y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{61EBA724-1369-4674-872C-CB74C55D492A}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Normatividad y Control, Gerente Sr Contraloría, Responsable Auditorías Fiscales, Gerente Gestión Riesgos SI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{D3964964-D69F-40FA-B019-AAABD01BACC6}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cumplimiento fiscal y desviaciones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 Auditorías Fiscales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documentación para revisiones fiscales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datos contables para cumplimiento fiscal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Gerente Control Fiscal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Fiscal y Contraloría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