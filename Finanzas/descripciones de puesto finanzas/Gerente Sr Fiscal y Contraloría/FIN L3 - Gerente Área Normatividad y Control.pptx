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cye29NKQTHa1Frb31QTLRpSCX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3C287B-130D-447E-9BE7-C59F8019F0FF}">
  <a:tblStyle styleId="{BF3C287B-130D-447E-9BE7-C59F8019F0F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7D04C11-495A-4827-9D5A-BE08628F686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y alcance de las revisiones de control interno en las unidades de negocio: criterio técnico sobre qué unidades, procesos o cuentas requieren revisión prioritaria en función del nivel de riesgo identificado y los recursos disponibles.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Determinación de hallazgos de control que requieren escalamiento inmediato al Gerente Sr: decisión sobre qué desviaciones identificadas representan riesgos suficientes para requerir atención urgente de la dirección de Fiscal y Contraloría.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Área Normatividad y Control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Fiscal y Contraloría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4" name="Google Shape;94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0" name="Google Shape;120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5" name="Google Shape;135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{BF3C287B-130D-447E-9BE7-C59F8019F0FF}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Diseñar, implementar y dar seguimiento al sistema de normatividad y control interno de OXXO México, mediante la ejecución de planes de revisión, la homologación de políticas contables y el monitoreo del ambiente de control en las unidades de negocio, para garantizar la integridad de la información financiera, el cumplimiento del marco normativo COSO y la protección del patrimonio de la empresa.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Diseñar e implementar el plan anual de normatividad y control interno: mediante la asignación diferenciada de revisiones en base a criticidad y riesgo en las unidades de negocio, para disminuir la posibilidad de desviaciones y salvaguardar el patrimonio de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ejecución de revisiones de control interno en las unidades de negocio: mediante la aplicación de los criterios, metodologías y herramientas definidos bajo el marco normativo COSO, para identificar brechas de control y propiciar su corrección oportuna.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y reportar los resultados del sistema de control interno al Gerente Sr Fiscal y Contraloría: mediante la consolidación de hallazgos, indicadores de madurez de control y seguimiento de compromisos de mejora, para mantener visibilidad sobre el estado del ambiente de control en la organización.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Homologar criterios y políticas contables alineados con FEMSA e IFRS: mediante la revisión y actualización periódica de los estándares contables aplicables, para asegurar la consistencia normativa en la integración financiera de los negocios de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las áreas operativas la implementación de acciones correctivas derivadas de revisiones: mediante el seguimiento de compromisos y la verificación de su cierre efectivo, para fortalecer el ambiente de control y reducir la recurrencia de desviaciones.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y dar seguimiento a los controles de prevención y detección de fraudes: mediante la aplicación de los mecanismos definidos por el Gerente Sr, incluyendo la adecuada segregación de funciones, para proteger los activos y la integridad de la información financiera.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y actualizar los procedimientos, normas y estándares del área de normatividad y control: mediante el mantenimiento del sistema integrado de gestión de control interno, para asegurar la trazabilidad, consistencia y mejora continua del marco normativo.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cobertura y calidad del control interno en una red de alta dispersión geográfica y alto número de unidades de negocio: la escala nacional de la operación de OXXO demanda mecanismos de revisión eficientes y priorizados que maximicen el impacto del plan de control.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la adopción efectiva de los estándares de control en áreas operativas con distintos niveles de madurez: la heterogeneidad de las unidades de negocio en términos de procesos y capacidades genera resistencia a la estandarización, demandando gestión del cambio activa.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Sr Contraloría, Responsable Auditorías Fiscales, Gerente Control Fiscal, Gerente Gestión Riesgos SI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{F7D04C11-495A-4827-9D5A-BE08628F6869}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resultados y hallazgos de control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Áreas operativas de negocio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implementación de acciones correctivas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criterios de control e información contable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Transformación Procesos Finanzas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transferencia de roles de procesos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Área Normatividad y Control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Fiscal y Contraloría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