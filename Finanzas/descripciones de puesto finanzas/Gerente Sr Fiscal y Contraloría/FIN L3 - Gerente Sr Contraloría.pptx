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3QCKSHAezTFcELb6JywA0dyNi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E8731C-3BB5-488C-84C8-90CD49303006}">
  <a:tblStyle styleId="{43E8731C-3BB5-488C-84C8-90CD493030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3C3C3C1-F379-475A-AA86-127376D6561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Criterio técnico sobre la correcta aplicación de normas contables IFRS en situaciones específicas: determinación sobre el tratamiento contable adecuado de transacciones o eventos complejos, en coordinación con el Gerente Sr y los auditores externos cuando sea necesario.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ajustes y reclasificaciones contables relevantes en el proceso de cierre financiero: decisión operativa sobre correcciones a la información financiera que impacten la precisión y confiabilidad de los estados financieros antes de su emisión.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Supervisar la emisión de información financiera confiable y oportuna bajo normas IFRS: mediante la revisión de los estados financieros por división o segmento de negocio y la validación de su integridad, para asegurar que la información provista a la dirección y a FEMSA cumpla con los estándares contables internacionales.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representación del negocio ante auditoría interna y externa: mediante la gestión del proceso de revisión anual, la preparación de la documentación requerida y el aseguramiento del apego al marco normativo, para garantizar la integridad de los reportes financieros ante los organismos revisores.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monitorear el sistema de control interno orientado a la integridad de los reportes financieros: mediante la aplicación de los controles diseñados bajo el marco COSO para cuentas significativas y procesos de reporte, para prevenir y detectar errores o fraudes en la información financiera.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consolidación financiera de OXXO México: mediante la integración y validación de la información financiera de las distintas divisiones y segmentos del negocio, para asegurar la consistencia y precisión de los reportes consolidados.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dar seguimiento a los criterios y políticas contables alineados con FEMSA e IFRS: mediante la aplicación de las normas definidas por el Gerente Sr en los procesos contables del área, para asegurar la integración financiera homogénea de los negocios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el área de Normatividad y Control el seguimiento a los hallazgos de auditoría: mediante el establecimiento de planes de acción y el monitoreo de su cierre efectivo, para fortalecer el ambiente de control interno y reducir contingencias financieras.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riesgos relevantes para la integridad de la información financiera: mediante el análisis sistemático de los procesos contables y de reporte, para escalar oportunamente al Gerente Sr las situaciones que requieran ajuste de controles o políticas.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Garantizar la integridad, confiabilidad y visibilidad de la información financiera de OXXO México, mediante la supervisión de los estados financieros bajo normas IFRS, la representación del negocio ante auditorías y la implementación del sistema de control interno, para asegurar la correcta emisión de reportes financieros, el cumplimiento del marco normativo contable y la protección del patrimonio de la empresa.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{43E8731C-3BB5-488C-84C8-90CD49303006}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Blindar la integridad de la información financiera en una operación de alto volumen y gran diversidad de centros de trabajo: la escala y complejidad de la operación de OXXO demanda procesos de revisión y validación robustos para asegurar la consistencia y confiabilidad de los reportes financieros consolidados.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aplicación correcta de las normas contables vigentes y dimensionar el impacto de nuevas disposiciones: la evolución continua de los estándares IFRS y las políticas de FEMSA demanda actualización constante y capacidad de análisis de impacto para su implementación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Normatividad y Control, Responsable Auditorías Fiscales, Gerente Control Fiscal, Gerente Gestión Riesgos SI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{53C3C3C1-F379-475A-AA86-127376D65612}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integridad de información financiera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Normatividad y Control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control interno y hallazgos de auditoría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datos contables para consolidación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Auditores externos e internos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proceso de revisión anual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