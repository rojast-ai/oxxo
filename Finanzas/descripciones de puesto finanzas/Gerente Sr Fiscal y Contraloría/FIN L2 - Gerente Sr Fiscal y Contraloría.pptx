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Bd82Mna/6B5p0xJS6SILJwiqI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5DB52C-A346-4999-B5D3-454D0FB36511}">
  <a:tblStyle styleId="{DE5DB52C-A346-4999-B5D3-454D0FB3651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6BC6A0F7-5628-488F-8F9E-1C1A4250E50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Definición y negociación de estrategias fiscales y de optimización tributaria: determinación de los enfoques y medidas para la implementación de cambios regulatorios, la recuperación de saldos a favor y la mitigación de riesgos derivados de reformas fiscales.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Determinación del entorno de control interno y gestión de riesgos: definición de los controles, actividades de monitoreo, sistemas de información y mecanismos de supervisión que rigen el ambiente de control de OXXO México bajo el marco COSO.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Definir y dirigir la estrategia fiscal de OXXO México: mediante la planeación, aprobación e implementación de estrategias que optimicen la carga tributaria en materia de impuestos federales, estatales, municipales y precios de transferencia, para asegurar el cumplimiento de las disposiciones fiscales aplicables y proteger el patrimonio del negocio.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Garantizar la gestión y atención de requerimientos de autoridades fiscales y auditores: mediante el seguimiento a revisiones de autoridades municipales, estatales y federales, así como auditorías externas e internas, para salvaguardar el patrimonio del negocio evitando penalidades y contingencias fiscales.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Supervisar la recuperación de saldos de impuestos a favor: mediante la planeación y análisis de los medios óptimos de recuperación, para evitar el menoscabo del patrimonio de la empresa y optimizar el flujo de recursos fiscales.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Evaluar y gestionar el impacto de reformas fiscales futuras: mediante el análisis anticipado de cambios en la legislación y el diseño de estrategias de mitigación, para asegurar la adaptación oportuna del negocio a los nuevos requerimientos regulatorios.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Asegurar la eficiencia del Sistema de Control Interno bajo el marco normativo COSO: mediante el diseño de controles en procesos relacionados con cuentas significativas, la definición de segregación de funciones y los mecanismos de prevención y detección de fraudes, para garantizar la salvaguarda de activos y la integridad de la información financiera.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Garantizar la emisión de información financiera confiable y oportuna: mediante la supervisión de los estados financieros bajo normas IFRS y la homologación de criterios y políticas contables alineados con FEMSA, para asegurar la integridad, relevancia y visibilidad de la información por división o segmento de negocio.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Representar al negocio ante auditoría interna y externa: mediante la coordinación del proceso de revisión anual y el aseguramiento del apego al marco normativo, para garantizar la integridad de los reportes financieros ante los distintos organismos revisores.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Gobernar el sistema de prevención de operaciones ilícitas, lavado de dinero y financiamiento al terrorismo: mediante el diseño e implementación de metodologías basadas en modelos de inteligencia y ciencia de datos, para reducir la pérdida y el fraude monetario en la operación de OXXO.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Monitorear la cultura de control interno en todas las unidades de negocio: mediante el diseño de un sistema integrado y centralizado de gestión que contemple planes de trabajo, normas y mecanismos de verificación y evaluación, para asegurar la estandarización del ambiente de control en la operación nacional.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Fiscal y Contraloría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Finanzas OXXO MX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5" name="Google Shape;95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99" name="Google Shape;9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0" name="Google Shape;10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1" name="Google Shape;121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" name="Google Shape;135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6" name="Google Shape;136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{DE5DB52C-A346-4999-B5D3-454D0FB36511}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Definir, dirigir y consolidar la estrategia fiscal y de control interno de OXXO México, mediante la implementación de disposiciones fiscales aplicables, el establecimiento de ambientes de control que salvaguarden los recursos del negocio, y la emisión de información financiera confiable bajo normas internacionales IFRS, para garantizar el cumplimiento normativo, la integridad de la información financiera y la protección del patrimonio de la empresa.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Gestionar el cumplimiento fiscal y de control interno en una operación de alta dispersión geográfica y gran volumen de transacciones: la diversidad de legislaciones locales, la cantidad de centros de trabajo y el volumen de información generan complejidad creciente para mantener estándares óptimos de control y cumplimiento a nivel nacional.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Anticipar y gestionar el impacto de reformas fiscales y cambios normativos en el negocio: la velocidad de los cambios regulatorios demanda capacidad de análisis anticipado y coordinación transversal con múltiples áreas para implementar los ajustes requeridos sin afectar la continuidad operativa.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Google Shape;148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{6BC6A0F7-5628-488F-8F9E-1C1A4250E508}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Finanzas OXXO MX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estrategia fiscal y de control interno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Servicios Compartidos Admvo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información contable e integridad financiera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Transformación Procesos Finanzas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transferencia de roles de procesos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Dirección Jurídica / Legal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gestión de requerimientos fiscales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Autoridades fiscales externas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Atender requerimientos y auditorías regulatorias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Según Requerimiento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" name="Google Shape;149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reportes directos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Área Normatividad y Control, Gerente Sr Contraloría, Responsable Auditorías Fiscales, Gerente Control Fiscal, Gerente Gestión Riesgos SI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Sr Nacional Administrativo CEDIS, Director Nacional Admvo OXXO, Gte. Sr Planeación Financiera y Análisis &amp; Commercial Finance, Gte. Sr Servicios Compartidos Admvo, Gte. Sr Transformación Procesos Finanzas, Gte. Sr Legal, Gte. Sr Asuntos Corporativos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Fiscal y Contraloría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Finanzas OXXO MX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