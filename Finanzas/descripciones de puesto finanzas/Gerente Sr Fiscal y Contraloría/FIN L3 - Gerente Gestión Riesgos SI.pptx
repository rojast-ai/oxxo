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nwcfmZsa4YYxdKPbtxIAr9cp9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DBD20C-43EA-4260-AFF5-7872C95BF998}">
  <a:tblStyle styleId="{62DBD20C-43EA-4260-AFF5-7872C95BF9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2A129ED-38F6-46D6-8C53-39CDB9051FE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Desarrollar modelos de detección de riesgo suficientemente precisos para una operación de altísimo volumen transaccional: la escala de la operación de OXXO genera un volumen masivo de datos que demanda capacidades analíticas avanzadas para distinguir operaciones sospechosas sin generar un exceso de falsas alertas.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Mantenerse actualizado ante la evolución de las tipologías de fraude y los requerimientos regulatorios de prevención: la sofisticación creciente de los esquemas de fraude y lavado de dinero, combinada con los cambios normativos, demanda actualización continua de las metodologías y modelos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los parámetros y criterios de los modelos de detección de riesgo y fraude: criterio técnico sobre las variables, umbrales y metodologías que determinan la sensibilidad y efectividad de los modelos de prevención de operaciones ilícitas y fraude monetario.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alertas y casos que requieren escalamiento inmediato al Gerente Sr o a las autoridades: decisión sobre qué operaciones o patrones identificados representan riesgos suficientes para activar los mecanismos de reporte regulatorio o de atención urgente interna.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Diseñar e implementar la metodología de prevención de lavado de dinero y financiamiento al terrorismo: mediante el desarrollo de modelos basados en inteligencia y ciencia de datos, para asegurar el cumplimiento del sistema de prevención de operaciones ilícitas establecido para OXXO México.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Desarrollar y mantener los modelos de detección y reducción de fraude monetario: mediante la construcción de soluciones analíticas que identifiquen patrones de riesgo en la operación, para reducir la pérdida económica y fortalecer la seguridad financiera de la empresa.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implementación del sistema integrado de gestión de riesgos en las unidades de negocio: mediante la aplicación de los controles y mecanismos definidos bajo el marco normativo vigente, para asegurar la adopción efectiva de las medidas de prevención a nivel operativo.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de exposición al riesgo y efectividad de los controles de prevención: mediante la consolidación de indicadores y resultados de los modelos de detección, para proveer al Gerente Sr información oportuna sobre el estado del riesgo en la operación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alertas de operaciones sospechosas o de alto riesgo: mediante el monitoreo sistemático de los modelos de detección y la revisión de transacciones relevantes, para escalar oportunamente al Gerente Sr los casos que requieran atención o escalamiento regulatorio.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las áreas de Normatividad, Contraloría y Legal la gestión de casos de riesgo identificados: mediante la interacción con los equipos relevantes y el seguimiento de los casos hasta su resolución, para asegurar la correcta atención de las situaciones de riesgo con el respaldo normativo y legal requerido.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las metodologías, modelos y procedimientos del área de gestión de riesgos SI: mediante el registro sistemático de los procesos, criterios de detección y resultados, para mantener la trazabilidad y la mejora continua del sistema de prevención.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 e implementar los modelos y metodologías de gestión de riesgos y prevención de operaciones ilícitas en OXXO México, mediante el desarrollo de soluciones basadas en inteligencia y ciencia de datos, para reducir la pérdida y el fraude monetario, garantizar el cumplimiento del sistema de prevención de lavado de dinero y financiamiento al terrorismo, y contribuir a la protección del patrimonio y la integridad operativa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Gestión Riesgos SI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{62DBD20C-43EA-4260-AFF5-7872C95BF998}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Normatividad y Control, Gerente Sr Contraloría, Responsable Auditorías Fiscales, Gerente Control Fiscal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{52A129ED-38F6-46D6-8C53-39CDB9051FE8}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riesgos, alertas y efectividad de modelos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Normatividad y Control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gestión de casos de riesgo identificados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Legal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atención legal de casos de riesgo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habilitación tecnológica de modelos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Gestión Riesgos SI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