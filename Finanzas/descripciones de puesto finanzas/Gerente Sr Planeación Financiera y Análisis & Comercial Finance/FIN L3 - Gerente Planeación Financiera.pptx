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vIt4/ep6TtDx6JlWEClflOP31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DFDB25-8A81-4E24-803C-31DF6A88709B}">
  <a:tblStyle styleId="{4CDFDB25-8A81-4E24-803C-31DF6A88709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851FAC56-154B-4647-8085-8387324B2B2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Definición de los supuestos y metodologías del proceso de planeación financiera: criterio técnico sobre las variables y parámetros que determinan la construcción del presupuesto y las previsiones, asegurando su consistencia con la estrategia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análisis y reportes financieros a generar: decisión operativa sobre qué información es más relevante y urgente de producir en función de las necesidades del Gerente Sr y de los socios comerciales.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el proceso de presupuestación anual y previsiones continuas de las funciones asignadas: mediante la recopilación, validación y consolidación de los insumos de las plataformas y áreas del negocio, para garantizar la precisión, coherencia y oportunidad del proceso de planeación financiera.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el análisis de variaciones del desempeño financiero real versus lo planeado: mediante el seguimiento sistemático de los indicadores clave y la identificación de desviaciones relevantes, para generar diálogos de acción con los socios comerciales orientados al cumplimiento de los objetivos.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Desarrollar modelos financieros para la planeación, análisis de escenarios y pruebas de sensibilidad: mediante la construcción de herramientas robustas y escalables que reflejen los principales drivers del negocio, para proveer información accionable al Gerente Sr y a los líderes de plataforma.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Generar los reportes financieros periódicos para los responsables de función y la dirección financiera: a través de la consolidación y visualización de la información de desempeño, para asegurar la disponibilidad oportuna de datos confiables que sustenten la toma de decisiones.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las plataformas y funciones el flujo de información para el proceso de planeación: mediante la gestión del calendario de planeación y el seguimiento de compromisos de entrega de cada área, para asegurar la disciplina y eficiencia del proceso de planeación financiera.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tendencias y factores clave que impactan el desempeño financiero del negocio: mediante el análisis de datos históricos, proyecciones y variables del entorno, para anticipar riesgos y oportunidades relevantes para la dirección financiera.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análisis de apoyo a la toma de decisiones operativas y estratégicas: mediante el desarrollo de modelos de escenarios, análisis de inversiones y análisis de costos, para actuar como asesor financiero de las partes interesadas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Planeación Financiera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Planeación Financiera y Análisis &amp; Commercial Finance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5" name="Google Shape;95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0" name="Google Shape;10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1" name="Google Shape;121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6" name="Google Shape;136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{4CDFDB25-8A81-4E24-803C-31DF6A88709B}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Elaborar y dar seguimiento al proceso integral de planeación financiera de OXXO, mediante la gestión del presupuesto anual, las previsiones continuas y el análisis de desempeño financiero, para proveer información oportuna, confiable y accionable que sustente la toma de decisiones estratégicas y operativas del negocio.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calidad y oportunidad del proceso de planeación ante un entorno de negocio dinámico y complejo: la velocidad de los cambios en el negocio demanda actualización constante de los modelos y previsiones, generando tensión entre rigor analítico y velocidad de entrega.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Integrar información financiera proveniente de múltiples plataformas con distintos niveles de madurez de datos: las diferencias en la calidad, formato y oportunidad de la información entre áreas complican la consolidación y confiabilidad de los reportes financieros.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{851FAC56-154B-4647-8085-8387324B2B2E}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Planeación Financiera y Análisis &amp; CF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avances del proceso de planeación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Directores y líderes de plataforma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insumos del proceso presupuestal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Commercial Finance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análisis financiero y comercial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datos contables para planeación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Commercial Finance, Gerente BP Finanzas Plataformas RH, TI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Planeación Financiera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Gerente Sr Planeación Financiera y Análisis &amp; Commercial Finance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