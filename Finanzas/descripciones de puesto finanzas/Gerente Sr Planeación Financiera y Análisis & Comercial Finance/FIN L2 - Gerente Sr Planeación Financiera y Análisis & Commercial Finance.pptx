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pkUfMfgGA7hKPvKjH3hSTwE6s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5E3E1D-012A-41E4-A3C7-F8304B807E38}">
  <a:tblStyle styleId="{005E3E1D-012A-41E4-A3C7-F8304B807E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5F85999-0487-431F-9CDB-B0C801F96A4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Medir el impacto en el valor del negocio de distintas estrategias y cambios en factores internos o externos: la complejidad y velocidad del entorno demandan modelos financieros suficientemente robustos para anticipar consecuencias y orientar decisiones estratégicas con información oportuna y confiable.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 relación con múltiples plataformas y sus Business Partners para optimizar recursos y estrategia: la transversalidad del rol demanda capacidad de influencia y coordinación efectiva con directores de distintas plataformas, equilibrando rigor financiero con velocidad de respuesta al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los parámetros y modelos financieros que rigen la toma de decisiones comerciales: determinación de los criterios, supuestos y metodologías de análisis que garantizan que las decisiones del negocio estén basadas en información confiable y maximicen la rentabilidad.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análisis, escenarios y alertas de riesgo financiero a escalar a la dirección: criterio estratégico sobre qué variaciones, riesgos o hallazgos financieros requieren atención inmediata de la Dirección de Finanzas o de los líderes de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Gobernar el proceso integral de planeación financiera de OXXO: mediante la gestión del presupuesto anual, las previsiones continuas y el calendario de planificación, coordinando las aportaciones de las plataformas y funciones, para garantizar la precisión, coherencia y responsabilidad del proceso.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Supervisar el desempeño financiero real versus lo planeado: a través del análisis de variaciones y la generación de diálogos de desempeño con los socios comerciales, para asegurar el cumplimiento de los objetivos financieros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el modelado y análisis financiero del negocio: mediante el desarrollo de modelos robustos y escalables para la planificación, análisis de escenarios y pruebas de sensibilidad, para obtener información accionable sobre los principales factores y tendencias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la presentación de informes financieros oportunos y relevantes: a través de la generación de reportes para los responsables de funciones y la dirección financiera, para asegurar la disponibilidad de información confiable que sustente la toma de decisiones estratégicas y operativas.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el modelamient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 de trade-offs económicos para la toma de decisiones comerciales: mediante el desarrollo de parámetros y análisis de escenarios que respalden decisiones comerciales de alto impacto, para garantizar que las decisiones del negocio estén basadas en datos y maximicen la rentabilidad.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y analizar el rendimiento del margen bruto y la rentabilidad: mediante el seguimiento sistemático de sus drivers clave, la identificación anticipada de riesgos y la comunicación oportuna a los líderes del negocio, para proteger los resultados financieros y la sostenibilidad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Supervisar el soporte financiero a los Business Partners de las plataformas: mediante la gestión de la relación con los directores de cada plataforma y sus BPs de Finanzas, para optimizar el uso de recursos y asegurar una estrategia clara de productividad por plataforma.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la maduración de la cultura financiera en la organización: mediante el desarrollo de capacidades, herramientas y espacios de colaboración con líderes no financieros, para promover la toma de decisiones basada en datos a lo largo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Actuar como asesor estratégico del negocio en temas de rentabilidad y riesgo financiero: mediante la provisión de evaluaciones financieras, análisis de acuerdos con socios y visibilidad unificada de ingresos y márgenes, para respaldar las decisiones estratégicas de las plataformas y la dirección.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{005E3E1D-012A-41E4-A3C7-F8304B807E38}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Fungir como copiloto financiero del negocio, habilitando y homologando la información financiera con la finalidad de co-crear y participar en la estrategia del negocio, asegurando la rentabilidad mediante la provisión de KPIs, análisis y modelos financieros que promuevan la toma de decisiones confiables, basadas en datos y alineadas a los objetivos estratégicos de OXXO. Asimismo, liderar el soporte a la toma de decisiones comerciales a través del desarrollo de casos de negocio, evaluaciones financieras e identificación de riesgos, impulsando la maduración de la cultura financiera a lo largo de la organización.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{E5F85999-0487-431F-9CDB-B0C801F96A47}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Finanzas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estrategia financiera y reportar desempeño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Comercial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Soportar decisiones comerciales con análisis financiero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Directores de Plataforma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soporte financiero y alineación de BPs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información financiera y normatividad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datos contables para reporteo financiero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Planeación Financiera, Gerente Commercial Finance, Gerente BP Finanzas Plataformas RH, TI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Sr Nacional Administrativo CEDIS, Director Nacional Admvo OXXO, Gte. Sr Fiscal y Contraloría, Gte. Sr Servicios Compartidos Admvo, Gte. Sr Transformación Procesos Finanzas, Gte. Sr Legal, Gte. Sr Asuntos Corporativos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Planeación Financiera y Análisis &amp; Commercial Finance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Finanzas OXXO MX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