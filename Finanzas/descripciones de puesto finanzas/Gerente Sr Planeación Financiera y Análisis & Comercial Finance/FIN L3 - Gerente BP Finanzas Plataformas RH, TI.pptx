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gr3DbiHNXWPYJ2UXjmAHOW2l+6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4FE69E-C8BA-4558-8157-8DB236555BE0}">
  <a:tblStyle styleId="{F44FE69E-C8BA-4558-8157-8DB236555BE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133B3D35-6C6F-4966-93DA-D0E5BC8E997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6" name="Google Shape;1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Traducir la dinámica operativa de plataformas de naturaleza no financiera en análisis financieros relevantes y accionables: RH y TI operan con lógicas y métricas distintas a las financieras, lo que demanda capacidad de comprensión del negocio para generar información verdaderamente útil para sus líderes.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Mantener la alineación financiera con dos plataformas de alta actividad y presupuestos complejos: la amplitud del alcance del rol —cubriendo simultáneamente RH y TI— genera demanda constante de análisis, requiriendo capacidad de priorización y gestión del tiempo efectiva.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Definición de los supuestos y parámetros financieros de los presupuestos de RH y TI: criterio técnico sobre las variables que determinan la construcción de los modelos financieros de las plataformas asignadas, en coordinación con sus líderes.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Priorización de análisis y reportes financieros a generar para RH y TI: decisión operativa sobre qué información es más urgente y relevante de producir en función de las necesidades del Gerente Sr y de los directores de plataforma.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y dar seguimiento al presupuesto anual y las previsiones de las plataformas RH y TI: mediante la recopilación de insumos, la construcción de modelos financieros y la validación con los líderes de cada plataforma, para asegurar la precisión y consistencia del proceso de planeación financiera de las áreas asignadas.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el análisis de variaciones del desempeño financiero de RH y TI: mediante el seguimiento de indicadores clave versus lo planeado y la identificación de desviaciones relevantes, para generar información accionable que sustente las decisiones de los líderes de cada plataforma.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Generar información y asesoramiento sobre el impacto financiero de las decisiones de RH y TI: mediante la elaboración de análisis, evaluaciones de costo y proyecciones de impacto, para apoyar a los líderes no financieros de las plataformas asignadas en su toma de decisiones.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reportes financieros periódicos de las plataformas RH y TI: a través de la consolidación y visualización de los indicadores de gasto, inversión y desempeño financiero, para proveer información oportuna y confiable al Gerente Sr y a los directores de cada plataforma.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con los líderes de RH y TI el flujo de información para el proceso de planeación: mediante la gestión de los compromisos de entrega de cada área y el seguimiento del calendario de planeación, para asegurar la disciplina y oportunidad del proceso presupuestal.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Apoyar la vinculación de los factores financieros y operativos para explicar el desempeño de RH y TI: mediante el análisis integrado de variables financieras y operativas de cada plataforma, para proveer una explicación completa y contextualizada de los resultados a los líderes del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Identificar y reportar riesgos financieros en las plataformas RH y TI: mediante el monitoreo de variaciones relevantes y la anticipación de impactos en el gasto o la inversión, para escalar oportunamente al Gerente Sr las situaciones que requieran atención o ajuste presupuestal.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BP Finanzas Plataformas RH, TI</a:t>
            </a:r>
            <a:endParaRPr b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Planeación Financiera y Análisis &amp; Commercial Finance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6" name="Google Shape;96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99" name="Google Shape;9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0" name="Google Shape;10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1" name="Google Shape;101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" name="Google Shape;121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2" name="Google Shape;122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6" name="Google Shape;136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7" name="Google Shape;137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{F44FE69E-C8BA-4558-8157-8DB236555BE0}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8" name="Google Shape;138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Ejecutar el soporte financiero a las plataformas de Recursos Humanos y Tecnología de la Información de OXXO, mediante la elaboración de presupuestos, el seguimiento del desempeño financiero y la generación de información y asesoramiento para los líderes de cada plataforma, para contribuir a la toma de decisiones basada en datos, la alineación financiera y la optimización del gasto en las plataformas asignadas.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8" name="Google Shape;148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{133B3D35-6C6F-4966-93DA-D0E5BC8E9973}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Planeación Financiera y Análisis &amp; CF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desempeño financiero de RH y TI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Director Recursos Humanos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Proveer soporte financiero y presupuestal a RH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Director TI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Proveer soporte financiero y presupuestal a TI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Planeación Financiera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planeación y consolidación financiera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9" name="Google Shape;149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Planeación Financiera, Gerente Commercial Finance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BP Finanzas Plataformas RH, TI</a:t>
            </a:r>
            <a:endParaRPr b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Planeación Financiera y Análisis &amp; Commercial Finance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