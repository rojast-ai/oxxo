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LgCxoCIq5QoCSKPhuKo+dRtoJ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CA59A1-D2D1-4CFD-94B1-43A450A1AC59}">
  <a:tblStyle styleId="{6BCA59A1-D2D1-4CFD-94B1-43A450A1AC5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5F5AEC40-ACB1-441B-87B1-1F26D7BA108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la complejidad legal de una red logística nacional con alta dispersión geográfica y diversidad de acuerdos contractuales: la cantidad de CEDIS, rutas de distribución y proveedores logísticos genera una demanda variada y constante de atención legal, demandando capacidad de priorización y respuesta ágil.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Alinear los marcos contractuales de la CdS con la evolución del modelo logístico en el contexto FFP: los cambios en la estructura y operación de la Cadena de Suministro derivados del diseño To-Be demandan revisión y actualización continua de los instrumentos contractuales y marcos legales aplicables.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Criterio de validación legal de contratos logísticos fuera de los formatos estándar: determinación técnica sobre qué términos o condiciones en los contratos de la CdS representan riesgos jurídicos para el negocio y requieren ajuste o escalamiento al Gerente Sr antes de su firma.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Priorización de requerimientos legales de la Cadena de Suministro según urgencia e impacto operativo: decisión sobre el orden de atención de los casos en función del riesgo que implica su demora para la continuidad de la operación logística de OXXO.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la revisión y análisis legal de contratos y acuerdos de la Cadena de Suministro: mediante la validación jurídica de los términos y condiciones con proveedores logísticos, transportistas y socios de la cadena de suministro, para asegurar que los acuerdos de la CdS cuenten con el respaldo legal requerido.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las contingencias y litigios legales de la Cadena de Suministro: mediante el seguimiento activo de los casos, la elaboración de la estrategia de defensa y la coordinación con despachos externos cuando aplique, para minimizar riesgos y proteger los intereses de la operación logística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con el área de Gestoría la atención de trámites legales y regulatorios de CEDIS y Distribución: mediante la interacción oportuna con el equipo del Gerente Sr Nacional Administrativo CEDIS, para asegurar la correcta gestión de los requerimientos legales que impactan la operación logística.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Asesorar al área de Cadena de Suministro en procesos legales, negociaciones y contingencias: mediante la generación de opiniones legales y el apoyo directo en situaciones que requieran criterio jurídico, para dar factibilidad legal a las decisiones e iniciativas de la operación logística.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y actualizar los formatos de contratos aplicables a la operación de la Cadena de Suministro: mediante el desarrollo y revisión de los instrumentos contractuales estándar para CEDIS, Distribución y proveedores logísticos, para asegurar la protección jurídica adecuada de los acuerdos de la CdS.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reportar riesgos legales relevantes para la operación logística: mediante el análisis de los contratos y acuerdos vigentes y el monitoreo del entorno regulatorio aplicable a la cadena de suministro, para alertar oportunamente al Gerente Sr sobre situaciones que requieran atención.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los contratos, casos y procedimientos legales de la Cadena de Suministro: mediante el mantenimiento actualizado de los expedientes y registros jurídicos del área, para asegurar la trazabilidad y disponibilidad de la información ante revisiones o contingencias futuras.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y dar seguimiento a los requerimientos y contingencias legales de la Cadena de Suministro de OXXO México, mediante el análisis jurídico de contratos, acuerdos logísticos y situaciones de riesgo legal en CEDIS y Distribución, para otorgar seguridad jurídica a la operación de la cadena de suministro, mitigar riesgos contractuales y apoyar la continuidad operativa de la red logística del negocio.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Legal CdS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Legal y Regulatorio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{6BCA59A1-D2D1-4CFD-94B1-43A450A1AC59}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Responsable Legal (i78), Gerente Área Cumplimiento, Gerente Sr Legal Operaciones, Gerente Área Legal Comercial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{5F5AEC40-ACB1-441B-87B1-1F26D7BA108C}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Legal y Regulatorio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estatus legal y contingencias de CdS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Dirección Cadena de Suministro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Asesorar en contratos y contingencias logísticas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Nacional Administrativo CEDIS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trámites y requerimientos legales CdS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Despachos externos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estrategia en litigios logísticos relevantes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Según Requerimiento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Legal CdS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Legal y Regulatorio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