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ALV0qVko9bML5y5JwpKwJS38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D18A97-9B57-4F7D-9053-B44081DD37EF}">
  <a:tblStyle styleId="{22D18A97-9B57-4F7D-9053-B44081DD37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49DD1CC3-2978-4ECE-BF7C-7CF9E54C47F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Legal (i78)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4" name="Google Shape;94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0" name="Google Shape;120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5" name="Google Shape;135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{22D18A97-9B57-4F7D-9053-B44081DD37EF}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Gestionar y dar seguimiento a los requerimientos y contingencias legales de la plataforma i78 de OXXO México, mediante el análisis jurídico de casos, la elaboración de documentos legales y la coordinación con las áreas involucradas, para otorgar seguridad jurídica a la operación de la plataforma y mitigar riesgos legales que puedan afectar su continuidad y desarrollo.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análisis y atención de los requerimientos legales de la plataforma i78: mediante la revisión jurídica de casos, contratos y situaciones que surjan en la operación diaria, para asegurar que las actividades de la plataforma se desarrollen apegadas a derecho y con la seguridad jurídica requerida.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revisar los documentos legales requeridos por la operación de i78: mediante el desarrollo de contratos, opiniones legales y demás instrumentos jurídicos aplicables, para otorgar el respaldo legal necesario a los procesos y acuerdos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áreas operativas de i78 la atención de contingencias legales: mediante la interacción oportuna con los equipos responsables y la canalización de casos al Gerente Sr cuando la complejidad lo requiera, para asegurar la resolución efectiva de las situaciones de riesgo legal.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Dar seguimiento a los litigios y procesos legales activos de la plataforma i78: mediante el monitoreo del estatus de cada caso y la coordinación con los despachos externos cuando aplique, para asegurar la atención oportuna y la protección del patrimonio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riesgos legales relevantes para la operación de i78: mediante el análisis sistemático de la operación y la detección de situaciones que puedan generar contingencias, para alertar oportunamente al Gerente Sr y proponer medidas preventivas o correctivas.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Asesorar a los líderes de i78 en procesos legales y contingencias: mediante la generación de opiniones legales y el apoyo en negociaciones con terceros, para dar factibilidad legal a los proyectos e iniciativas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casos, contratos y procedimientos legales gestionados para la plataforma i78: mediante el registro actualizado de los expedientes y compromisos, para mantener la trazabilidad legal de la operación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priorización de requerimientos legales de i78 según urgencia e impacto: determinación operativa sobre el orden de atención de los casos en función del riesgo que implica su demora para la continuidad de la plataforma.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casos que requieren escalamiento al Gerente Sr o a despachos externos: decisión sobre qué situaciones legales superan el alcance del rol y requieren el involucramiento de niveles superiores o asesoría legal especializada.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los requerimientos legales de una plataforma en evolución constante con regulación específica: la naturaleza particular de i78 demanda conocimiento jurídico especializado y capacidad de adaptación ante cambios en la operación y el entorno regulatorio de la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continuidad operativa de i78 ante contingencias legales en un entorno de alta velocidad de negocio: la dinámica de la plataforma genera presión constante sobre los tiempos de respuesta legal, demandando agilidad jurídica sin comprometer el rigor del análisis.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Cumplimiento, Gerente Sr Legal Operaciones, Gerente Área Legal Comercial, Gerente Legal CdS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{49DD1CC3-2978-4ECE-BF7C-7CF9E54C47F0}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legal y escalar contingencias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Operación plataforma i78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requerimientos legales operativos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Despachos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atención de litigios especializados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Legal (i78)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