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go7j68JfEmL5ucbXSeFoVvSXSM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61F230E-57E3-4D96-98D0-06A24765CC64}">
  <a:tblStyle styleId="{A61F230E-57E3-4D96-98D0-06A24765CC6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A6488F94-D58B-4713-AF51-F56F0FE587AC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Noto Sans Symbols"/>
              <a:buChar char="▪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Dar cobertura legal oportuna a una operación de alta dispersión geográfica y alto volumen de contingencias: la escala nacional de la red de tiendas OXXO genera una demanda constante y variada de atención legal operativa, demandando capacidad de priorización y respuesta ágil sin comprometer el rigor jurídico.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Noto Sans Symbols"/>
              <a:buChar char="▪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Asegurar el apego de las plazas a los contratos y marcos legales autorizados en un entorno operativo dinámico: la diversidad de situaciones en campo y la rotación de equipos operativos generan riesgo de desviaciones del marco contractual, demandando acompañamiento legal activo y capacitación continua.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Definición de la estrategia legal en litigios y contingencias operativas de impacto significativo: criterio técnico sobre el enfoque jurídico más adecuado para cada caso operativo relevante, incluyendo la determinación de cuándo involucrar despachos externos especializados.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Priorización de requerimientos legales operativos según urgencia e impacto en la continuidad del negocio: decisión sobre el orden de atención de los casos en función del riesgo que implica su demora para la operación de tiendas y plazas a nivel nacional.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Ejecutar el análisis y atención de los requerimientos legales de la operación de tiendas y plazas: mediante la revisión jurídica de casos, contratos y situaciones operativas que requieran atención legal, para asegurar que la operación diaria de la red de tiendas se desarrolle dentro del marco legal aplicable.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Gestionar los litigios y procesos legales operativos de OXXO a nivel nacional: mediante el seguimiento activo de los casos, la coordinación con los despachos externos relevantes y la elaboración de la estrategia de defensa correspondiente, para minimizar riesgos y obtener resultados favorables para el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y revisar los documentos legales requeridos por la operación de tiendas: mediante el desarrollo y validación de contratos, poderes, opiniones legales y demás instrumentos jurídicos aplicables a la operación, para otorgar seguridad jurídica a las actividades del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con los Gerentes de Plaza y Región la atención de contingencias legales operativas: mediante la asesoría oportuna y el seguimiento de compromisos, para asegurar la resolución efectiva de las situaciones de riesgo legal en campo sin afectar la continuidad de la operación.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Representar al negocio ante autoridades en temas legales operativos: mediante la conducción de gestiones con instancias gubernamentales relevantes para la operación de tiendas, para asegurar que los proyectos y operaciones de OXXO puedan desarrollarse de forma oportuna.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Identificar y reportar riesgos legales relevantes para la operación de la red de tiendas: mediante el análisis sistemático de las contingencias recurrentes y el monitoreo del entorno regulatorio operativo, para alertar oportunamente al Gerente Sr y proponer medidas preventivas.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Asesorar a los clientes internos operativos en procesos legales y negociaciones: mediante la generación de opiniones legales y el apoyo en situaciones que requieran criterio jurídico, para dar factibilidad legal a las decisiones y proyectos del área operativa.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Gestionar y dar seguimiento a los requerimientos y contingencias legales de la operación de tiendas y plazas OXXO a nivel nacional, mediante el análisis jurídico de casos, la elaboración de documentos legales, la gestión de litigios operativos y la asesoría a clientes internos, para otorgar seguridad jurídica a la operación del negocio, mitigar riesgos legales y asegurar la continuidad operativa de la red de tiendas.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Sr Legal Operaciones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Legal y Regulatorio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" name="Google Shape;97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8" name="Google Shape;98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2" name="Google Shape;10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3" name="Google Shape;10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4" name="Google Shape;124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" name="Google Shape;138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9" name="Google Shape;139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{A61F230E-57E3-4D96-98D0-06A24765CC64}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Responsable Legal (i78), Gerente Área Cumplimiento, Gerente Área Legal Comercial, Gerente Legal CdS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{A6488F94-D58B-4713-AF51-F56F0FE587AC}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Sr Legal y Regulatorio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Reportar estatus de litigios y contingencias operativas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Gerentes de Plaza y Región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Asesorar en contingencias legales operativas en campo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Área Cumplimiento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criterios de cumplimiento en operación de tiendas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Despachos externos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estrategia en litigios operativos relevantes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Según Requerimiento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Sr Legal Operaciones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Legal y Regulatorio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