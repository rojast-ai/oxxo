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1keNyfQ3zfDrklGKJufuvjTa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1CDC55-12A2-4A5A-AA3D-545C58BD06A5}">
  <a:tblStyle styleId="{631CDC55-12A2-4A5A-AA3D-545C58BD06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EC897ABD-6E6A-4AC1-84CA-522A5C2BB994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Priorización de revisiones de cumplimiento según criticidad regulatoria e impacto operativo: criterio técnico sobre qué obligaciones, áreas o procesos requieren atención prioritaria en función del riesgo de incumplimiento y sus consecuencias para el negocio.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Char char="▪"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Determinación de hallazgos de cumplimiento que requieren escalamiento inmediato al Gerente Sr: decisión sobre qué desviaciones identificadas representan un riesgo legal o regulatorio suficiente para requerir atención urgente de la dirección legal del negocio.	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Cumplimiento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{631CDC55-12A2-4A5A-AA3D-545C58BD06A5}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Diseñar, implementar y dar seguimiento al programa de cumplimiento legal y regulatorio de OXXO México, mediante el desarrollo de políticas, la supervisión del apego a las disposiciones aplicables y la coordinación con las áreas del negocio, para asegurar que la operación de la compañía se desarrolle dentro del marco normativo vigente, mitigando riesgos de incumplimiento y protegiendo el patrimonio y reputación del negocio.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Diseñar e implementar el programa de cumplimiento legal y regulatorio de OXXO México: mediante el desarrollo de políticas, procedimientos y mecanismos de verificación alineados al marco normativo aplicable, para asegurar que la operación de la compañía se desarrolle apegada a las disposiciones legales vigentes.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el monitoreo del cumplimiento de las obligaciones legales y regulatorias en las unidades de negocio: mediante la ejecución de revisiones periódicas y el seguimiento de los indicadores de cumplimiento, para identificar desviaciones y propiciar su corrección oportuna.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y reportar los indicadores de desempeño del programa de cumplimiento: mediante la consolidación periódica de los resultados de las revisiones y el estatus de las obligaciones regulatorias, para proveer al Gerente Sr visibilidad oportuna sobre el nivel de cumplimiento de la organización.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las áreas del negocio la implementación de acciones correctivas derivadas de hallazgos de cumplimiento: mediante el seguimiento de compromisos y la verificación de su cierre efectivo, para fortalecer el ambiente de cumplimiento y reducir la recurrencia de desviaciones.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cambios regulatorios relevantes para la operación de OXXO: mediante el monitoreo sistemático del entorno normativo aplicable, para alertar oportunamente al Gerente Sr sobre nuevas obligaciones o riesgos que requieran ajuste en los procesos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Asesorar a los clientes internos en materia de cumplimiento legal y regulatorio: mediante la generación de opiniones y lineamientos aplicables a sus procesos y proyectos, para asegurar que las iniciativas del negocio se desarrollen dentro del marco normativo vigente.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Documentar y actualizar las políticas, procedimientos y evidencias del programa de cumplimiento: mediante el mantenimiento del repositorio de documentación legal y regulatoria del área, para asegurar la trazabilidad y disponibilidad de la información ante revisiones o requerimientos externos.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Asegurar el cumplimiento normativo en una operación de alta dispersión geográfica y gran diversidad de obligaciones regulatorias: la multiplicidad de jurisdicciones y disposiciones aplicables a la operación nacional de OXXO demanda un programa de cumplimiento robusto y suficientemente amplio para cubrir todos los frentes regulatorios relevantes.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Noto Sans Symbols"/>
              <a:buChar char="▪"/>
            </a:pP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Mantener el programa de cumplimiento actualizado ante la velocidad de cambio del entorno regulatorio: la evolución constante de las disposiciones legales y regulatorias requiere monitoreo continuo y capacidad de implementación ágil de los ajustes necesarios en los procesos del negocio.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{EC897ABD-6E6A-4AC1-84CA-522A5C2BB994}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Sr Legal y Regulatorio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estatus del programa de cumplimiento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operativas del negocio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implementación de acciones de cumplimiento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Fiscal y Contraloría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cumplimiento normativo y control interno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Autoridades regulatorias externas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Atender requerimientos y gestionar relación regulatoria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Según Requerimiento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" name="Google Shape;150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Área Cumplimiento</a:t>
            </a:r>
            <a:endParaRPr b="1" i="0" sz="13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Legal y Regulatorio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Responsable Legal (i78), Gerente Sr Legal Operaciones, Gerente Área Legal Comercial, Gerente Legal CdS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