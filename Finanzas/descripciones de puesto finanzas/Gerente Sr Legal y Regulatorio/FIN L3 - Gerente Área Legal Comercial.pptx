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DaPBkKOzuPb09YK2ZfCwDNPUH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9C7DA8-7932-4CF3-8D2F-E5B3C5301B7E}">
  <a:tblStyle styleId="{079C7DA8-7932-4CF3-8D2F-E5B3C5301B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F663C5B-779C-4EC2-8623-A93898CE828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Criterio de validación legal de contratos y acuerdos comerciales fuera de los formatos estándar: determinación técnica sobre qué términos o condiciones contractuales representan riesgos jurídicos para el negocio y requieren ajuste o escalamiento al Gerente Sr antes de su firma.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requerimientos legales del área comercial según urgencia e impacto en el negocio: decisión sobre el orden de atención de los casos y revisiones contractuales en función del riesgo que implica su demora para las operaciones comerciales de OXXO.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la revisión y análisis legal de contratos y acuerdos comerciales de OXXO: mediante la validación jurídica de los términos, condiciones y obligaciones contractuales con proveedores, socios comerciales y clientes, para asegurar que los acuerdos del área comercial cuenten con el respaldo legal requerido.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las contingencias y litigios legales del área comercial: mediante el seguimiento activo de los casos, la elaboración de la estrategia de defensa y la coordinación con despachos externos cuando aplique, para minimizar riesgos y proteger los intereses comerciales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actualizar los formatos de contratos comerciales de OXXO: mediante el desarrollo y revisión de los instrumentos contractuales estándar aplicables al área comercial, para asegurar que los documentos utilizados en la operación cuenten con la protección jurídica adecuada.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Asesorar al área comercial en procesos legales, negociaciones y contingencias: mediante la generación de opiniones legales y el apoyo directo en negociaciones con proveedores y socios comerciales, para dar factibilidad legal a las iniciativas y decisiones del área comercial.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los Gerentes de Categoría y líderes comerciales la atención de requerimientos legales: mediante la interacción oportuna y el seguimiento de compromisos, para asegurar que los proyectos e iniciativas comerciales cuenten con el soporte jurídico necesario en tiempo y forma.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riesgos legales relevantes para la operación comercial: mediante el análisis de los contratos y acuerdos vigentes y el monitoreo de cambios regulatorios aplicables, para alertar oportunamente al Gerente Sr sobre situaciones que requieran ajuste en los marcos contractuales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los contratos, casos y procedimientos legales del área comercial: mediante el mantenimiento actualizado de los expedientes y registros jurídicos, para asegurar la trazabilidad y disponibilidad de la información ante revisiones o contingencias futuras.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Legal Comercial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{079C7DA8-7932-4CF3-8D2F-E5B3C5301B7E}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y dar seguimiento a los requerimientos y contingencias legales del área comercial de OXXO México, mediante el análisis jurídico de contratos, acuerdos comerciales y situaciones de riesgo legal, para otorgar seguridad jurídica a las operaciones comerciales del negocio, mitigar riesgos contractuales y apoyar la toma de decisiones comerciales dentro del marco legal aplicable.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un alto volumen de contratos y acuerdos comerciales con plazos de negociación ajustados: la dinámica del área comercial de OXXO genera una demanda constante de revisión legal oportuna, demandando agilidad jurídica sin comprometer la protección contractual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Alinear los marcos contractuales con la complejidad y volumen de las relaciones comerciales de OXXO: la diversidad de proveedores, socios y acuerdos comerciales del negocio demanda criterio jurídico sólido para identificar y gestionar los riesgos contractuales más relevantes.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Legal (i78), Gerente Área Cumplimiento, Gerente Sr Legal Operaciones, Gerente Legal CdS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{DF663C5B-779C-4EC2-8623-A93898CE828A}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Legal y Regulatorio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estatus legal y contingencias comerciales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Comercial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Asesorar en contratos y negociaciones comerciales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Área Cumplimiento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cumplimiento normativo en contratos comerciales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Despachos externos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estrategia en litigios comerciales relevantes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Legal Comercial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