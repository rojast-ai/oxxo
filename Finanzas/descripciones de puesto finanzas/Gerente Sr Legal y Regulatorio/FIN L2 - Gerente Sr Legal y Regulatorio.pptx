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5maJmO+Rdo1EU23tS/p/eRb+4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BA38C2-BDF4-461C-9040-9D8118F8EEE9}">
  <a:tblStyle styleId="{21BA38C2-BDF4-461C-9040-9D8118F8EEE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29B827FD-E69A-4EAA-A24B-727DD9C5620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Definición de la estrategia jurídica en litigios y autorización de compromisos legales del negocio: determinación de los enfoques legales a seguir en casos de alto impacto, la autorización de contratos fuera de formatos estándar, el alcance de los poderes otorgados y la selección de abogados externos para las unidades de OXXO a nivel nacional.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Autorización de cambios en procesos legales y priorización de casos según impacto operativo: criterio estratégico sobre qué modificaciones a los procesos o nuevas implementaciones son necesarias para mejorar el servicio legal, y definición del orden de atención de los casos en función de su urgencia e impacto en 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Gobernar el cumplimiento, litigios y gobernanza contractual de OXXO México: mediante la supervisión de las operaciones jurídicas del negocio y la definición de la estrategia legal a seguir en cada caso, para mitigar riesgos y salvaguardar la operación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el diseño y desarrollo de los documentos legales necesarios para la operación: mediante la autorización de formatos de contratos, opiniones legales y demás instrumentos jurídicos, para otorgar seguridad jurídica a las unidades de negocio en sus procesos operativos y de expansión.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Supervisar la priorización y resolución de casos legales en el día a día: mediante el análisis del impacto y urgencia de cada caso y la asignación efectiva de los recursos del equipo, para brindar un servicio legal óptimo sin detener la operación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Garantizar el servicio de revisión legal de contratos de expansión de OXXO: mediante la gestión y planeación con el equipo de trabajo del cumplimiento de los procesos de servicio, para asegurar la correcta y oportuna revisión jurídica que habilite el crecimiento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Representar al negocio ante autoridades a nivel nacional en temas legales y estratégicos: mediante la conducción de reuniones presenciales y la gestión de las relaciones con las distintas instancias gubernamentales, para asegurar que las operaciones y proyectos de OXXO puedan desarrollarse de forma oportuna.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Impulsar el análisis y diseño de la estrategia en litigios relevantes: mediante la participación proactiva en los casos de mayor impacto corporativo y operativo, incluyendo la contratación y supervisión de despachos externos, para minimizar riesgos y obtener resultados favorables para la empresa.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Asesorar a clientes internos en procesos legales y contingencias relevantes: mediante la atención de solicitudes de apoyo y la generación de opiniones legales, incluyendo el apoyo en negociaciones comerciales, para dar factibilidad legal a proyectos y resolver contingencias de manera oportuna.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Asegurar la capacitación del equipo y de las áreas del negocio en temas legales: mediante el diseño e impartición de contenidos sobre requerimientos, riesgos e interpretación de documentos legales relevantes para la operación y la expansión, para fortalecer las capacidades jurídicas a lo largo de la organización.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Legal y Regulatorio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Finanzas OXXO MX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6" name="Google Shape;96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2" name="Google Shape;122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7" name="Google Shape;137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{21BA38C2-BDF4-461C-9040-9D8118F8EEE9}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Liderar, planear y asegurar que el 100% de las operaciones jurídicas que involucran a OXXO México sean realizadas de manera eficiente y apegadas a derecho, mediante el análisis jurídico correspondiente, la gestión de litigios, la gobernanza contractual y la asesoría a clientes internos, para mitigar riesgos legales, salvaguardar la operación del negocio y contribuir a la generación de valor económico de la compañía.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Asegurar que la capacidad del servicio legal sea congruente con el ritmo de expansión acelerada de OXXO: el crecimiento agresivo de la red de tiendas genera una demanda creciente de revisión contractual, gestión de permisos y atención de contingencias legales, demandando un equipo altamente eficiente y capacitado para no convertirse en cuello de botella del negocio.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Gestionar la complejidad de negociaciones y litigios en un entorno regulatorio diverso y cambiante: la operación nacional de OXXO implica interacción con múltiples jurisdicciones, autoridades y criterios regulatorios, requiriendo conocimiento profundo del entorno legal mexicano y capacidad de anticipación ante cambios normativos.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{29B827FD-E69A-4EAA-A24B-727DD9C5620D}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Finanzas OXXO MX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estrategia legal y reportar contingencias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 Operaciones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Asesorar en contingencias legales operativas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requerimientos fiscales con implicación legal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Asuntos Corporativos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estrategia legal y regulatoria con agenda corporativa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Despachos externos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Supervisar estrategia y entregables en litigios relevantes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Según Requerimiento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reportes directos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Responsable Legal (i78), Gerente Área Cumplimiento, Gerente Sr Legal Operaciones, Gerente Área Legal Comercial, Gerente Legal CdS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Sr Nacional Administrativo CEDIS, Director Nacional Admvo OXXO, Gte. Sr Planeación Financiera y Análisis &amp; Commercial Finance, Gte. Sr Fiscal y Contraloría, Gte. Sr Servicios Compartidos Administrativo, Gte. Sr Transformación Procesos Finanzas, Gte. Sr Asuntos Corporativos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Legal y Regulatorio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Finanzas OXXO MX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