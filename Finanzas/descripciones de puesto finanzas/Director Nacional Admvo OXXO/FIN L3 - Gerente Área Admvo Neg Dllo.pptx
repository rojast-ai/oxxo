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Zkl1o2bUFjq3YUNB3mHwTa1F4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87EAEE-E9BF-46EF-9F8A-961DA75C65F8}">
  <a:tblStyle styleId="{9D87EAEE-E9BF-46EF-9F8A-961DA75C65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A941C66C-7E16-4131-8DB5-DF5343A8A1F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la complejidad administrativa de plataformas periféricas con dinámicas operativas distintas entre sí: cada negocio en desarrollo tiene particularidades propias, lo que demanda adaptabilidad en la aplicación de los controles y procesos estandarizados.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 la relevancia del área ante la reducción de soporte a iniciativas independientes en el contexto FFP: el diseño To-Be implica simplificar y consolidar el soporte a estas plataformas, demandando un rol más analítico y de mayor valor estratégico.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de revisiones de control en los negocios en desarrollo: criterio operativo sobre el orden y alcance de las revisiones administrativas en función del nivel de riesgo identificado en cada plataforma.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Validación de la información financiera de los negocios en desarrollo: decisión sobre la calidad, consistencia y oportunidad de los datos antes de su reporte al Director Nacional Admvo OXXO.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Implementar los procesos administrativos y financieros de los negocios en desarrollo: mediante la aplicación de los controles, procedimientos y políticas definidos por el Director Nacional Admvo OXXO, para garantizar la estabilidad operativa y normativa de las plataformas bajo su alcance.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la generación y entrega de información financiera de los negocios en desarrollo: a través de la consolidación de indicadores de rentabilidad, gasto e ingresos de cada plataforma, para asegurar la disponibilidad de datos oportunos y confiables para la toma de decisiones.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Elaborar el seguimiento presupuestal de los negocios en desarrollo: mediante el monitoreo de avance versus presupuesto y la identificación de desviaciones relevantes, para escalar oportunamente al Director Nacional Admvo OXXO las situaciones que requieran atención.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Ejecutar los controles de normatividad y control interno aplicables a los negocios en desarrollo: mediante la realización de revisiones periódicas según los criterios de criticidad definidos, para disminuir la posibilidad de riesgos en las unidades bajo su responsabilidad.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Coordinar con las plataformas operativas de los negocios en desarrollo la implementación de mejoras administrativas: mediante la interacción con los equipos responsables y el seguimiento de compromisos acordados, para fortalecer la eficiencia y el control de cada negocio.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Identificar y reportar oportunidades de simplificación en los procesos administrativos de los negocios en desarrollo: mediante el análisis de actividades de bajo valor y la detección de redundancias, para contribuir a la evolución del modelo operativo conforme al contexto FFP.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Documentar los procesos y estándares administrativos del área de negocios en desarrollo: mediante el registro y actualización de procedimientos, instrucciones de trabajo y resultados de revisiones, para mantener la trazabilidad y estandarización de la operación.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Calibri"/>
              <a:buAutoNum type="arabicPeriod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Gestionar y dar seguimiento a los procesos administrativos y financieros de los negocios en desarrollo de OXXO, mediante la implementación de controles, la generación de información financiera y la coordinación con las áreas operativas relevantes, para asegurar la continuidad, viabilidad y rentabilidad de las plataformas periféricas y habilitadoras del negocio.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Admvo Neg Dllo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Nacional Admvo OXXO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{9D87EAEE-E9BF-46EF-9F8A-961DA75C65F8}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Área BP Finanzas Plataformas Expansión, Responsable Gestión y Control, Responsable Traslado de Valores, Gerente Gestión Control Zona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{A941C66C-7E16-4131-8DB5-DF5343A8A1F3}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Nacional Admvo OXXO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resultados y desviaciones del área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Plataformas negocios en desarrollo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controles administrativos y financieros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normatividad y control interno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Admvo Neg Dllo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Nacional Admvo OXXO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