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svmeyeZo41Urv3Yk1kXrJ+bYE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33BBD1-A274-46FE-9983-66152B8EBDC7}">
  <a:tblStyle styleId="{E033BBD1-A274-46FE-9983-66152B8EBDC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6D32C13A-179F-4EB7-821E-2F0985DD107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Estandarizar prácticas administrativas y financieras en una red nacional de alta dispersión geográfica: el volumen de tiendas, zonas, regiones y plazas genera complejidad para homologar procesos de efectivo, inventarios, proveedores y control, demandando mecanismos de gestión robustos y escalables.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Impulsar la alineación organizacional mediante liderazgo de influencia: al operar transversalmente con áreas de operación sin una estructura de reporte central directa, el rol demanda capacidad para generar compromiso y coordinación efectiva sin autoridad jerárquica formal.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Garantizar la aplicación y actualización de procedimientos contables y administrativos: a través de las políticas y normas de la compañía, alineando estándares con las áreas involucradas, para garantizar la estabilidad normativa y de control en OXXO.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Impulsar el mantenimiento y evolución del Sistema de Trabajo Administrativo: mediante la actualización y alineación de procesos y rituales en las plazas, para propiciar la estandarización de los mecanismos de gestión a nivel nacional.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Establecer herramientas de gestión apoyadas en KPIs: mediante el diseño e implementación de instrumentos de análisis y seguimiento operativo, para propiciar la alineación y oportuna toma de decisiones en plazas.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Asegurar el proceso de inventarios y manejo de efectivo en tienda: mediante estrategias de control y la gestión de la capacidad instalada en recursos, sistemas y tecnología, para garantizar la correcta operación administrativa y financiera en tienda.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la entrega oportuna y veraz de información financiera: mediante la revisión y análisis de indicadores clave y la generación de diálogos de acción, para asegurar el cumplimiento de los objetivos del área.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Garantizar la expansión de calidad de la red de tiendas: a través del diseño de procesos y controles en la autorización de tiendas nuevas, remodelaciones y cierres, para asegurar la viabilidad financiera y operativa de cada inversión.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Definir el plan anual de normatividad y control interno en Plazas OXXO: mediante la asignación diferenciada de revisiones en base a criticidad y riesgos, coordinando con Contraloría y las unidades operativas, para disminuir la posibilidad de riesgos en plazas.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Asegurar la operación y sostenibilidad de los negocios periféricos y habilitadores: mediante una gestión financiera y de control sólida en colaboración con las plataformas relevantes, para impulsar la rentabilidad y respaldar los objetivos estratégicos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Maximizar la rentabilidad y el crecimiento sostenible del negocio: a través del diseño e impulso de planes de productividad que mitiguen impactos regulatorios, para proteger el margen y los resultados financieros de la operación.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Contribuir a la generación de valor y rentabilidad del negocio mediante el establecimiento de procesos administrativos, financieros y de control que impulsen la alineación organizacional, la toma de decisiones oportunas y la ejecución de planes de acción, salvaguardando la confiabilidad y transparencia de la información. Asimismo, asegurar la excelencia operativa administrativa y financiera en tiendas, habilitando su crecimiento sostenible y la correcta ejecución de estrategias de expansión del negocio mediante un seguimiento efectivo en el día a día.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Definición de estándares, inversiones y medios de aseguramiento operativo: determinación de los criterios que rigen las inversiones en tiendas nuevas, remodelaciones y cierres, los estándares y normativas administrativas, y los medios para el aseguramiento de inventarios y efectivo en tienda.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iniciativas y herramientas para la toma de decisiones en plazas: determinación de las iniciativas clave a impulsar en cada etapa del negocio para maximizar el impacto financiero, así como la definición de las herramientas que habilitan la gestión operativa y la toma de decisiones en las unidades de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Director Nacional Admvo OXXO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{E033BBD1-A274-46FE-9983-66152B8EBDC7}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reportes directos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BP Finanzas Plataformas Expansión, Gerente Área Admvo Neg Dllo, Responsable Gestión y Control, Responsable Traslado de Valores, Gerente Gestión Control Zona (x4).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Gte. Sr Nacional Administrativo CEDIS</a:t>
            </a:r>
            <a:r>
              <a:rPr b="0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Gte. Sr Planeación Financiera y Análisis, Gte. Sr Fiscal y Contraloría, Gte. Sr Servicios Compartidos Admvo, Gte. Sr Transformación Procesos Finanzas, Gte. Sr Legal, Gte. Sr Asuntos Corporativos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{6D32C13A-179F-4EB7-821E-2F0985DD1075}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Finanzas OXXO MX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estrategia financiera y administrativa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Opreaciones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control financiero en plazas y tiendas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normatividad y control interno OXXO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Planeación Financiera y Análisis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información financiera y KPIs tienda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Nacional Administrativo CEDIS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Homologar estándares administrativos CdS-OXXO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Director Nacional Admvo OXXO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