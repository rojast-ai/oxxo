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09Z5lACKhIm+E7EnpjoPSAuld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CDC6E1-814B-4E86-8653-97E1D5D4C173}">
  <a:tblStyle styleId="{43CDC6E1-814B-4E86-8653-97E1D5D4C17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FF413223-DEA9-471C-816B-FD321F93E7A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Garantizar la seguridad y continuidad del flujo de efectivo en una red nacional de alta dispersión: la escala y diversidad geográfica de la operación de tiendas OXXO genera complejidad en la coordinación y supervisión del modelo de traslado de valores.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Evolucionar el modelo operativo hacia esquemas más eficientes y seguros como I-Cash: la implementación de nuevas tecnologías y procesos de manejo de efectivo demanda gestión del cambio efectiva con múltiples áreas y adaptación continua del modelo operativo.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y coordinar los procesos de traslado, resguardo y control de valores en la operación de tiendas OXXO, mediante la implementación del modelo operativo de manejo de efectivo, la supervisión de proveedores y el aseguramiento de los controles de seguridad establecidos, para reducir riesgos, optimizar costos y garantizar la continuidad y eficiencia del flujo de efectivo en la red de tiendas.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Traslado de Valores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Nacional Admvo OXXO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5" name="Google Shape;95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99" name="Google Shape;9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0" name="Google Shape;10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1" name="Google Shape;121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" name="Google Shape;135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6" name="Google Shape;136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{43CDC6E1-814B-4E86-8653-97E1D5D4C173}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la operación del modelo de traslado y resguardo de valores en las tiendas: mediante la aplicación de los procesos, estándares y controles definidos, para garantizar la seguridad y continuidad del flujo de efectivo en la red OXXO.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Implementar y dar seguimiento al modelo I-Cash y su caso de negocio: mediante la coordinación con las áreas operativas y de TI, para asegurar la viabilidad operativa, financiera y de control en los procesos de manejo, resguardo y traslado de valores.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la relación con los proveedores de servicios de traslado de valores: mediante el seguimiento de niveles de servicio, cumplimiento contractual y resolución de incidencias, para garantizar la calidad y continuidad del servicio a nivel nacional.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Elaborar reportes de desempeño y costos del modelo de traslado de valores: mediante la consolidación de indicadores operativos y financieros, para proveer información oportuna que sustente la toma de decisiones del Director Nacional Admvo OXXO.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y reportar riesgos e incidencias en los procesos de traslado y resguardo de valores: mediante el monitoreo sistemático de la operación y el análisis de eventos relevantes, para escalar oportunamente las situaciones que requieran atención o ajuste de controles.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la implementación de mejoras al modelo operativo de traslado de valores: mediante la identificación de oportunidades de optimización de costos, reducción de riesgos y mejora de eficiencia, en colaboración con las áreas de Operaciones, TI y Finanzas.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Documentar los procesos, procedimientos y estándares del área de traslado de valores: mediante el registro y actualización de instrucciones operativas, controles y resultados de revisiones, para mantener la trazabilidad y estandarización de la operación.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Priorización de atención de incidencias en la operación de traslado de valores: criterio operativo sobre el nivel de urgencia y riesgo de cada evento, determinando cuáles requieren escalamiento inmediato al Director Nacional Admvo OXXO.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Criterio de evaluación del desempeño de proveedores de traslado de valores: determinación sobre si el nivel de servicio de los proveedores cumple los estándares requeridos y si es necesario activar mecanismos de penalización o escalamiento contractual.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Área BP Finanzas Plataformas Expansión, Gerente Área Admvo Neg Dllo, Responsable Gestión y Control, Gerente Gestión Control Zona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{FF413223-DEA9-471C-816B-FD321F93E7A8}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Nacional Admvo OXXO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desempeño y riesgos del modelo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Dirección Operaciones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operación de traslado en tiendas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Proveedores de Traslado de Valores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Supervisar niveles de servicio y contratos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Dirección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habilitación tecnológica I-Cash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Responsable Traslado de Valores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Nacional Admvo OXXO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