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jB2i3ix06dDdJdxqmZtkqwCmaq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FF1499D-D98B-4411-9FEC-BA29AD676771}">
  <a:tblStyle styleId="{6FF1499D-D98B-4411-9FEC-BA29AD67677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8CAF2201-E8C6-4126-95D3-9209AD7C6693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6" name="Google Shape;14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Mantener la calidad y oportunidad del análisis financiero ante un volumen alto y dinámico de proyectos: la escala de la red de expansión de OXXO genera presión constante sobre los tiempos de evaluación, demandando eficiencia metodológica y capacidad de priorización.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Integrar información proveniente de múltiples áreas con distintos tiempos y formatos de reporte: la coordinación con Operaciones, Expansión y Finanzas requiere gestión activa de la información para asegurar que los modelos financieros reflejen la realidad operativa de cada proyecto.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Área BP Finanzas Plataformas Expansión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Director Nacional Admvo OXXO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" name="Google Shape;93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4" name="Google Shape;94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96" name="Google Shape;9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97" name="Google Shape;9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98" name="Google Shape;98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99" name="Google Shape;99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9" name="Google Shape;119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0" name="Google Shape;120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" name="Google Shape;125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6" name="Google Shape;126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8" name="Google Shape;128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4" name="Google Shape;134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5" name="Google Shape;135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{6FF1499D-D98B-4411-9FEC-BA29AD676771}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6" name="Google Shape;136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Elaborar y dar seguimiento al análisis financiero y administrativo de los proyectos de expansión de OXXO, mediante la evaluación de inversiones, el control de presupuestos y la generación de información financiera oportuna, para contribuir a la toma de decisiones sobre apertura, remodelación y cierre de tiendas, asegurando la viabilidad económica y la rentabilidad de la red.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Elaborar los modelos de evaluación financiera de proyectos de expansión: mediante el desarrollo de análisis de inversión, retorno esperado y viabilidad económica de tiendas nuevas, remodelaciones y cierres, para soportar las decisiones de autorización del Director Nacional Admvo OXXO.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Coordinar el seguimiento presupuestal de los proyectos de expansión en curso: mediante el monitoreo de avance de gasto versus presupuesto autorizado y la identificación de desviaciones, para asegurar el control financiero de la cartera de inversiones.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Generar reportes financieros periódicos de la cartera de expansión: a través de la consolidación de indicadores clave de desempeño e inversión, para proveer información oportuna y confiable que respalde la toma de decisiones del área.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Implementar los controles administrativos y financieros definidos para los procesos de expansión: mediante la aplicación de los procedimientos y políticas vigentes en cada proyecto, para garantizar la consistencia normativa y la trazabilidad de las inversiones.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Coordinar con las áreas de Operaciones y Expansión el flujo de información financiera de proyectos: mediante la interacción sistemática con los equipos responsables de apertura y construcción, para asegurar la alineación entre la ejecución operativa y los parámetros financieros autorizados.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Identificar y reportar riesgos financieros en la cartera de proyectos de expansión: mediante el análisis de variaciones relevantes en costo, plazo o rentabilidad esperada, para escalar oportunamente al Director Nacional Admvo OXXO las situaciones que requieran decisión.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Documentar los procesos y estándares financieros del área de BP Expansión: mediante el registro y actualización de metodologías de evaluación, criterios de autorización y herramientas de seguimiento, para mantener la estandarización y la mejora continua del área.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Cumplir y promover con la aplicación de los procesos y rituales cultura de la Compañía.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Char char="▪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Definición de los supuestos y parámetros financieros de los modelos de evaluación: criterio técnico sobre las variables clave que determinan la viabilidad de un proyecto de expansión antes de su presentación para autorización.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Char char="▪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Priorización de los proyectos de expansión a analizar y reportar: decisión operativa sobre el orden de atención de los análisis financieros en función del calendario de inversiones y las necesidades del Director Nacional Admvo OXXO.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Gerente Área Admvo Neg Dllo, Responsable Gestión y Control, Responsable Traslado de Valores, Gerente Gestión Control Zona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6" name="Google Shape;156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{8CAF2201-E8C6-4126-95D3-9209AD7C6693}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Director Nacional Admvo OXXO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Reportar análisis y seguimiento de expansión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Dirección Operaciones / Expansión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Coordinar información financiera de proyectos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Sr Planeación Financiera y Análisis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métricas y criterios de inversión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Sr Fiscal y Contraloría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Validar control normativo en proyectos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7" name="Google Shape;157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Área BP Finanzas Plataformas Expansión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Director Nacional Admvo OXXO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