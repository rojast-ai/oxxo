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b1l45RYRtuCR68lTigc/ri4u0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881294-BB4B-4259-B8D2-5430D363D2AF}">
  <a:tblStyle styleId="{3B881294-BB4B-4259-B8D2-5430D363D2A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C64D6E8B-9EDE-4261-9572-BA47D45F330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Estandarizar prácticas administrativas en un territorio con alto número de tiendas y diversidad operativa: la densidad de la red en cada zona genera presión sobre la capacidad de cobertura y seguimiento sistemático del control en campo.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la alineación entre los estándares administrativos centrales y la realidad operativa de las plazas: la dinámica diaria de las tiendas genera tensión entre la velocidad de ejecución local y los requerimientos de control y normatividad definidos centralmente.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revisiones de control en las plazas de la zona: criterio operativo sobre el orden y alcance de las auditorías en campo en función del nivel de riesgo identificado en cada plaza o tienda.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Determinación de desviaciones que requieren escalamiento inmediato: decisión sobre qué hallazgos de control en zona representan riesgos suficientes para ser reportados urgentemente al Director Nacional Admvo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el plan de normatividad y control interno en las plazas de la zona asignada: mediante la realización de revisiones diferenciadas en base a criticidad y riesgo, para disminuir la posibilidad de desviaciones y riesgos en las unidades de negocio bajo su alcance.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y dar seguimiento a los procedimientos contables y administrativos en tiendas de la zona: mediante la aplicación de las políticas y normas de la compañía en campo, para garantizar la estabilidad normativa y el control operativo a nivel tienda.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Generar y reportar los indicadores de gestión y control de la zona: a través de la consolidación periódica de datos operativos y financieros de las plazas bajo su responsabilidad, para proveer información oportuna al Director Nacional Admvo OXXO y al Responsable Gestión y Control.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con los Gerentes de Plaza y Región la implementación de acciones correctivas: mediante el seguimiento de compromisos derivados de revisiones de control, para cerrar brechas y fortalecer el ambiente de control administrativo en tienda.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las herramientas de gestión y KPIs definidos en las plazas de la zona: mediante la aplicación y seguimiento de los instrumentos establecidos centralmente, para propiciar la alineación operativa y la detección oportuna de desviaciones.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los procesos de inventarios y manejo de efectivo en tiendas de la zona: mediante la supervisión de la correcta aplicación de los controles y estándares definidos, para garantizar la seguridad y confiabilidad de los activos en tienda.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reportar desviaciones y riesgos administrativos en la zona: mediante la revisión sistemática en campo y el análisis de inconsistencias, para escalar oportunamente al Director Nacional Admvo OXXO las situaciones que requieran decisión.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y supervisar los procesos de gestión y control administrativo en las tiendas de la zona asignada, mediante la implementación de procedimientos normativos, el seguimiento de indicadores operativos y la coordinación con las áreas de plaza y región, para asegurar el cumplimiento de los estándares administrativos, la estandarización de prácticas y la rentabilidad de la operación en tienda.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Gestión Control Zona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Nacional Admvo OXXO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{3B881294-BB4B-4259-B8D2-5430D363D2AF}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Zonal (Norte / Centro-Sur / Golfo Bajío / Pacífico, según la zona asignada)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BP Finanzas Plataformas Expansión, Gerente Área Admvo Neg Dllo, Responsable Gestión y Control, Responsable Traslado de Valores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{C64D6E8B-9EDE-4261-9572-BA47D45F3309}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Nacional Admvo OXXO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avances y riesgos de control en zona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 Gestión y Control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ejecución de control y seguimiento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Diario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Plaza y Región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Implementar controles y acciones correctivas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criterios de normatividad en zona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Gestión Control Zona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Nacional Admvo OXXO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