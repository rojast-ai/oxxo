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Zi4pYfDoiMWCtojk/JBHKxrBN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A79120-31F5-4460-9A1B-B3A99E6AD251}">
  <a:tblStyle styleId="{5BA79120-31F5-4460-9A1B-B3A99E6AD2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2641869-B650-419C-A033-53A197517CC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Gestionar la evolución y complejidad de un amplio portafolio de servicios en un entorno de alta manualidad y volumen de información: la diversidad de procesos bajo responsabilidad del área, combinada con el alto volumen transaccional y la integración acelerada de nuevas tecnologías, demanda capacidad de priorización y gestión simultánea de múltiples frentes.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la confiabilidad de la información y el control de los procesos en un modelo de servicios en constante evolución: la dependencia de sistemas complejos y la necesidad de garantizar el cobro correcto, el pago oportuno y la integridad contable generan tensión constante entre la velocidad de cambio y el rigor del control operativo.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la estrategia, modelo de servicio y presupuesto de los servicios centrales: determinación de los esquemas de operación, gobierno, cobro hacia las operaciones y capacidad instalada necesaria para que los servicios centralizados habiliten efectivamente al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los planes estratégicos de mejora continua y decisiones de insourcing/outsourcing: criterio sobre qué procesos pueden o deben ser realizados por proveedores externos y qué iniciativas de transformación deben priorizarse para mantener la competitividad y eficiencia del modelo de servicios.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Definir y actualizar la estrategia y proyectos de servicios centrales: mediante la alineación con la estrategia del negocio y la evolución de sus plataformas, incorporando como ejes la creación de nuevos servicios, la centralización y la búsqueda de eficiencias, para impulsar la simplificación y generación de valor económico en el largo plazo.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Gobernar los modelos de servicios centrales y su esquema de gestión: mediante la definición de los marcos de relación con stakeholders, proveedores y clientes internos y externos, para asegurar la correcta operación y alineación de los servicios con las necesidades del negocio.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Supervisar la contabilidad, tesorería, cuentas por pagar y cobrar y reporteo: mediante el gobierno de los ciclos Purchase to Pay, Order to Cash y Record to Report, para garantizar la correcta ejecución de los procesos financieros transaccionales, el cumplimiento de políticas y la optimización del flujo de caja.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Gestionar el desempeño de las estructuras que operan los servicios centrales: mediante el seguimiento de planes estratégicos y tácticos, la gestión de recursos internos y externos y la habilitación de mejoras propuestas por ejecutores y clientes, para asegurar la entrega de los servicios conforme a los acuerdos pactados.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el diseño y operación del modelo de gestión y rendición de cuentas del presupuesto de servicios centrales: mediante la definición de estrategias de mejora continua en los portafolios de servicios, para garantizar la generación de valor a los negocios y la correcta inversión de los recursos del área.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Facilitar el relacionamiento e integración entre las unidades operativas de servicios centrales y los clientes internos: mediante la identificación de necesidades estratégicas del negocio y el diseño y ejecución de rituales de gestión, para asegurar la alineación y satisfacción de los usuarios de los servicios centralizados.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la incorporación de nuevos servicios de soporte central al modelo: mediante la evaluación de casos de negocio y proyectos viables, para expandir el alcance del centro de servicios conforme a las necesidades del negocio y las oportunidades de centralización identificadas.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Impulsar la mejora continua y transformación de procesos, tecnologías y niveles de servicio: mediante la investigación y adopción de mejores prácticas de la industria de servicios centralizados y la coordinación con las áreas de transformación, para generar valor sostenible en el largo plazo habilitando el desarrollo de los negocios a los que se da soporte.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Definir si los servicios pueden ser realizados por proveedores externos: mediante la evaluación comparativa de capacidades internas versus externas y el análisis de costo-beneficio, para optimizar el modelo de entrega de servicios y la inversión del área.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adecuada operación, gestión y evolución de los servicios administrativos centralizados de OXXO México, mediante la definición de modelos de servicio, el gobierno de los procesos transaccionales end-to-end y el desarrollo de estrategias de mejora continua, para habilitar al negocio en sus procesos de soporte, impulsar la simplificación y estandarización operativa, y generar valor económico sostenible a las plataformas internas a las que se da servicio.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{5BA79120-31F5-4460-9A1B-B3A99E6AD251}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{F2641869-B650-419C-A033-53A197517CC1}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y desempeño de servicios centrales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Directores de Plataforma (clientes internos)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relación y niveles de servicio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información contable e integridad financiera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Transformación Procesos Finanzas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mejora y transformación de procesos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Proveedores externos de servicios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Supervisar entrega y cumplimiento de SLAs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Purchase to Pay, Gerente Order to Cash, Gerente Record to Report, Responsable Gobierno Datos y Cond, Coordinador Información y Gestión CSF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Sr Nacional Administrativo CEDIS, Director Nacional Admvo OXXO, Gte. Sr Planeación Financiera y Análisis &amp; Commercial Finance, Gte. Sr Fiscal y Contraloría, Gte. Sr Transformación Procesos Finanzas, Gte. Sr Legal, Gte. Sr Asuntos Corporativos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Administrativo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