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RGVtBM/UmpjnRZjwsqO2s/GeJ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F02E22-E792-4833-B8FD-EB5D6C101E6D}">
  <a:tblStyle styleId="{34F02E22-E792-4833-B8FD-EB5D6C101E6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FB700CD-DF13-45BE-B0A1-1DBCABB9519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Garantizar la correcta ejecución del proceso P2P ante un alto volumen transaccional y alta manualidad: la escala de la operación de OXXO genera presión constante sobre los tiempos de procesamiento y la calidad de los controles, demandando eficiencia operativa y capacidad de gestión de excepciones.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Integrar y adoptar nuevas tecnologías en el proceso P2P sin comprometer la continuidad operativa: la evolución acelerada de las herramientas de automatización y gestión de proveedores demanda capacidad de implementación ágil manteniendo la estabilidad y confiabilidad del proceso.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Criterio de validación y autorización de pagos fuera de los parámetros estándar: determinación operativa sobre qué transacciones requieren revisión adicional o escalamiento al Gerente Sr antes de su procesamiento, en función del riesgo o impacto financiero.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del procesamiento de pagos ante volúmenes altos y plazos simultáneos: decisión sobre el orden de atención de las obligaciones de pago en función de las condiciones contractuales y el impacto en la relación con los proveedores.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Purchase to Pay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Servicios Compartidos Administrativo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5" name="Google Shape;95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0" name="Google Shape;10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1" name="Google Shape;121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6" name="Google Shape;136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{34F02E22-E792-4833-B8FD-EB5D6C101E6D}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y supervisar el ciclo completo de Purchase to Pay de OXXO México, mediante la gestión de órdenes de compra, recepción, facturación y pagos a proveedores, manteniendo controles y cumplimiento de políticas, para garantizar la correcta ejecución de los pagos, la optimización del flujo de caja y la eficiencia operativa del proceso de compras y cuentas por pagar.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Ejecutar y supervisar el ciclo Purchase to Pay end-to-end: mediante la gestión de órdenes de compra, recepción de bienes y servicios, validación de facturas y procesamiento de pagos conforme a las políticas establecidas, para garantizar la correcta ejecución del proceso y el cumplimiento de los acuerdos con proveedores.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la optimización de los flujos de aprobación, condiciones de pago y gestión de cash flow: mediante el análisis de los procesos actuales y la implementación de mejoras en coordinación con el Gerente Sr, para asegurar la eficiencia operativa y la contribución positiva al flujo de caja de OXXO.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Implementar y mantener los controles del proceso P2P: mediante la aplicación de los mecanismos de control definidos bajo las políticas de la compañía, para prevenir errores, duplicidades y desviaciones en el procesamiento de pagos y la gestión de proveedores.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la relación operativa con proveedores en el ámbito del proceso P2P: mediante la atención de consultas, resolución de discrepancias y seguimiento de compromisos de pago, para mantener relaciones de servicio confiables y alineadas a los acuerdos contractuales.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Generar y reportar los indicadores de desempeño del proceso P2P: mediante la consolidación periódica de métricas de cumplimiento, tiempos de ciclo y calidad de procesamiento, para proveer al Gerente Sr información oportuna que sustente la toma de decisiones y la mejora continua.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el área de Transformación Procesos Finanzas la mejora continua del proceso P2P: mediante la identificación de oportunidades de automatización, simplificación y estandarización, para contribuir a la evolución del modelo de servicios centralizados.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actualizar los procedimientos operativos del ciclo P2P: mediante el registro de instrucciones de trabajo, controles y estándares de procesamiento, para mantener la trazabilidad y estandarización del proceso.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Order to Cash, Gerente Record to Report, Responsable Gobierno Datos y Cond, Coordinador Información y Gestión CSF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{9FB700CD-DF13-45BE-B0A1-1DBCABB9519A}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Servicios Compartidos Admvo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desempeño y desviaciones del proceso P2P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Proveedores externos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pagos y resolver discrepancias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Record to Report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contabilización de pagos y conciliaciones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Transformación Procesos Finanzas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mejoras y automatización del proceso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Gerente Purchase to Pay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Sr Servicios Compartidos Administrativo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