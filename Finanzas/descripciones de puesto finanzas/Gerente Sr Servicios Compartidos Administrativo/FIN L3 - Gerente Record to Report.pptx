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MRoSkArPZQjFcfnjzaWwZPqGW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DA2DB9-F486-4B76-A5B6-8E7AB6164E44}">
  <a:tblStyle styleId="{6EDA2DB9-F486-4B76-A5B6-8E7AB6164E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E5F1169-2BA0-478F-AEB6-CCE232E8F22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cierres contables precisos y oportunos ante un volumen alto y diverso de transacciones: la escala de la operación de OXXO y la diversidad de sus negocios generan complejidad en la consolidación contable, demandando procesos de cierre robustos y bien coordinados.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calidad de la información contable ante la evolución de normas IFRS y políticas de FEMSA: los cambios normativos continuos requieren actualización constante de los criterios de registro y validación, generando tensión entre la estabilidad de los procesos y la adopción de nuevos estándares.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Criterio de validación de ajustes y reclasificaciones contables en el proceso de cierre: determinación técnica sobre la procedencia y correcto tratamiento contable de ajustes relevantes antes de la emisión de los estados financieros, en coordinación con el Gerente Sr cuando el impacto lo requiera.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actividades del equipo ante la presión del cierre contable: decisión operativa sobre el orden y asignación de tareas en los períodos de cierre para asegurar el cumplimiento de los plazos sin comprometer la calidad e integridad de la información.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y supervisar el ciclo Record to Report end-to-end: mediante la gestión de los procesos de registro contable, cierre mensual, conciliaciones y preparación de estados financieros conforme a las normas IFRS y políticas de FEMSA, para garantizar la precisión y oportunidad de la información financiera.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el proceso de cierre contable mensual y anual: mediante la planificación, asignación de actividades y seguimiento de los compromisos del equipo, para asegurar el cierre oportuno dentro de los plazos establecidos y la integridad de los estados financieros resultantes.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y mantener los controles del proceso R2R: mediante la aplicación de los mecanismos de validación y supervisión definidos, para prevenir errores contables, garantizar la correcta conciliación de cuentas y asegurar la confiabilidad de los reportes financieros.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el área de Contraloría la alineación de criterios contables y el proceso de auditoría: mediante la provisión oportuna de información y la atención de requerimientos de los auditores internos y externos, para asegurar el apego al marco normativo contable en el proceso de revisión.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y reportar los indicadores de desempeño del proceso R2R: mediante la consolidación periódica de métricas de calidad de cierre, tiempos de ciclo y precisión contable, para proveer al Gerente Sr información oportuna que sustente decisiones y mejoras.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el área de Transformación Procesos Finanzas la mejora continua del proceso R2R: mediante la identificación de oportunidades de automatización, reducción de tiempos de cierre y estandarización contable, para contribuir a la evolución del modelo de servicios centralizados.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actualizar los procedimientos operativos del ciclo R2R: mediante el registro de instrucciones de trabajo, controles y estándares de procesamiento contable, para mantener la trazabilidad y estandarización del proceso.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y supervisar el ciclo completo de Record to Report de OXXO México, mediante la gestión de los procesos de cierre contable, conciliaciones y preparación de estados financieros conforme a normas IFRS, para garantizar la precisión, oportunidad e integridad de la información contable y financiera que soporta la toma de decisiones del negocio y el cumplimiento de los requerimientos de reporte de FEMSA.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Record to Report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{6EDA2DB9-F486-4B76-A5B6-8E7AB6164E44}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Purchase to Pay, Gerente Order to Cash, Responsable Gobierno Datos y Cond, Coordinador Información y Gestión CSF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{9E5F1169-2BA0-478F-AEB6-CCE232E8F226}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desempeño y calidad del cierre contable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criterios contables y requerimientos de auditoría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Purchase to Pay / Order to Cash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contabilización de ciclos transaccionales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Transformación Procesos Finanzas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mejoras y automatización del proceso R2R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Record to Report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