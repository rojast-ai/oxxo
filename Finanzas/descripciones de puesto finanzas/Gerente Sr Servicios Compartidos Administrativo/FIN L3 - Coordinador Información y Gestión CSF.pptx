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cMG1hu6d2cupmtPrbgyFpq02I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A37195-21D5-4679-AE68-0578596DC478}">
  <a:tblStyle styleId="{EEA37195-21D5-4679-AE68-0578596DC47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DFC3D76-5032-4B00-8FFF-1757D168534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requerimientos de información y reportes a generar para el área: criterio operativo sobre qué solicitudes de información son más urgentes o relevantes en función de las necesidades del Gerente Sr y de los clientes internos del Centro de Servicios.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Determinación de desviaciones en SLAs que requieren escalamiento inmediato al Gerente Sr: decisión sobre qué incumplimientos de niveles de servicio representan un riesgo suficiente para activar mecanismos de atención urgente.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consolidación y reporte de los indicadores de desempeño del Centro de Servicios: mediante la recopilación periódica de métricas de los procesos P2P, O2C y R2R y su estructuración en reportes de gestión, para proveer al Gerente Sr visibilidad oportuna sobre el desempeño operativo del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Dar seguimiento al cumplimiento de los acuerdos de nivel de servicio con los clientes internos: mediante el monitoreo de los compromisos de entrega y calidad de cada proceso, para identificar desviaciones y escalar oportunamente al Gerente Sr las situaciones que requieran atención.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los rituales de gestión del Centro de Servicios: mediante la preparación de agendas, materiales e información requerida para las reuniones de seguimiento, para asegurar la efectividad de los espacios de gestión y la toma de decisiones basada en datos.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Apoyar la gestión de la relación con los clientes internos del Centro de Servicios: mediante la atención de consultas generales, canalización de requerimientos a las áreas correspondientes y seguimiento de compromisos, para contribuir a la satisfacción y alineación de los usuarios de los servicios centralizados.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reportes de gestión e información financiera del Centro de Servicios para la dirección: mediante la consolidación y presentación estructurada de los datos de desempeño, inversión y generación de valor del área, para apoyar la rendición de cuentas y la comunicación con los stakeholders.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el seguimiento de iniciativas y proyectos de mejora del Centro de Servicios: mediante el monitoreo del avance de los compromisos adquiridos y la actualización de los planes de acción, para mantener visibilidad sobre el estado de las mejoras en curso.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los procesos de gestión e información del Centro de Servicios: mediante el registro actualizado de los rituales, formatos de reporte y estándares de seguimiento, para mantener la consistencia y trazabilidad de la operación de gestión del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Coordinador Información y Gestión CSF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5" name="Google Shape;95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1" name="Google Shape;121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6" name="Google Shape;136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{EEA37195-21D5-4679-AE68-0578596DC478}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y dar seguimiento a la información de gestión y los indicadores de desempeño del Centro de Servicios Financieros de OXXO México, mediante la consolidación de reportes, el monitoreo de acuerdos de servicio y el apoyo a los rituales de gestión del área, para contribuir a la visibilidad operativa, la rendición de cuentas y la toma de decisiones oportuna del Gerente Sr y los líderes del Centro de Servicios.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Consolidar información de múltiples procesos y fuentes de datos con distintos niveles de madurez y formatos: la diversidad operativa del Centro de Servicios dificulta la homologación de los datos de gestión, demandando capacidad de síntesis y criterio para asegurar la consistencia de los reportes.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visibilidad operativa del Centro de Servicios en un entorno de alta velocidad de cambio: la evolución continua de los procesos, acuerdos de servicio y prioridades del área genera presión sobre la actualización oportuna de los indicadores y reportes de gestión.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Purchase to Pay, Gerente Order to Cash, Gerente Record to Report, Responsable Gobierno Datos y Cond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{DDFC3D76-5032-4B00-8FFF-1757D168534C}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Proveer información de gestión y seguimiento de SLAs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Gerentes P2P, O2C y R2R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Recopilar indicadores y dar seguimiento a compromisos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Clientes internos del CSF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Atender consultas y canalizar requerimientos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Coordinador Información y Gestión CSF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