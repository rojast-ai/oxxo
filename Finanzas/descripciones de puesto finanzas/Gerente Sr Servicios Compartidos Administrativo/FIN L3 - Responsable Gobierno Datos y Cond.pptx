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dieJXeedORnoJxrKU59XwJwAI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8E02CC-AC8D-43D7-9D6E-0BA9A8360F12}">
  <a:tblStyle styleId="{B38E02CC-AC8D-43D7-9D6E-0BA9A8360F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E599CDF-6B85-4FB8-892B-1130BC7EFF9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de validación de modificaciones a catálogos y condiciones comerciales: determinación operativa sobre qué cambios en los maestros de datos pueden ser procesados directamente y cuáles requieren validación o autorización del Gerente Sr por su impacto en los procesos transaccionales.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la resolución de inconsistencias de datos según impacto en los procesos: decisión sobre el orden de atención de las discrepancias identificadas en función del riesgo que representan para la operación de los ciclos P2P, O2C y R2R.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los estándares de gobierno de datos del Centro de Servicios: mediante la aplicación de los criterios de calidad, integridad y disponibilidad de la información definidos, para asegurar que los datos que sustentan los procesos transaccionales sean confiables y oportunos.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mantenimiento y actualización de los catálogos y condiciones comerciales: mediante la gestión de las altas, bajas y modificaciones en los maestros de datos, para garantizar que la información base de los procesos P2P, O2C y R2R esté siempre actualizada y alineada a los acuerdos vigentes.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desviaciones en la calidad de datos que impacten los procesos transaccionales: mediante el monitoreo sistemático de los indicadores de calidad de información, para alertar oportunamente al Gerente Sr sobre situaciones que requieran corrección o atención.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áreas usuarias la resolución de inconsistencias en datos y condiciones: mediante la interacción con los equipos de P2P, O2C, R2R y las plataformas del negocio, para asegurar la correcta atención y cierre de las discrepancias identificadas.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estatus y calidad del gobierno de datos del área: mediante la consolidación periódica de indicadores de integridad, completitud y oportunidad de la información, para proveer al Gerente Sr visibilidad sobre el estado del gobierno de datos en el Centro de Servicios.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los procedimientos y estándares de gobierno de datos y condiciones: mediante el registro sistemático de los criterios, procesos y resultados de las revisiones, para mantener la trazabilidad y la mejora continua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TI la habilitación tecnológica requerida para el gobierno de datos: mediante la canalización de requerimientos de sistemas y la validación de las soluciones implementadas, para asegurar que las herramientas tecnológicas soporten adecuadamente los procesos de gestión de datos y condiciones.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al gobierno de datos y condiciones comerciales dentro del Centro de Servicios de OXXO México, mediante la implementación de los estándares de calidad de datos, el mantenimiento de catálogos y condiciones y la coordinación con las áreas usuarias, para asegurar la confiabilidad, integridad y disponibilidad de la información que sustenta los procesos transaccionales del área.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Gobierno Datos y Cond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{B38E02CC-AC8D-43D7-9D6E-0BA9A8360F12}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calidad e integridad de los datos en un entorno de alto volumen y múltiples fuentes de información: la diversidad de sistemas y áreas que generan y consumen datos en el Centro de Servicios dificulta la estandarización y el control consistente de la calidad de la información.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confiabilidad de los datos base ante la evolución constante de condiciones comerciales y acuerdos con proveedores y clientes: la frecuencia de cambios en las condiciones del negocio demanda procesos ágiles de actualización que no comprometan la integridad de la información transaccional.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Purchase to Pay, Gerente Order to Cash, Gerente Record to Report, Coordinador Información y Gestión CSF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{6E599CDF-6B85-4FB8-892B-1130BC7EFF9D}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calidad de datos y desviaciones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P2P, O2C y R2R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resolución de inconsistencias de datos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habilitación tecnológica de datos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Gobierno Datos y Cond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