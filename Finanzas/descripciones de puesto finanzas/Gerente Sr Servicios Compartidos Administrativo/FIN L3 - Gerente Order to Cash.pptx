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1adgxhzYC2+e0l9AvzKPhvttF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85EAD2-349E-401F-8100-2B9BC31F59F1}">
  <a:tblStyle styleId="{C285EAD2-349E-401F-8100-2B9BC31F59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F694BFC-DDB3-4977-88E6-5F3013FDA1D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Criterio de gestión y priorización de cuentas por cobrar en situaciones de mora o disputa: determinación operativa sobre qué casos requieren mecanismos de recuperación especiales o escalamiento al Gerente Sr, en función del monto y antigüedad del saldo.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Validación de ajustes y notas de crédito en el proceso de facturación: decisión sobre la procedencia de correcciones o devoluciones en la facturación antes de su aplicación, asegurando el apego a las políticas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y supervisar el ciclo Order to Cash end-to-end: mediante la gestión de los procesos de facturación, cobranza, aplicación de pagos y reconocimiento de ingresos conforme a las políticas establecidas, para garantizar la correcta ejecución del proceso y el cumplimiento de los tiempos de cobro acordados.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gestión de la cartera de cuentas por cobrar: mediante el seguimiento sistemático de los saldos vencidos, la aplicación de los mecanismos de recuperación definidos y la interacción con los clientes internos y externos, para asegurar el cobro oportuno y la salud de la cartera.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y mantener los controles del proceso O2C: mediante la aplicación de los mecanismos de validación y supervisión definidos bajo las políticas de la compañía, para prevenir errores en la facturación, omisiones de cobro y desviaciones en el reconocimiento de ingresos.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reportar los indicadores de desempeño del proceso O2C: mediante la consolidación periódica de métricas de días de cobro, calidad de facturación y efectividad de recuperación de cartera, para proveer al Gerente Sr información oportuna que sustente decisiones y mejoras.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 relación operativa con los clientes internos en el ámbito del proceso O2C: mediante la atención de consultas, resolución de discrepancias de facturación y seguimiento de compromisos, para mantener relaciones de servicio confiables alineadas a los acuerdos establecidos.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el área de Transformación Procesos Finanzas la mejora continua del proceso O2C: mediante la identificación de oportunidades de automatización, reducción de tiempos de ciclo y estandarización, para contribuir a la evolución del modelo de servicios centralizados.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actualizar los procedimientos operativos del ciclo O2C: mediante el registro de instrucciones de trabajo, controles y estándares de procesamiento, para mantener la trazabilidad y estandarización del proceso.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supervisar el ciclo completo de Order to Cash de OXXO México, mediante la gestión de los procesos de facturación, cobranza y reconocimiento de ingresos, para garantizar tiempos de cobro acorde a las políticas establecidas, la integridad de los ingresos reconocidos y la eficiencia operativa del proceso de cuentas por cobrar.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Order to Cash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{C285EAD2-349E-401F-8100-2B9BC31F59F1}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tiempos de cobro óptimos ante la diversidad de clientes y condiciones comerciales de OXXO: la variedad de acuerdos comerciales y la escala de la cartera generan complejidad en la gestión y seguimiento sistemático de las cuentas por cobrar.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la integridad del reconocimiento de ingresos ante un volumen alto y variado de transacciones: la cantidad y diversidad de fuentes de ingreso de OXXO demanda procesos de validación robustos para asegurar la correcta y oportuna contabilización de los ingresos.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Purchase to Pay, Gerente Record to Report, Responsable Gobierno Datos y Cond, Coordinador Información y Gestión CSF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{5F694BFC-DDB3-4977-88E6-5F3013FDA1D3}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desempeño y desviaciones del proceso O2C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Clientes internos del proceso O2C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facturación y resolver discrepancias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Record to Report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reconocimiento de ingresos y conciliaciones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Transformación Procesos Finanzas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mejoras y automatización del proceso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Order to Cash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