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0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55" r:id="rId16"/>
    <p:sldId id="2147482949" r:id="rId17"/>
    <p:sldId id="2147482954" r:id="rId18"/>
    <p:sldId id="2147482951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misas" id="{AAFA282A-9D08-4389-AC65-E8D84C7692B5}">
          <p14:sldIdLst>
            <p14:sldId id="214748295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C98F0-AF80-450A-A0C4-0B6B2F4F59EF}" v="13" dt="2026-04-24T19:54:44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79319" autoAdjust="0"/>
  </p:normalViewPr>
  <p:slideViewPr>
    <p:cSldViewPr snapToGrid="0">
      <p:cViewPr varScale="1">
        <p:scale>
          <a:sx n="55" d="100"/>
          <a:sy n="55" d="100"/>
        </p:scale>
        <p:origin x="133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delSld modSld modSection">
      <pc:chgData name="Rodriguez Barcenas Beatriz Adriana" userId="9d0e2705-d1ec-45d6-a10d-58461a4a334f" providerId="ADAL" clId="{812CDC9A-941A-4B28-B06D-1FCB72D96FFB}" dt="2026-04-13T22:00:52.587" v="4061" actId="20577"/>
      <pc:docMkLst>
        <pc:docMk/>
      </pc:docMkLst>
      <pc:sldChg chg="delSp modSp mod">
        <pc:chgData name="Rodriguez Barcenas Beatriz Adriana" userId="9d0e2705-d1ec-45d6-a10d-58461a4a334f" providerId="ADAL" clId="{812CDC9A-941A-4B28-B06D-1FCB72D96FFB}" dt="2026-04-10T17:07:45.150" v="2275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4-10T17:05:56.800" v="2083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4-10T17:06:28.350" v="2090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4-10T17:07:35.578" v="2273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4-10T17:07:40.571" v="2274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4-10T17:07:30.574" v="2272"/>
          <ac:spMkLst>
            <pc:docMk/>
            <pc:sldMk cId="456374482" sldId="258"/>
            <ac:spMk id="7" creationId="{025BF223-6AFC-6967-F475-435C163332D5}"/>
          </ac:spMkLst>
        </pc:spChg>
        <pc:spChg chg="mod">
          <ac:chgData name="Rodriguez Barcenas Beatriz Adriana" userId="9d0e2705-d1ec-45d6-a10d-58461a4a334f" providerId="ADAL" clId="{812CDC9A-941A-4B28-B06D-1FCB72D96FFB}" dt="2026-04-10T17:07:45.150" v="2275"/>
          <ac:spMkLst>
            <pc:docMk/>
            <pc:sldMk cId="456374482" sldId="258"/>
            <ac:spMk id="8" creationId="{423CE306-CAEC-CB71-9BDB-A4B347B18302}"/>
          </ac:spMkLst>
        </pc:spChg>
        <pc:spChg chg="mod">
          <ac:chgData name="Rodriguez Barcenas Beatriz Adriana" userId="9d0e2705-d1ec-45d6-a10d-58461a4a334f" providerId="ADAL" clId="{812CDC9A-941A-4B28-B06D-1FCB72D96FFB}" dt="2026-04-10T17:07:26.326" v="2271"/>
          <ac:spMkLst>
            <pc:docMk/>
            <pc:sldMk cId="456374482" sldId="258"/>
            <ac:spMk id="12" creationId="{3B16A55E-E607-9EE6-ECFC-FACE45B08E2C}"/>
          </ac:spMkLst>
        </pc:spChg>
        <pc:spChg chg="mod">
          <ac:chgData name="Rodriguez Barcenas Beatriz Adriana" userId="9d0e2705-d1ec-45d6-a10d-58461a4a334f" providerId="ADAL" clId="{812CDC9A-941A-4B28-B06D-1FCB72D96FFB}" dt="2026-04-10T17:06:17.733" v="2088" actId="20577"/>
          <ac:spMkLst>
            <pc:docMk/>
            <pc:sldMk cId="456374482" sldId="258"/>
            <ac:spMk id="21" creationId="{D0BB167D-2C7D-D430-1D45-DB6FE8827566}"/>
          </ac:spMkLst>
        </pc:spChg>
        <pc:spChg chg="mod">
          <ac:chgData name="Rodriguez Barcenas Beatriz Adriana" userId="9d0e2705-d1ec-45d6-a10d-58461a4a334f" providerId="ADAL" clId="{812CDC9A-941A-4B28-B06D-1FCB72D96FFB}" dt="2026-04-10T17:06:31.837" v="2092" actId="404"/>
          <ac:spMkLst>
            <pc:docMk/>
            <pc:sldMk cId="456374482" sldId="258"/>
            <ac:spMk id="31" creationId="{6975D636-73BB-21EF-E5A3-82114D16F5CC}"/>
          </ac:spMkLst>
        </pc:spChg>
        <pc:spChg chg="mod">
          <ac:chgData name="Rodriguez Barcenas Beatriz Adriana" userId="9d0e2705-d1ec-45d6-a10d-58461a4a334f" providerId="ADAL" clId="{812CDC9A-941A-4B28-B06D-1FCB72D96FFB}" dt="2026-04-10T17:06:04.088" v="2084"/>
          <ac:spMkLst>
            <pc:docMk/>
            <pc:sldMk cId="456374482" sldId="258"/>
            <ac:spMk id="261" creationId="{07283218-3E23-D281-2EC9-3CE8DA51E908}"/>
          </ac:spMkLst>
        </pc:spChg>
        <pc:cxnChg chg="mod">
          <ac:chgData name="Rodriguez Barcenas Beatriz Adriana" userId="9d0e2705-d1ec-45d6-a10d-58461a4a334f" providerId="ADAL" clId="{812CDC9A-941A-4B28-B06D-1FCB72D96FFB}" dt="2026-04-10T17:07:20.677" v="2270" actId="1038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4-10T17:06:58.245" v="2191" actId="1038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4-10T17:07:16.746" v="2269" actId="1038"/>
          <ac:cxnSpMkLst>
            <pc:docMk/>
            <pc:sldMk cId="456374482" sldId="258"/>
            <ac:cxnSpMk id="16" creationId="{EB6A592B-BC3E-8B5C-FA54-5FACD425AC2E}"/>
          </ac:cxnSpMkLst>
        </pc:cxnChg>
        <pc:cxnChg chg="mod">
          <ac:chgData name="Rodriguez Barcenas Beatriz Adriana" userId="9d0e2705-d1ec-45d6-a10d-58461a4a334f" providerId="ADAL" clId="{812CDC9A-941A-4B28-B06D-1FCB72D96FFB}" dt="2026-04-10T17:07:12.549" v="2249" actId="1038"/>
          <ac:cxnSpMkLst>
            <pc:docMk/>
            <pc:sldMk cId="456374482" sldId="258"/>
            <ac:cxnSpMk id="17" creationId="{C669F1A8-205F-12BA-34BD-88A4B3E73091}"/>
          </ac:cxnSpMkLst>
        </pc:cxnChg>
      </pc:sldChg>
      <pc:sldChg chg="modSp mod modNotesTx">
        <pc:chgData name="Rodriguez Barcenas Beatriz Adriana" userId="9d0e2705-d1ec-45d6-a10d-58461a4a334f" providerId="ADAL" clId="{812CDC9A-941A-4B28-B06D-1FCB72D96FFB}" dt="2026-04-13T21:28:02.628" v="2493" actId="20577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4-10T17:01:57.589" v="2000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4-10T17:05:07.717" v="2017" actId="20577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4-13T21:28:02.628" v="2493" actId="20577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4-10T16:43:28.886" v="1862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4-10T16:43:28.886" v="1862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4-10T16:43:24.432" v="1857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4-13T22:00:52.587" v="4061" actId="20577"/>
        <pc:sldMkLst>
          <pc:docMk/>
          <pc:sldMk cId="2944001035" sldId="2147482945"/>
        </pc:sldMkLst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4-10T18:48:18.787" v="2277" actId="1076"/>
          <ac:spMkLst>
            <pc:docMk/>
            <pc:sldMk cId="2944001035" sldId="2147482945"/>
            <ac:spMk id="3" creationId="{8B80DD89-91A3-35BF-46F8-436A28D7C493}"/>
          </ac:spMkLst>
        </pc:spChg>
        <pc:spChg chg="mod">
          <ac:chgData name="Rodriguez Barcenas Beatriz Adriana" userId="9d0e2705-d1ec-45d6-a10d-58461a4a334f" providerId="ADAL" clId="{812CDC9A-941A-4B28-B06D-1FCB72D96FFB}" dt="2026-04-10T18:48:55.217" v="2282"/>
          <ac:spMkLst>
            <pc:docMk/>
            <pc:sldMk cId="2944001035" sldId="2147482945"/>
            <ac:spMk id="4" creationId="{EC81B558-E5CB-5883-53C6-64D6AE0ECAB1}"/>
          </ac:spMkLst>
        </pc:spChg>
        <pc:spChg chg="mod">
          <ac:chgData name="Rodriguez Barcenas Beatriz Adriana" userId="9d0e2705-d1ec-45d6-a10d-58461a4a334f" providerId="ADAL" clId="{812CDC9A-941A-4B28-B06D-1FCB72D96FFB}" dt="2026-04-10T18:48:40.630" v="2280"/>
          <ac:spMkLst>
            <pc:docMk/>
            <pc:sldMk cId="2944001035" sldId="2147482945"/>
            <ac:spMk id="5" creationId="{5DF529FD-B6C4-4983-2BBD-7082564AB2A8}"/>
          </ac:spMkLst>
        </pc:spChg>
        <pc:spChg chg="mod">
          <ac:chgData name="Rodriguez Barcenas Beatriz Adriana" userId="9d0e2705-d1ec-45d6-a10d-58461a4a334f" providerId="ADAL" clId="{812CDC9A-941A-4B28-B06D-1FCB72D96FFB}" dt="2026-04-10T18:49:09.246" v="2283"/>
          <ac:spMkLst>
            <pc:docMk/>
            <pc:sldMk cId="2944001035" sldId="2147482945"/>
            <ac:spMk id="6" creationId="{449EA707-9460-C8EC-3ECD-C3DC35E7B74E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4-10T18:48:15.930" v="2276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4-13T21:43:02.994" v="3283" actId="20577"/>
          <ac:spMkLst>
            <pc:docMk/>
            <pc:sldMk cId="2944001035" sldId="2147482945"/>
            <ac:spMk id="9" creationId="{3B105992-6B7A-A569-97CC-83526E0D2E01}"/>
          </ac:spMkLst>
        </pc:spChg>
        <pc:spChg chg="mod">
          <ac:chgData name="Rodriguez Barcenas Beatriz Adriana" userId="9d0e2705-d1ec-45d6-a10d-58461a4a334f" providerId="ADAL" clId="{812CDC9A-941A-4B28-B06D-1FCB72D96FFB}" dt="2026-04-10T18:48:26.739" v="2278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4-13T21:44:12.193" v="3377" actId="1076"/>
          <ac:spMkLst>
            <pc:docMk/>
            <pc:sldMk cId="2944001035" sldId="2147482945"/>
            <ac:spMk id="12" creationId="{82323E60-A042-8676-9D49-EFA9613F4105}"/>
          </ac:spMkLst>
        </pc:spChg>
        <pc:spChg chg="add mod">
          <ac:chgData name="Rodriguez Barcenas Beatriz Adriana" userId="9d0e2705-d1ec-45d6-a10d-58461a4a334f" providerId="ADAL" clId="{812CDC9A-941A-4B28-B06D-1FCB72D96FFB}" dt="2026-04-13T22:00:52.587" v="4061" actId="20577"/>
          <ac:spMkLst>
            <pc:docMk/>
            <pc:sldMk cId="2944001035" sldId="2147482945"/>
            <ac:spMk id="17" creationId="{465B213A-55C5-FA37-2E35-14EAC4976C54}"/>
          </ac:spMkLst>
        </pc:spChg>
        <pc:spChg chg="add mod">
          <ac:chgData name="Rodriguez Barcenas Beatriz Adriana" userId="9d0e2705-d1ec-45d6-a10d-58461a4a334f" providerId="ADAL" clId="{812CDC9A-941A-4B28-B06D-1FCB72D96FFB}" dt="2026-04-13T21:44:38.394" v="3425" actId="14100"/>
          <ac:spMkLst>
            <pc:docMk/>
            <pc:sldMk cId="2944001035" sldId="2147482945"/>
            <ac:spMk id="18" creationId="{F461C598-7621-6D4E-B178-679D7D09AB55}"/>
          </ac:spMkLst>
        </pc:spChg>
        <pc:spChg chg="add mod">
          <ac:chgData name="Rodriguez Barcenas Beatriz Adriana" userId="9d0e2705-d1ec-45d6-a10d-58461a4a334f" providerId="ADAL" clId="{812CDC9A-941A-4B28-B06D-1FCB72D96FFB}" dt="2026-04-13T21:44:54.409" v="3474" actId="20577"/>
          <ac:spMkLst>
            <pc:docMk/>
            <pc:sldMk cId="2944001035" sldId="2147482945"/>
            <ac:spMk id="19" creationId="{03EB158E-A35C-E8C6-17F4-197E9DC369A9}"/>
          </ac:spMkLst>
        </pc:spChg>
        <pc:spChg chg="add mod">
          <ac:chgData name="Rodriguez Barcenas Beatriz Adriana" userId="9d0e2705-d1ec-45d6-a10d-58461a4a334f" providerId="ADAL" clId="{812CDC9A-941A-4B28-B06D-1FCB72D96FFB}" dt="2026-04-13T21:46:16.819" v="3572" actId="1076"/>
          <ac:spMkLst>
            <pc:docMk/>
            <pc:sldMk cId="2944001035" sldId="2147482945"/>
            <ac:spMk id="20" creationId="{625B858C-EA60-259C-CC10-03910168C36B}"/>
          </ac:spMkLst>
        </pc:spChg>
        <pc:spChg chg="add mod">
          <ac:chgData name="Rodriguez Barcenas Beatriz Adriana" userId="9d0e2705-d1ec-45d6-a10d-58461a4a334f" providerId="ADAL" clId="{812CDC9A-941A-4B28-B06D-1FCB72D96FFB}" dt="2026-04-13T21:53:56.624" v="3764" actId="14100"/>
          <ac:spMkLst>
            <pc:docMk/>
            <pc:sldMk cId="2944001035" sldId="2147482945"/>
            <ac:spMk id="21" creationId="{E6C5B446-65B2-D02F-FB78-83D2E1E6AC29}"/>
          </ac:spMkLst>
        </pc:spChg>
        <pc:spChg chg="add mod">
          <ac:chgData name="Rodriguez Barcenas Beatriz Adriana" userId="9d0e2705-d1ec-45d6-a10d-58461a4a334f" providerId="ADAL" clId="{812CDC9A-941A-4B28-B06D-1FCB72D96FFB}" dt="2026-04-13T21:54:38.430" v="3788" actId="1076"/>
          <ac:spMkLst>
            <pc:docMk/>
            <pc:sldMk cId="2944001035" sldId="2147482945"/>
            <ac:spMk id="22" creationId="{6B5A3D25-647D-B924-0279-1B999FA1B6A0}"/>
          </ac:spMkLst>
        </pc:spChg>
        <pc:spChg chg="add mod">
          <ac:chgData name="Rodriguez Barcenas Beatriz Adriana" userId="9d0e2705-d1ec-45d6-a10d-58461a4a334f" providerId="ADAL" clId="{812CDC9A-941A-4B28-B06D-1FCB72D96FFB}" dt="2026-04-13T21:58:21.950" v="3932" actId="20577"/>
          <ac:spMkLst>
            <pc:docMk/>
            <pc:sldMk cId="2944001035" sldId="2147482945"/>
            <ac:spMk id="23" creationId="{3576A95E-2269-BDF7-4192-F26382080589}"/>
          </ac:spMkLst>
        </pc:spChg>
        <pc:spChg chg="add mod">
          <ac:chgData name="Rodriguez Barcenas Beatriz Adriana" userId="9d0e2705-d1ec-45d6-a10d-58461a4a334f" providerId="ADAL" clId="{812CDC9A-941A-4B28-B06D-1FCB72D96FFB}" dt="2026-04-13T22:00:43.665" v="4033" actId="20577"/>
          <ac:spMkLst>
            <pc:docMk/>
            <pc:sldMk cId="2944001035" sldId="2147482945"/>
            <ac:spMk id="24" creationId="{9F3AE2B2-6F7B-75CC-D566-34B483712F01}"/>
          </ac:spMkLst>
        </pc:spChg>
        <pc:spChg chg="mod">
          <ac:chgData name="Rodriguez Barcenas Beatriz Adriana" userId="9d0e2705-d1ec-45d6-a10d-58461a4a334f" providerId="ADAL" clId="{812CDC9A-941A-4B28-B06D-1FCB72D96FFB}" dt="2026-04-10T18:49:16.535" v="2289" actId="1035"/>
          <ac:spMkLst>
            <pc:docMk/>
            <pc:sldMk cId="2944001035" sldId="2147482945"/>
            <ac:spMk id="57" creationId="{76B4E10F-C551-0C56-EA0C-EBB9F8115B10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4-13T21:35:31.090" v="2675" actId="20577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62" creationId="{FB3CB5BB-6E04-846F-FBBD-8CB6B62B48DC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4-13T21:40:33.710" v="3074" actId="20577"/>
          <ac:spMkLst>
            <pc:docMk/>
            <pc:sldMk cId="2944001035" sldId="2147482945"/>
            <ac:spMk id="64" creationId="{73C07C05-BCF8-B968-F9E9-B81F2BF448F6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4-13T21:41:09.243" v="3120" actId="20577"/>
          <ac:spMkLst>
            <pc:docMk/>
            <pc:sldMk cId="2944001035" sldId="2147482945"/>
            <ac:spMk id="67" creationId="{531F763A-86B3-AD2A-94E9-E9EE7C55B0F5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4-13T21:41:42.065" v="3160" actId="20577"/>
          <ac:spMkLst>
            <pc:docMk/>
            <pc:sldMk cId="2944001035" sldId="2147482945"/>
            <ac:spMk id="70" creationId="{AD4C895D-B746-275C-09BB-27F322E2835A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71" creationId="{2DB2D4E6-953F-0472-E08E-0343B1EFD17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2" creationId="{5B4FDDA6-4FBE-7090-8C12-D2D765B5B191}"/>
          </ac:spMkLst>
        </pc:spChg>
        <pc:spChg chg="mod">
          <ac:chgData name="Rodriguez Barcenas Beatriz Adriana" userId="9d0e2705-d1ec-45d6-a10d-58461a4a334f" providerId="ADAL" clId="{812CDC9A-941A-4B28-B06D-1FCB72D96FFB}" dt="2026-04-13T21:50:04.629" v="3659" actId="20577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4" creationId="{0E4F1F5C-4815-C42D-4A51-1460F838CEC5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5" creationId="{44E95411-248D-7909-92EC-4A8FCAAE692D}"/>
          </ac:spMkLst>
        </pc:spChg>
      </pc:sldChg>
      <pc:sldChg chg="addSp delSp modSp mod modNotesTx">
        <pc:chgData name="Rodriguez Barcenas Beatriz Adriana" userId="9d0e2705-d1ec-45d6-a10d-58461a4a334f" providerId="ADAL" clId="{812CDC9A-941A-4B28-B06D-1FCB72D96FFB}" dt="2026-04-13T21:33:27.390" v="2637" actId="20577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4-10T17:01:53.692" v="1999" actId="13926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4-13T21:33:27.390" v="2637" actId="20577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4-13T21:21:34.382" v="2347" actId="13926"/>
          <ac:spMkLst>
            <pc:docMk/>
            <pc:sldMk cId="679105534" sldId="2147482948"/>
            <ac:spMk id="56" creationId="{10AE335B-E5D2-A6A7-EFF5-4DBB7DACAAF6}"/>
          </ac:spMkLst>
        </pc:spChg>
      </pc:sldChg>
    </pc:docChg>
  </pc:docChgLst>
  <pc:docChgLst>
    <pc:chgData name="Beatriz Adriana Rodríguez Barcenas" userId="9d0e2705-d1ec-45d6-a10d-58461a4a334f" providerId="ADAL" clId="{812CDC9A-941A-4B28-B06D-1FCB72D96FFB}"/>
    <pc:docChg chg="custSel addSld modSld sldOrd addSection delSection modSection">
      <pc:chgData name="Beatriz Adriana Rodríguez Barcenas" userId="9d0e2705-d1ec-45d6-a10d-58461a4a334f" providerId="ADAL" clId="{812CDC9A-941A-4B28-B06D-1FCB72D96FFB}" dt="2026-04-24T19:56:00.935" v="453" actId="17846"/>
      <pc:docMkLst>
        <pc:docMk/>
      </pc:docMkLst>
      <pc:sldChg chg="addSp delSp modSp mod">
        <pc:chgData name="Beatriz Adriana Rodríguez Barcenas" userId="9d0e2705-d1ec-45d6-a10d-58461a4a334f" providerId="ADAL" clId="{812CDC9A-941A-4B28-B06D-1FCB72D96FFB}" dt="2026-04-24T19:46:02.897" v="284" actId="20577"/>
        <pc:sldMkLst>
          <pc:docMk/>
          <pc:sldMk cId="456374482" sldId="258"/>
        </pc:sldMkLst>
        <pc:spChg chg="mod">
          <ac:chgData name="Beatriz Adriana Rodríguez Barcenas" userId="9d0e2705-d1ec-45d6-a10d-58461a4a334f" providerId="ADAL" clId="{812CDC9A-941A-4B28-B06D-1FCB72D96FFB}" dt="2026-04-24T19:46:02.897" v="284" actId="20577"/>
          <ac:spMkLst>
            <pc:docMk/>
            <pc:sldMk cId="456374482" sldId="258"/>
            <ac:spMk id="2" creationId="{15943841-D0E0-2FDA-A509-DF366A3D331D}"/>
          </ac:spMkLst>
        </pc:spChg>
        <pc:spChg chg="add mod">
          <ac:chgData name="Beatriz Adriana Rodríguez Barcenas" userId="9d0e2705-d1ec-45d6-a10d-58461a4a334f" providerId="ADAL" clId="{812CDC9A-941A-4B28-B06D-1FCB72D96FFB}" dt="2026-04-24T19:45:44.723" v="249" actId="20577"/>
          <ac:spMkLst>
            <pc:docMk/>
            <pc:sldMk cId="456374482" sldId="258"/>
            <ac:spMk id="9" creationId="{28954488-4F79-E772-B6B0-BFE8CC4F580F}"/>
          </ac:spMkLst>
        </pc:spChg>
        <pc:spChg chg="mod">
          <ac:chgData name="Beatriz Adriana Rodríguez Barcenas" userId="9d0e2705-d1ec-45d6-a10d-58461a4a334f" providerId="ADAL" clId="{812CDC9A-941A-4B28-B06D-1FCB72D96FFB}" dt="2026-04-24T19:39:52.256" v="46" actId="20577"/>
          <ac:spMkLst>
            <pc:docMk/>
            <pc:sldMk cId="456374482" sldId="258"/>
            <ac:spMk id="21" creationId="{D0BB167D-2C7D-D430-1D45-DB6FE8827566}"/>
          </ac:spMkLst>
        </pc:spChg>
        <pc:cxnChg chg="del">
          <ac:chgData name="Beatriz Adriana Rodríguez Barcenas" userId="9d0e2705-d1ec-45d6-a10d-58461a4a334f" providerId="ADAL" clId="{812CDC9A-941A-4B28-B06D-1FCB72D96FFB}" dt="2026-04-24T19:44:09.081" v="179" actId="478"/>
          <ac:cxnSpMkLst>
            <pc:docMk/>
            <pc:sldMk cId="456374482" sldId="258"/>
            <ac:cxnSpMk id="23" creationId="{0A6DA601-8752-B561-4B7B-488F7161A5DB}"/>
          </ac:cxnSpMkLst>
        </pc:cxnChg>
        <pc:cxnChg chg="del">
          <ac:chgData name="Beatriz Adriana Rodríguez Barcenas" userId="9d0e2705-d1ec-45d6-a10d-58461a4a334f" providerId="ADAL" clId="{812CDC9A-941A-4B28-B06D-1FCB72D96FFB}" dt="2026-04-24T19:44:09.081" v="179" actId="478"/>
          <ac:cxnSpMkLst>
            <pc:docMk/>
            <pc:sldMk cId="456374482" sldId="258"/>
            <ac:cxnSpMk id="24" creationId="{E73C9264-484C-5A6C-2411-BA53AC2AFBFE}"/>
          </ac:cxnSpMkLst>
        </pc:cxnChg>
        <pc:cxnChg chg="del">
          <ac:chgData name="Beatriz Adriana Rodríguez Barcenas" userId="9d0e2705-d1ec-45d6-a10d-58461a4a334f" providerId="ADAL" clId="{812CDC9A-941A-4B28-B06D-1FCB72D96FFB}" dt="2026-04-24T19:44:09.081" v="179" actId="478"/>
          <ac:cxnSpMkLst>
            <pc:docMk/>
            <pc:sldMk cId="456374482" sldId="258"/>
            <ac:cxnSpMk id="25" creationId="{9C94480F-920C-DF68-5152-9336E94E91F2}"/>
          </ac:cxnSpMkLst>
        </pc:cxnChg>
      </pc:sldChg>
      <pc:sldChg chg="addSp modSp mod">
        <pc:chgData name="Beatriz Adriana Rodríguez Barcenas" userId="9d0e2705-d1ec-45d6-a10d-58461a4a334f" providerId="ADAL" clId="{812CDC9A-941A-4B28-B06D-1FCB72D96FFB}" dt="2026-04-24T19:39:11.635" v="9" actId="13926"/>
        <pc:sldMkLst>
          <pc:docMk/>
          <pc:sldMk cId="1530523345" sldId="270"/>
        </pc:sldMkLst>
        <pc:spChg chg="mod">
          <ac:chgData name="Beatriz Adriana Rodríguez Barcenas" userId="9d0e2705-d1ec-45d6-a10d-58461a4a334f" providerId="ADAL" clId="{812CDC9A-941A-4B28-B06D-1FCB72D96FFB}" dt="2026-04-24T19:39:11.635" v="9" actId="13926"/>
          <ac:spMkLst>
            <pc:docMk/>
            <pc:sldMk cId="1530523345" sldId="270"/>
            <ac:spMk id="18" creationId="{6037BFC9-94B9-A0A1-59DB-B234D6CD0E61}"/>
          </ac:spMkLst>
        </pc:spChg>
        <pc:graphicFrameChg chg="add mod">
          <ac:chgData name="Beatriz Adriana Rodríguez Barcenas" userId="9d0e2705-d1ec-45d6-a10d-58461a4a334f" providerId="ADAL" clId="{812CDC9A-941A-4B28-B06D-1FCB72D96FFB}" dt="2026-04-24T19:37:02.221" v="4"/>
          <ac:graphicFrameMkLst>
            <pc:docMk/>
            <pc:sldMk cId="1530523345" sldId="270"/>
            <ac:graphicFrameMk id="2" creationId="{5DF5A31E-858B-F4A0-AB39-2B8BB157E2B8}"/>
          </ac:graphicFrameMkLst>
        </pc:graphicFrameChg>
      </pc:sldChg>
      <pc:sldChg chg="modSp mod">
        <pc:chgData name="Beatriz Adriana Rodríguez Barcenas" userId="9d0e2705-d1ec-45d6-a10d-58461a4a334f" providerId="ADAL" clId="{812CDC9A-941A-4B28-B06D-1FCB72D96FFB}" dt="2026-04-24T19:22:37.102" v="1" actId="20577"/>
        <pc:sldMkLst>
          <pc:docMk/>
          <pc:sldMk cId="679105534" sldId="2147482948"/>
        </pc:sldMkLst>
        <pc:spChg chg="mod">
          <ac:chgData name="Beatriz Adriana Rodríguez Barcenas" userId="9d0e2705-d1ec-45d6-a10d-58461a4a334f" providerId="ADAL" clId="{812CDC9A-941A-4B28-B06D-1FCB72D96FFB}" dt="2026-04-24T19:22:37.102" v="1" actId="20577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Beatriz Adriana Rodríguez Barcenas" userId="9d0e2705-d1ec-45d6-a10d-58461a4a334f" providerId="ADAL" clId="{812CDC9A-941A-4B28-B06D-1FCB72D96FFB}" dt="2026-04-24T19:22:34.941" v="0" actId="13926"/>
          <ac:spMkLst>
            <pc:docMk/>
            <pc:sldMk cId="679105534" sldId="2147482948"/>
            <ac:spMk id="56" creationId="{10AE335B-E5D2-A6A7-EFF5-4DBB7DACAAF6}"/>
          </ac:spMkLst>
        </pc:spChg>
      </pc:sldChg>
      <pc:sldChg chg="addSp delSp modSp new mod ord">
        <pc:chgData name="Beatriz Adriana Rodríguez Barcenas" userId="9d0e2705-d1ec-45d6-a10d-58461a4a334f" providerId="ADAL" clId="{812CDC9A-941A-4B28-B06D-1FCB72D96FFB}" dt="2026-04-24T19:55:46.702" v="450"/>
        <pc:sldMkLst>
          <pc:docMk/>
          <pc:sldMk cId="3776261010" sldId="2147482955"/>
        </pc:sldMkLst>
        <pc:spChg chg="mod">
          <ac:chgData name="Beatriz Adriana Rodríguez Barcenas" userId="9d0e2705-d1ec-45d6-a10d-58461a4a334f" providerId="ADAL" clId="{812CDC9A-941A-4B28-B06D-1FCB72D96FFB}" dt="2026-04-24T19:47:32.030" v="335" actId="113"/>
          <ac:spMkLst>
            <pc:docMk/>
            <pc:sldMk cId="3776261010" sldId="2147482955"/>
            <ac:spMk id="2" creationId="{E2EDBE3B-A99A-AD6E-25C5-B786CCEF33D5}"/>
          </ac:spMkLst>
        </pc:spChg>
        <pc:spChg chg="del">
          <ac:chgData name="Beatriz Adriana Rodríguez Barcenas" userId="9d0e2705-d1ec-45d6-a10d-58461a4a334f" providerId="ADAL" clId="{812CDC9A-941A-4B28-B06D-1FCB72D96FFB}" dt="2026-04-24T19:47:34.269" v="336" actId="478"/>
          <ac:spMkLst>
            <pc:docMk/>
            <pc:sldMk cId="3776261010" sldId="2147482955"/>
            <ac:spMk id="3" creationId="{11F730F0-38E9-26EF-3FFA-E5D4D7BD6D30}"/>
          </ac:spMkLst>
        </pc:spChg>
        <pc:spChg chg="add mod">
          <ac:chgData name="Beatriz Adriana Rodríguez Barcenas" userId="9d0e2705-d1ec-45d6-a10d-58461a4a334f" providerId="ADAL" clId="{812CDC9A-941A-4B28-B06D-1FCB72D96FFB}" dt="2026-04-24T19:47:44.435" v="337"/>
          <ac:spMkLst>
            <pc:docMk/>
            <pc:sldMk cId="3776261010" sldId="2147482955"/>
            <ac:spMk id="4" creationId="{A71F922C-C26B-FCC1-2289-DB2A984A0974}"/>
          </ac:spMkLst>
        </pc:spChg>
        <pc:spChg chg="add mod">
          <ac:chgData name="Beatriz Adriana Rodríguez Barcenas" userId="9d0e2705-d1ec-45d6-a10d-58461a4a334f" providerId="ADAL" clId="{812CDC9A-941A-4B28-B06D-1FCB72D96FFB}" dt="2026-04-24T19:48:08.021" v="408" actId="20577"/>
          <ac:spMkLst>
            <pc:docMk/>
            <pc:sldMk cId="3776261010" sldId="2147482955"/>
            <ac:spMk id="5" creationId="{BA891BDA-FDE9-EB53-E7AF-3C39816E1D39}"/>
          </ac:spMkLst>
        </pc:spChg>
        <pc:spChg chg="add mod">
          <ac:chgData name="Beatriz Adriana Rodríguez Barcenas" userId="9d0e2705-d1ec-45d6-a10d-58461a4a334f" providerId="ADAL" clId="{812CDC9A-941A-4B28-B06D-1FCB72D96FFB}" dt="2026-04-24T19:55:09.822" v="446" actId="1035"/>
          <ac:spMkLst>
            <pc:docMk/>
            <pc:sldMk cId="3776261010" sldId="2147482955"/>
            <ac:spMk id="6" creationId="{6772A411-7BDD-6759-04CD-8CD19F648A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809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24/04/2026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Servicios Financieros</a:t>
            </a:r>
            <a:br>
              <a:rPr lang="es-ES_tradnl" b="0" i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Abril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Comercial Servicios Financieros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1999023"/>
            <a:ext cx="11668125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100" b="1" dirty="0">
                <a:solidFill>
                  <a:prstClr val="black"/>
                </a:solidFill>
                <a:latin typeface="+mn-lt"/>
              </a:rPr>
              <a:t>Contribuciones:</a:t>
            </a: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Definir la estrategia integral de servicios financieros para maximizar el crecimiento rentable y la contribución al margen del negocio, mediante la priorización de iniciativas, alineación con objetivos corporativos y seguimiento a indicadores estratégicos. – GERENTE SR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Gestionar la rentabilidad del portafolio de servicios financieros actuales y nuevos para incrementar el margen anual, a través de modelos de negocio, esquemas tarifarios y optimización de costos operativos. - TRANSVERSAL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Impulsar el diseño, lanzamiento y escalamiento de nuevos productos financieros para diversificar fuentes de ingreso y fortalecer la propuesta de valor al cliente, mediante la gestión </a:t>
            </a:r>
            <a:r>
              <a:rPr lang="es-MX" sz="1100" dirty="0" err="1">
                <a:solidFill>
                  <a:schemeClr val="tx1"/>
                </a:solidFill>
              </a:rPr>
              <a:t>end‑to‑end</a:t>
            </a:r>
            <a:r>
              <a:rPr lang="es-MX" sz="1100" dirty="0">
                <a:solidFill>
                  <a:schemeClr val="tx1"/>
                </a:solidFill>
              </a:rPr>
              <a:t> del ciclo de producto y la evaluación de </a:t>
            </a:r>
            <a:r>
              <a:rPr lang="es-MX" sz="1100" dirty="0" err="1">
                <a:solidFill>
                  <a:schemeClr val="tx1"/>
                </a:solidFill>
              </a:rPr>
              <a:t>business</a:t>
            </a:r>
            <a:r>
              <a:rPr lang="es-MX" sz="1100" dirty="0">
                <a:solidFill>
                  <a:schemeClr val="tx1"/>
                </a:solidFill>
              </a:rPr>
              <a:t> cases. - TRANSVERSAL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Liderar la gestión comercial y negociación con socios financieros estratégicos para asegurar condiciones competitivas y modelos de colaboración sostenibles, mediante acuerdos comerciales, administración de contratos y evaluación de desempeño de aliados. - TRANSVERSAL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Asegurar la correcta ejecución operativa de los servicios financieros en tiendas para garantizar continuidad operativa y una experiencia confiable al cliente, a través de modelos de habilitación, seguimiento a </a:t>
            </a:r>
            <a:r>
              <a:rPr lang="es-MX" sz="1100" dirty="0" err="1">
                <a:solidFill>
                  <a:schemeClr val="tx1"/>
                </a:solidFill>
              </a:rPr>
              <a:t>KPIs</a:t>
            </a:r>
            <a:r>
              <a:rPr lang="es-MX" sz="1100" dirty="0">
                <a:solidFill>
                  <a:schemeClr val="tx1"/>
                </a:solidFill>
              </a:rPr>
              <a:t> operativos y estandarización de procesos. – TODO EL EQUIPO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Implementar iniciativas de mejora continua en la operación de servicios financieros para reducir fricción, errores y costos, mediante análisis de procesos, automatización y coordinación con las áreas de Operaciones y Tecnología. – TODO EL EQUIPO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Garantizar el cumplimiento regulatorio y la adecuada gestión de riesgos asociados a los servicios financieros para proteger la operación y la reputación de la compañía, mediante la coordinación con áreas de </a:t>
            </a:r>
            <a:r>
              <a:rPr lang="es-MX" sz="1100" dirty="0" err="1">
                <a:solidFill>
                  <a:schemeClr val="tx1"/>
                </a:solidFill>
              </a:rPr>
              <a:t>Compliance</a:t>
            </a:r>
            <a:r>
              <a:rPr lang="es-MX" sz="1100" dirty="0">
                <a:solidFill>
                  <a:schemeClr val="tx1"/>
                </a:solidFill>
              </a:rPr>
              <a:t>, Legal, Asuntos corporativos y atención a auditorías. - TRANSVERSAL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1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100" dirty="0">
                <a:solidFill>
                  <a:schemeClr val="tx1"/>
                </a:solidFill>
              </a:rPr>
              <a:t>Coordinar a las áreas comerciales, de producto, operaciones, tecnología y corporativas para asegurar la ejecución alineada de la estrategia de servicios financieros, a través de gobiernos de proyecto, comités y gestión transversal de </a:t>
            </a:r>
            <a:r>
              <a:rPr lang="es-MX" sz="1100" dirty="0" err="1">
                <a:solidFill>
                  <a:schemeClr val="tx1"/>
                </a:solidFill>
              </a:rPr>
              <a:t>stakeholders</a:t>
            </a:r>
            <a:r>
              <a:rPr lang="es-MX" sz="1100" dirty="0">
                <a:solidFill>
                  <a:schemeClr val="tx1"/>
                </a:solidFill>
              </a:rPr>
              <a:t>. - TRANSVERSAL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40929"/>
            <a:ext cx="1166812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>
                <a:latin typeface="+mj-lt"/>
              </a:rPr>
              <a:t>Propósito: </a:t>
            </a:r>
            <a:r>
              <a:rPr lang="es-MX" sz="1200" dirty="0">
                <a:solidFill>
                  <a:schemeClr val="tx1"/>
                </a:solidFill>
              </a:rPr>
              <a:t>Diseñar, desarrollar y maximizar el valor del portafolio de servicios financieros del </a:t>
            </a:r>
            <a:r>
              <a:rPr lang="es-MX" sz="1200" dirty="0" err="1">
                <a:solidFill>
                  <a:schemeClr val="tx1"/>
                </a:solidFill>
              </a:rPr>
              <a:t>retail</a:t>
            </a:r>
            <a:r>
              <a:rPr lang="es-MX" sz="1200" dirty="0">
                <a:solidFill>
                  <a:schemeClr val="tx1"/>
                </a:solidFill>
              </a:rPr>
              <a:t>, asegurando crecimiento rentable y sostenible del margen anual a través de la innovación en servicios, la excelencia operativa en tienda y la orquestación efectiva del ecosistema financiero, fortaleciendo la propuesta de valor para clientes, tiendas y socios estratégicos en México.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Comercial Servicios Financieros </a:t>
            </a:r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0464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Definir el </a:t>
            </a:r>
            <a:r>
              <a:rPr lang="es-MX" sz="1200" b="1" dirty="0">
                <a:solidFill>
                  <a:schemeClr val="tx1"/>
                </a:solidFill>
              </a:rPr>
              <a:t>portafolio de servicios financieros</a:t>
            </a:r>
            <a:r>
              <a:rPr lang="es-MX" sz="1200" dirty="0">
                <a:solidFill>
                  <a:schemeClr val="tx1"/>
                </a:solidFill>
              </a:rPr>
              <a:t> a desarrollar, escalar o descontinuar con base en rentabilidad, viabilidad operativa y alineación estratégica.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Seleccionar </a:t>
            </a:r>
            <a:r>
              <a:rPr lang="es-MX" sz="1200" b="1" dirty="0">
                <a:solidFill>
                  <a:schemeClr val="tx1"/>
                </a:solidFill>
              </a:rPr>
              <a:t>socios financieros</a:t>
            </a:r>
            <a:r>
              <a:rPr lang="es-MX" sz="1200" dirty="0">
                <a:solidFill>
                  <a:schemeClr val="tx1"/>
                </a:solidFill>
              </a:rPr>
              <a:t>, así como los modelos de asociación más convenientes para cada servicio.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Definir la </a:t>
            </a:r>
            <a:r>
              <a:rPr lang="es-MX" sz="1200" b="1" dirty="0">
                <a:solidFill>
                  <a:schemeClr val="tx1"/>
                </a:solidFill>
              </a:rPr>
              <a:t>estrategia comercial y de monetización</a:t>
            </a:r>
            <a:r>
              <a:rPr lang="es-MX" sz="1200" dirty="0">
                <a:solidFill>
                  <a:schemeClr val="tx1"/>
                </a:solidFill>
              </a:rPr>
              <a:t> de los servicios financieros (tarifas, precios, incentivos y condiciones comerciales).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Priorizar el </a:t>
            </a:r>
            <a:r>
              <a:rPr lang="es-MX" sz="1200" b="1" dirty="0" err="1">
                <a:solidFill>
                  <a:schemeClr val="tx1"/>
                </a:solidFill>
              </a:rPr>
              <a:t>roadmap</a:t>
            </a:r>
            <a:r>
              <a:rPr lang="es-MX" sz="1200" b="1" dirty="0">
                <a:solidFill>
                  <a:schemeClr val="tx1"/>
                </a:solidFill>
              </a:rPr>
              <a:t> de iniciativas y productos</a:t>
            </a:r>
            <a:r>
              <a:rPr lang="es-MX" sz="1200" dirty="0">
                <a:solidFill>
                  <a:schemeClr val="tx1"/>
                </a:solidFill>
              </a:rPr>
              <a:t>, balanceando impacto financiero, time </a:t>
            </a:r>
            <a:r>
              <a:rPr lang="es-MX" sz="1200" dirty="0" err="1">
                <a:solidFill>
                  <a:schemeClr val="tx1"/>
                </a:solidFill>
              </a:rPr>
              <a:t>to</a:t>
            </a:r>
            <a:r>
              <a:rPr lang="es-MX" sz="1200" dirty="0">
                <a:solidFill>
                  <a:schemeClr val="tx1"/>
                </a:solidFill>
              </a:rPr>
              <a:t> </a:t>
            </a:r>
            <a:r>
              <a:rPr lang="es-MX" sz="1200" dirty="0" err="1">
                <a:solidFill>
                  <a:schemeClr val="tx1"/>
                </a:solidFill>
              </a:rPr>
              <a:t>market</a:t>
            </a:r>
            <a:r>
              <a:rPr lang="es-MX" sz="1200" dirty="0">
                <a:solidFill>
                  <a:schemeClr val="tx1"/>
                </a:solidFill>
              </a:rPr>
              <a:t>, riesgo regulatorio y capacidades operativas.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4157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Mantener el </a:t>
            </a:r>
            <a:r>
              <a:rPr lang="es-MX" sz="1200" b="1" dirty="0">
                <a:solidFill>
                  <a:schemeClr val="tx1"/>
                </a:solidFill>
              </a:rPr>
              <a:t>crecimiento sostenido del margen y la contribución</a:t>
            </a:r>
            <a:r>
              <a:rPr lang="es-MX" sz="1200" dirty="0">
                <a:solidFill>
                  <a:schemeClr val="tx1"/>
                </a:solidFill>
              </a:rPr>
              <a:t> de los servicios financieros en un entorno altamente competitivo y regulado.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Desarrollar y escalar </a:t>
            </a:r>
            <a:r>
              <a:rPr lang="es-MX" sz="1200" b="1" dirty="0">
                <a:solidFill>
                  <a:schemeClr val="tx1"/>
                </a:solidFill>
              </a:rPr>
              <a:t>nuevas avenidas de crecimiento</a:t>
            </a:r>
            <a:r>
              <a:rPr lang="es-MX" sz="1200" dirty="0">
                <a:solidFill>
                  <a:schemeClr val="tx1"/>
                </a:solidFill>
              </a:rPr>
              <a:t> (nuevos servicios) con impacto real en negocio.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Reducir el </a:t>
            </a:r>
            <a:r>
              <a:rPr lang="es-MX" sz="1200" b="1" dirty="0">
                <a:solidFill>
                  <a:schemeClr val="tx1"/>
                </a:solidFill>
              </a:rPr>
              <a:t>time </a:t>
            </a:r>
            <a:r>
              <a:rPr lang="es-MX" sz="1200" b="1" dirty="0" err="1">
                <a:solidFill>
                  <a:schemeClr val="tx1"/>
                </a:solidFill>
              </a:rPr>
              <a:t>to</a:t>
            </a:r>
            <a:r>
              <a:rPr lang="es-MX" sz="1200" b="1" dirty="0">
                <a:solidFill>
                  <a:schemeClr val="tx1"/>
                </a:solidFill>
              </a:rPr>
              <a:t> </a:t>
            </a:r>
            <a:r>
              <a:rPr lang="es-MX" sz="1200" b="1" dirty="0" err="1">
                <a:solidFill>
                  <a:schemeClr val="tx1"/>
                </a:solidFill>
              </a:rPr>
              <a:t>market</a:t>
            </a:r>
            <a:r>
              <a:rPr lang="es-MX" sz="1200" dirty="0">
                <a:solidFill>
                  <a:schemeClr val="tx1"/>
                </a:solidFill>
              </a:rPr>
              <a:t> de nuevos servicios financieros sin comprometer cumplimiento ni estabilidad operativa.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Alinear de manera efectiva a </a:t>
            </a:r>
            <a:r>
              <a:rPr lang="es-MX" sz="1200" b="1" dirty="0">
                <a:solidFill>
                  <a:schemeClr val="tx1"/>
                </a:solidFill>
              </a:rPr>
              <a:t>servicios, operaciones, tecnología y áreas corporativas</a:t>
            </a:r>
            <a:r>
              <a:rPr lang="es-MX" sz="1200" dirty="0">
                <a:solidFill>
                  <a:schemeClr val="tx1"/>
                </a:solidFill>
              </a:rPr>
              <a:t> para una ejecución integrada.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Lograr la alineación del equipo SPIN para el desarrollo de nuevas iniciativas del área de Servicios Financieros, asegurando que las propuestas se construyan a partir del producto de casa y fortalezcan la marca interna, aun en un entorno donde existen alternativas competitivas externas que no pueden ser ofrecidas.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Estrategia y Transformación</a:t>
            </a:r>
          </a:p>
          <a:p>
            <a:pPr lvl="0" algn="ctr">
              <a:defRPr/>
            </a:pPr>
            <a:r>
              <a:rPr lang="es-MX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Diego Velarde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Propósito</a:t>
            </a:r>
          </a:p>
          <a:p>
            <a:pPr lvl="0">
              <a:defRPr/>
            </a:pPr>
            <a:r>
              <a:rPr lang="es-MX" sz="1100" dirty="0"/>
              <a:t>Diseñar, desarrollar y maximizar el valor del portafolio de servicios financieros del </a:t>
            </a:r>
            <a:r>
              <a:rPr lang="es-MX" sz="1100" dirty="0" err="1"/>
              <a:t>retail</a:t>
            </a:r>
            <a:r>
              <a:rPr lang="es-MX" sz="1100" dirty="0"/>
              <a:t>, asegurando crecimiento rentable y sostenible del margen anual a través de la innovación en productos, la excelencia operativa en tienda y la orquestación efectiva del ecosistema financiero, fortaleciendo la propuesta de valor para clientes, tiendas y socios estratégicos en México.</a:t>
            </a:r>
            <a:endParaRPr lang="es-MX" sz="1100" dirty="0">
              <a:solidFill>
                <a:prstClr val="black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56401" y="3340937"/>
            <a:ext cx="12058772" cy="1278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sz="1000" b="1" dirty="0">
                <a:solidFill>
                  <a:srgbClr val="000000"/>
                </a:solidFill>
              </a:rPr>
              <a:t>TODO EL EQUIPO:</a:t>
            </a:r>
          </a:p>
          <a:p>
            <a:pPr marL="228600" indent="-228600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(5) - Asegurar la correcta ejecución operativa de los servicios financieros en tiendas para garantizar continuidad operativa y una experiencia confiable al cliente, a través de modelos de habilitación, seguimiento a </a:t>
            </a:r>
            <a:r>
              <a:rPr lang="es-MX" sz="1000" dirty="0" err="1">
                <a:solidFill>
                  <a:schemeClr val="tx1"/>
                </a:solidFill>
              </a:rPr>
              <a:t>KPIs</a:t>
            </a:r>
            <a:r>
              <a:rPr lang="es-MX" sz="1000" dirty="0">
                <a:solidFill>
                  <a:schemeClr val="tx1"/>
                </a:solidFill>
              </a:rPr>
              <a:t> operativos y estandarización de procesos. </a:t>
            </a:r>
          </a:p>
          <a:p>
            <a:pPr marL="228600" indent="-228600" fontAlgn="t">
              <a:buFont typeface="Arial" panose="020B0604020202020204" pitchFamily="34" charset="0"/>
              <a:buChar char="•"/>
            </a:pPr>
            <a:endParaRPr lang="es-MX" sz="1000" dirty="0">
              <a:solidFill>
                <a:schemeClr val="tx1"/>
              </a:solidFill>
            </a:endParaRPr>
          </a:p>
          <a:p>
            <a:pPr marL="228600" indent="-228600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(6)- Implementar iniciativas de mejora continua en la operación de servicios financieros para reducir fricción, errores y costos, mediante análisis de procesos, automatización y coordinación con las áreas de Operaciones y Tecnología. </a:t>
            </a:r>
          </a:p>
          <a:p>
            <a:pPr fontAlgn="base"/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Estrategia y Transformación – Servicios Financieros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Comercial Servicios Financieros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Sergio Caraveo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5261729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Comercial Medios Pago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Vacante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7821031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Operaciones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iCash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Juan Manuel Vazquez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2701665" y="2756205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Comercial Dispersión Efectivo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Jorge Castaños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3CE306-CAEC-CB71-9BDB-A4B347B18302}"/>
              </a:ext>
            </a:extLst>
          </p:cNvPr>
          <p:cNvSpPr/>
          <p:nvPr/>
        </p:nvSpPr>
        <p:spPr>
          <a:xfrm>
            <a:off x="10275558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Producto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José Manuel Vallejo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17817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Comercial Corresponsalías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Fernando Bernal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484030" y="144851"/>
            <a:ext cx="151501" cy="507120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745774" y="1406595"/>
            <a:ext cx="151501" cy="254771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6025806" y="2674281"/>
            <a:ext cx="151501" cy="123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7305457" y="1394630"/>
            <a:ext cx="151501" cy="257164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C669F1A8-205F-12BA-34BD-88A4B3E7309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8532720" y="167366"/>
            <a:ext cx="151501" cy="50261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287768" y="1353312"/>
            <a:ext cx="4434840" cy="103105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b="1" dirty="0">
                <a:solidFill>
                  <a:schemeClr val="tx1"/>
                </a:solidFill>
              </a:rPr>
              <a:t>Gerente Sr.: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(1) - Definir la estrategia integral de servicios financieros para maximizar el crecimiento rentable y la contribución al margen del negocio, mediante la priorización de iniciativas, alineación con objetivos corporativos y seguimiento a indicadores estratégicos</a:t>
            </a:r>
            <a:endParaRPr lang="es-MX" sz="10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954488-4F79-E772-B6B0-BFE8CC4F580F}"/>
              </a:ext>
            </a:extLst>
          </p:cNvPr>
          <p:cNvSpPr/>
          <p:nvPr/>
        </p:nvSpPr>
        <p:spPr>
          <a:xfrm>
            <a:off x="82927" y="4676537"/>
            <a:ext cx="12020669" cy="201988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b="1" dirty="0">
                <a:solidFill>
                  <a:schemeClr val="tx1"/>
                </a:solidFill>
              </a:rPr>
              <a:t>TRANSVERSAL: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(2) - Gestionar la rentabilidad del portafolio de servicios financieros actuales y nuevos para incrementar el margen anual, a través de modelos de negocio, esquemas tarifarios y optimización de costos operativos. 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(3) - Impulsar el diseño, lanzamiento y escalamiento de nuevos productos financieros para diversificar fuentes de ingreso y fortalecer la propuesta de valor al cliente, mediante la gestión </a:t>
            </a:r>
            <a:r>
              <a:rPr lang="es-MX" sz="1000" dirty="0" err="1">
                <a:solidFill>
                  <a:schemeClr val="tx1"/>
                </a:solidFill>
              </a:rPr>
              <a:t>end‑to‑end</a:t>
            </a:r>
            <a:r>
              <a:rPr lang="es-MX" sz="1000" dirty="0">
                <a:solidFill>
                  <a:schemeClr val="tx1"/>
                </a:solidFill>
              </a:rPr>
              <a:t> del ciclo de producto y la evaluación de </a:t>
            </a:r>
            <a:r>
              <a:rPr lang="es-MX" sz="1000" dirty="0" err="1">
                <a:solidFill>
                  <a:schemeClr val="tx1"/>
                </a:solidFill>
              </a:rPr>
              <a:t>business</a:t>
            </a:r>
            <a:r>
              <a:rPr lang="es-MX" sz="1000" dirty="0">
                <a:solidFill>
                  <a:schemeClr val="tx1"/>
                </a:solidFill>
              </a:rPr>
              <a:t> cases. 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(4) - Liderar la gestión comercial y negociación con socios financieros estratégicos para asegurar condiciones competitivas y modelos de colaboración sostenibles, mediante acuerdos comerciales, administración de contratos y evaluación de desempeño de aliados.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(7) - Garantizar el cumplimiento regulatorio y la adecuada gestión de riesgos asociados a los servicios financieros para proteger la operación y la reputación de la compañía, mediante la coordinación con áreas de </a:t>
            </a:r>
            <a:r>
              <a:rPr lang="es-MX" sz="1000" dirty="0" err="1">
                <a:solidFill>
                  <a:schemeClr val="tx1"/>
                </a:solidFill>
              </a:rPr>
              <a:t>Compliance</a:t>
            </a:r>
            <a:r>
              <a:rPr lang="es-MX" sz="1000" dirty="0">
                <a:solidFill>
                  <a:schemeClr val="tx1"/>
                </a:solidFill>
              </a:rPr>
              <a:t>, Legal, Asuntos corporativos y atención a auditorías. 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tx1"/>
                </a:solidFill>
              </a:rPr>
              <a:t>(8) - Coordinar a las áreas comerciales, de producto, operaciones, tecnología y corporativas para asegurar la ejecución alineada de la estrategia de servicios financieros, a través de gobiernos de proyecto, comités y gestión transversal de </a:t>
            </a:r>
            <a:r>
              <a:rPr lang="es-MX" sz="1000" dirty="0" err="1">
                <a:solidFill>
                  <a:schemeClr val="tx1"/>
                </a:solidFill>
              </a:rPr>
              <a:t>stakeholders</a:t>
            </a:r>
            <a:r>
              <a:rPr lang="es-MX" sz="10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72499" y="117934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Estrategia y Transformación – Servicios Financieros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267615" y="2122814"/>
            <a:ext cx="1148705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612891" y="2122063"/>
            <a:ext cx="199926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603365" y="2972481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 Integraciones de entidades bancarias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665103" y="2722287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654496" y="272228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590205" y="2972129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079443" y="3067265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603365" y="3504384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 Auditorias de bancos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590205" y="3504032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079443" y="3599168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603365" y="4035935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 Estrategia de desarrollo de los servicios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590205" y="4035583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079443" y="4130719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603365" y="4584671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  Implementación de cajas recicladoras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590205" y="4584319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079443" y="4679455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603365" y="5151904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.-Aseguramiento de habilitación y conocimiento de servicios en la operación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590205" y="5151552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079443" y="5246688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9096042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482894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Comercial Medios Pago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Vacante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768733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Operaciones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iCash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Juan Manuel Vazquez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5185680" y="2122063"/>
            <a:ext cx="129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Comercial Dispersión Efectivo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Jorge Castaños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8971615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Producto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José Manuel Vallejo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888468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Comercial Corresponsalías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Fernando Bernal</a:t>
            </a:r>
            <a:endParaRPr lang="pt-BR" sz="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606426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Comercial Servicios Financieros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Sergio Caraveo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10251787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7778894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6481680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5184468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6053B95-128C-5E84-ACBC-72BA970F273E}"/>
              </a:ext>
            </a:extLst>
          </p:cNvPr>
          <p:cNvCxnSpPr>
            <a:cxnSpLocks/>
          </p:cNvCxnSpPr>
          <p:nvPr/>
        </p:nvCxnSpPr>
        <p:spPr>
          <a:xfrm>
            <a:off x="3775980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3B105992-6B7A-A569-97CC-83526E0D2E01}"/>
              </a:ext>
            </a:extLst>
          </p:cNvPr>
          <p:cNvSpPr/>
          <p:nvPr/>
        </p:nvSpPr>
        <p:spPr>
          <a:xfrm>
            <a:off x="3775980" y="2969067"/>
            <a:ext cx="6346427" cy="4632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Relación con TI (</a:t>
            </a:r>
            <a:r>
              <a:rPr lang="es-MX" sz="1100" dirty="0" err="1"/>
              <a:t>item</a:t>
            </a:r>
            <a:r>
              <a:rPr lang="es-MX" sz="1100" dirty="0"/>
              <a:t>), Finanzas (conciliaciones),  precios, espacios, Legal, Fiscal, Asuntos corporativos, MKT, Operaciones (Zonas comerciales, Despliegue operativo, Centro operaciones), protección patrimonial, ellos son los responsables de sus procesos.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2323E60-A042-8676-9D49-EFA9613F4105}"/>
              </a:ext>
            </a:extLst>
          </p:cNvPr>
          <p:cNvSpPr txBox="1"/>
          <p:nvPr/>
        </p:nvSpPr>
        <p:spPr>
          <a:xfrm>
            <a:off x="10267615" y="2969067"/>
            <a:ext cx="13533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Nuevo servicio / banco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65B213A-55C5-FA37-2E35-14EAC4976C54}"/>
              </a:ext>
            </a:extLst>
          </p:cNvPr>
          <p:cNvSpPr/>
          <p:nvPr/>
        </p:nvSpPr>
        <p:spPr>
          <a:xfrm>
            <a:off x="3782821" y="4035935"/>
            <a:ext cx="6346427" cy="4632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Relación con TI, finanzas, legal, fiscal, AC, MKT, PP, Despliegue, Operaciones, ejecución de variedad (espacios), espacios, promociones, </a:t>
            </a:r>
            <a:r>
              <a:rPr lang="es-MX" sz="1100" dirty="0" err="1"/>
              <a:t>analytics</a:t>
            </a:r>
            <a:r>
              <a:rPr lang="es-MX" sz="1100" dirty="0"/>
              <a:t>, </a:t>
            </a:r>
            <a:r>
              <a:rPr lang="es-MX" sz="1100" dirty="0" err="1"/>
              <a:t>insights</a:t>
            </a:r>
            <a:r>
              <a:rPr lang="es-MX" sz="1100" dirty="0"/>
              <a:t> (</a:t>
            </a:r>
            <a:r>
              <a:rPr lang="es-MX" sz="1100" dirty="0" err="1"/>
              <a:t>toño</a:t>
            </a:r>
            <a:r>
              <a:rPr lang="es-MX" sz="1100" dirty="0"/>
              <a:t> Menchaca), </a:t>
            </a:r>
            <a:r>
              <a:rPr lang="es-MX" sz="1100"/>
              <a:t>compensación operativa </a:t>
            </a:r>
            <a:r>
              <a:rPr lang="es-MX" sz="1100" dirty="0"/>
              <a:t>ellos son los responsables de sus procesos.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461C598-7621-6D4E-B178-679D7D09AB55}"/>
              </a:ext>
            </a:extLst>
          </p:cNvPr>
          <p:cNvSpPr txBox="1"/>
          <p:nvPr/>
        </p:nvSpPr>
        <p:spPr>
          <a:xfrm>
            <a:off x="10235324" y="4052768"/>
            <a:ext cx="16702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Incremento de margen y transacciones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3EB158E-A35C-E8C6-17F4-197E9DC369A9}"/>
              </a:ext>
            </a:extLst>
          </p:cNvPr>
          <p:cNvSpPr txBox="1"/>
          <p:nvPr/>
        </p:nvSpPr>
        <p:spPr>
          <a:xfrm>
            <a:off x="10235323" y="3518612"/>
            <a:ext cx="16702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Cero desviaciones e incumplimientos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25B858C-EA60-259C-CC10-03910168C36B}"/>
              </a:ext>
            </a:extLst>
          </p:cNvPr>
          <p:cNvSpPr txBox="1"/>
          <p:nvPr/>
        </p:nvSpPr>
        <p:spPr>
          <a:xfrm>
            <a:off x="10235323" y="4571409"/>
            <a:ext cx="218651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# de cajas instaladas y encendidas de acuerdo con plan + Rentabilidad de cajas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6C5B446-65B2-D02F-FB78-83D2E1E6AC29}"/>
              </a:ext>
            </a:extLst>
          </p:cNvPr>
          <p:cNvSpPr/>
          <p:nvPr/>
        </p:nvSpPr>
        <p:spPr>
          <a:xfrm>
            <a:off x="2478023" y="6144768"/>
            <a:ext cx="8938297" cy="4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/>
              <a:t>Conexión con resto de negocios (ej. Bara, OXXO Internacional, farmacias) para apoyo (RELACION)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B5A3D25-647D-B924-0279-1B999FA1B6A0}"/>
              </a:ext>
            </a:extLst>
          </p:cNvPr>
          <p:cNvSpPr/>
          <p:nvPr/>
        </p:nvSpPr>
        <p:spPr>
          <a:xfrm>
            <a:off x="3792444" y="5123098"/>
            <a:ext cx="6346427" cy="4632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Relación con TI, Despliegue, Operaciones, Entrenamiento, ellos son los responsables de sus procesos. 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76A95E-2269-BDF7-4192-F26382080589}"/>
              </a:ext>
            </a:extLst>
          </p:cNvPr>
          <p:cNvSpPr/>
          <p:nvPr/>
        </p:nvSpPr>
        <p:spPr>
          <a:xfrm>
            <a:off x="3773957" y="3539362"/>
            <a:ext cx="6346427" cy="4632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Relación con </a:t>
            </a:r>
            <a:r>
              <a:rPr lang="es-MX" sz="1100" dirty="0" err="1"/>
              <a:t>compliance</a:t>
            </a:r>
            <a:r>
              <a:rPr lang="es-MX" sz="1100" dirty="0"/>
              <a:t>, CSF, finanzas,  legal, ciberseguridad, TI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F3AE2B2-6F7B-75CC-D566-34B483712F01}"/>
              </a:ext>
            </a:extLst>
          </p:cNvPr>
          <p:cNvSpPr/>
          <p:nvPr/>
        </p:nvSpPr>
        <p:spPr>
          <a:xfrm>
            <a:off x="3823194" y="4616180"/>
            <a:ext cx="6346427" cy="4632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/>
              <a:t>Relación con operaciones, PP, Espacios, finanzas, adquisiciones, ARMUR, compensación operativa</a:t>
            </a: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DBE3B-A99A-AD6E-25C5-B786CCEF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Premisas</a:t>
            </a:r>
            <a:br>
              <a:rPr lang="es-MX" b="0" i="1" dirty="0"/>
            </a:br>
            <a:r>
              <a:rPr lang="es-MX" b="0" i="1" dirty="0"/>
              <a:t>Servicios Financieros</a:t>
            </a:r>
          </a:p>
        </p:txBody>
      </p:sp>
      <p:sp>
        <p:nvSpPr>
          <p:cNvPr id="4" name="Bocadillo: rectángulo 3">
            <a:extLst>
              <a:ext uri="{FF2B5EF4-FFF2-40B4-BE49-F238E27FC236}">
                <a16:creationId xmlns:a16="http://schemas.microsoft.com/office/drawing/2014/main" id="{A71F922C-C26B-FCC1-2289-DB2A984A0974}"/>
              </a:ext>
            </a:extLst>
          </p:cNvPr>
          <p:cNvSpPr/>
          <p:nvPr/>
        </p:nvSpPr>
        <p:spPr>
          <a:xfrm>
            <a:off x="4400550" y="1137691"/>
            <a:ext cx="7028164" cy="936987"/>
          </a:xfrm>
          <a:prstGeom prst="wedge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s-MX" sz="1050" dirty="0">
                <a:solidFill>
                  <a:schemeClr val="tx1"/>
                </a:solidFill>
              </a:rPr>
              <a:t>Una </a:t>
            </a:r>
            <a:r>
              <a:rPr lang="es-MX" sz="1050" b="1" dirty="0">
                <a:solidFill>
                  <a:schemeClr val="tx1"/>
                </a:solidFill>
              </a:rPr>
              <a:t>premisa</a:t>
            </a:r>
            <a:r>
              <a:rPr lang="es-MX" sz="1050" dirty="0">
                <a:solidFill>
                  <a:schemeClr val="tx1"/>
                </a:solidFill>
              </a:rPr>
              <a:t> es un principio base que establece las condiciones y lineamientos fundamentales bajo los cuales un área debe operar y tomar decisiones. Funciona como una condición inicial que orienta la manera en que un área opera, define sus responsabilidades y establece los criterios bajo los cuales deben ejecutarse sus actividades.</a:t>
            </a:r>
          </a:p>
          <a:p>
            <a:pPr lvl="0">
              <a:defRPr/>
            </a:pPr>
            <a:r>
              <a:rPr lang="es-MX" sz="1050" i="1" dirty="0">
                <a:solidFill>
                  <a:schemeClr val="tx1"/>
                </a:solidFill>
              </a:rPr>
              <a:t>*Ejemplo de premisa de Organización: Ningún movimiento organizacional puede ejecutarse sin la aprobación formal de Organización.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891BDA-FDE9-EB53-E7AF-3C39816E1D39}"/>
              </a:ext>
            </a:extLst>
          </p:cNvPr>
          <p:cNvSpPr/>
          <p:nvPr/>
        </p:nvSpPr>
        <p:spPr>
          <a:xfrm>
            <a:off x="1298714" y="1294758"/>
            <a:ext cx="2345634" cy="615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Propuesta realizada por Organización, pendiente de validar con Gerente.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772A411-7BDD-6759-04CD-8CD19F648A40}"/>
              </a:ext>
            </a:extLst>
          </p:cNvPr>
          <p:cNvSpPr/>
          <p:nvPr/>
        </p:nvSpPr>
        <p:spPr>
          <a:xfrm>
            <a:off x="632750" y="2488556"/>
            <a:ext cx="10941934" cy="363445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fontAlgn="t"/>
            <a:r>
              <a:rPr lang="es-MX" sz="1400" b="1" dirty="0">
                <a:solidFill>
                  <a:schemeClr val="tx1"/>
                </a:solidFill>
              </a:rPr>
              <a:t>Premisas: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s-MX" sz="1400" b="1" dirty="0">
                <a:solidFill>
                  <a:schemeClr val="tx1"/>
                </a:solidFill>
              </a:rPr>
              <a:t>La rentabilidad sostenible del portafolio guía todas las decisiones del área.</a:t>
            </a:r>
            <a:br>
              <a:rPr lang="es-MX" sz="1400" dirty="0">
                <a:solidFill>
                  <a:schemeClr val="tx1"/>
                </a:solidFill>
              </a:rPr>
            </a:br>
            <a:r>
              <a:rPr lang="es-MX" sz="1400" dirty="0">
                <a:solidFill>
                  <a:schemeClr val="tx1"/>
                </a:solidFill>
              </a:rPr>
              <a:t>El diseño, priorización y ejecución de iniciativas de servicios financieros deben maximizar el crecimiento rentable y la contribución al margen anual del negocio </a:t>
            </a:r>
            <a:r>
              <a:rPr lang="es-MX" sz="1400" dirty="0" err="1">
                <a:solidFill>
                  <a:schemeClr val="tx1"/>
                </a:solidFill>
              </a:rPr>
              <a:t>retail</a:t>
            </a:r>
            <a:r>
              <a:rPr lang="es-MX" sz="1400" dirty="0">
                <a:solidFill>
                  <a:schemeClr val="tx1"/>
                </a:solidFill>
              </a:rPr>
              <a:t>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s-MX" sz="1400" b="1" dirty="0">
                <a:solidFill>
                  <a:schemeClr val="tx1"/>
                </a:solidFill>
              </a:rPr>
              <a:t>La estrategia de servicios financieros está alineada a los objetivos corporativos y del ecosistema </a:t>
            </a:r>
            <a:r>
              <a:rPr lang="es-MX" sz="1400" b="1" dirty="0" err="1">
                <a:solidFill>
                  <a:schemeClr val="tx1"/>
                </a:solidFill>
              </a:rPr>
              <a:t>retail</a:t>
            </a:r>
            <a:r>
              <a:rPr lang="es-MX" sz="1400" b="1" dirty="0">
                <a:solidFill>
                  <a:schemeClr val="tx1"/>
                </a:solidFill>
              </a:rPr>
              <a:t>.</a:t>
            </a:r>
            <a:br>
              <a:rPr lang="es-MX" sz="1400" dirty="0">
                <a:solidFill>
                  <a:schemeClr val="tx1"/>
                </a:solidFill>
              </a:rPr>
            </a:br>
            <a:r>
              <a:rPr lang="es-MX" sz="1400" dirty="0">
                <a:solidFill>
                  <a:schemeClr val="tx1"/>
                </a:solidFill>
              </a:rPr>
              <a:t>El área actúa como habilitador estratégico para clientes, tiendas y socios, asegurando coherencia entre la visión corporativa y la ejecución operativa.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s-MX" sz="1400" b="1" dirty="0">
                <a:solidFill>
                  <a:schemeClr val="tx1"/>
                </a:solidFill>
              </a:rPr>
              <a:t>La innovación en productos y servicios financieros debe generar valor tangible al cliente y al negocio.</a:t>
            </a:r>
            <a:br>
              <a:rPr lang="es-MX" sz="1400" dirty="0">
                <a:solidFill>
                  <a:schemeClr val="tx1"/>
                </a:solidFill>
              </a:rPr>
            </a:br>
            <a:r>
              <a:rPr lang="es-MX" sz="1400" dirty="0">
                <a:solidFill>
                  <a:schemeClr val="tx1"/>
                </a:solidFill>
              </a:rPr>
              <a:t>El desarrollo y escalamiento de nuevas soluciones se sustenta en </a:t>
            </a:r>
            <a:r>
              <a:rPr lang="es-MX" sz="1400" dirty="0" err="1">
                <a:solidFill>
                  <a:schemeClr val="tx1"/>
                </a:solidFill>
              </a:rPr>
              <a:t>business</a:t>
            </a:r>
            <a:r>
              <a:rPr lang="es-MX" sz="1400" dirty="0">
                <a:solidFill>
                  <a:schemeClr val="tx1"/>
                </a:solidFill>
              </a:rPr>
              <a:t> cases sólidos, gestión </a:t>
            </a:r>
            <a:r>
              <a:rPr lang="es-MX" sz="1400" dirty="0" err="1">
                <a:solidFill>
                  <a:schemeClr val="tx1"/>
                </a:solidFill>
              </a:rPr>
              <a:t>end‑to‑end</a:t>
            </a:r>
            <a:r>
              <a:rPr lang="es-MX" sz="1400" dirty="0">
                <a:solidFill>
                  <a:schemeClr val="tx1"/>
                </a:solidFill>
              </a:rPr>
              <a:t> del producto y una propuesta de valor diferenciada.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s-MX" sz="1400" b="1" dirty="0">
                <a:solidFill>
                  <a:schemeClr val="tx1"/>
                </a:solidFill>
              </a:rPr>
              <a:t>La excelencia operativa y la ejecución en tienda son clave para la experiencia y continuidad del servicio.</a:t>
            </a:r>
            <a:br>
              <a:rPr lang="es-MX" sz="1400" dirty="0">
                <a:solidFill>
                  <a:schemeClr val="tx1"/>
                </a:solidFill>
              </a:rPr>
            </a:br>
            <a:r>
              <a:rPr lang="es-MX" sz="1400" dirty="0">
                <a:solidFill>
                  <a:schemeClr val="tx1"/>
                </a:solidFill>
              </a:rPr>
              <a:t>La estandarización de procesos, el seguimiento a </a:t>
            </a:r>
            <a:r>
              <a:rPr lang="es-MX" sz="1400" dirty="0" err="1">
                <a:solidFill>
                  <a:schemeClr val="tx1"/>
                </a:solidFill>
              </a:rPr>
              <a:t>KPIs</a:t>
            </a:r>
            <a:r>
              <a:rPr lang="es-MX" sz="1400" dirty="0">
                <a:solidFill>
                  <a:schemeClr val="tx1"/>
                </a:solidFill>
              </a:rPr>
              <a:t> operativos y la mejora continua garantizan servicios confiables, eficientes y escalables.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s-MX" sz="1400" b="1" dirty="0">
                <a:solidFill>
                  <a:schemeClr val="tx1"/>
                </a:solidFill>
              </a:rPr>
              <a:t>La colaboración transversal, el cumplimiento regulatorio y la gestión de riesgos son principios no negociables.</a:t>
            </a:r>
            <a:br>
              <a:rPr lang="es-MX" sz="1400" dirty="0">
                <a:solidFill>
                  <a:schemeClr val="tx1"/>
                </a:solidFill>
              </a:rPr>
            </a:br>
            <a:r>
              <a:rPr lang="es-MX" sz="1400" dirty="0">
                <a:solidFill>
                  <a:schemeClr val="tx1"/>
                </a:solidFill>
              </a:rPr>
              <a:t>El éxito del área depende de una coordinación efectiva con equipos internos y socios financieros, bajo modelos de gobierno claros y con apego estricto a la regulación.</a:t>
            </a:r>
          </a:p>
        </p:txBody>
      </p:sp>
    </p:spTree>
    <p:extLst>
      <p:ext uri="{BB962C8B-B14F-4D97-AF65-F5344CB8AC3E}">
        <p14:creationId xmlns:p14="http://schemas.microsoft.com/office/powerpoint/2010/main" val="377626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7ff1139c-9d19-4981-a26c-d6e7dc37fc8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2806</Words>
  <Application>Microsoft Office PowerPoint</Application>
  <PresentationFormat>Panorámica</PresentationFormat>
  <Paragraphs>322</Paragraphs>
  <Slides>14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Servicios Financieros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Estrategia y Transformación – Servicios Financieros</vt:lpstr>
      <vt:lpstr>Interacciones entre áreas y procesos clave Estrategia y Transformación – Servicios Financieros</vt:lpstr>
      <vt:lpstr>Premisas Servicios Financieros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Beatriz Adriana Rodríguez Barcenas</cp:lastModifiedBy>
  <cp:revision>3</cp:revision>
  <dcterms:created xsi:type="dcterms:W3CDTF">2026-02-23T22:40:37Z</dcterms:created>
  <dcterms:modified xsi:type="dcterms:W3CDTF">2026-04-24T19:56:08Z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