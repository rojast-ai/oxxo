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Apoyar la ejecución del framework de gobernanza de iniciativas transformacionales, dando seguimiento al avance de las iniciativas del portafolio estratégico, identificando riesgos, contribuyendo a la trazabilidad de beneficios y apoyando la generación de reportes de valor, en coordinación con los Gerentes Value Delivery y los líderes de iniciativa.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al avance de las iniciativas del portafolio estratégico, identificando desviaciones, riesgos y oportunidades de mejora.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la ejecución del framework de gobernanza –comités, cadencia, reportes– asegurando la correcta documentación y seguimiento de acuerdos.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Contribuir a la trazabilidad de beneficios, elaborando reportes y análisis del estado de las iniciativas y su generación de valor.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en el desarrollo y actualización de los casos de negocio de las iniciativas, verificando coherencia con métricas y objetivos estratégicos.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los líderes de iniciativa la recopilación de información de avance, entregables y compromisos para los foros de gobernanza.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dependencias cross-plataformas y apoyar su gestión para asegurar que el programa esté on-track.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Determinar la información clave a consolidar para los reportes de seguimiento del portafolio de iniciativas.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Priorizar los elementos de riesgo a escalar a los Gerentes Value Delivery para la toma de decisiones.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Mantener visibilidad actualizada del estado de múltiples iniciativas simultáneas en un entorno dinámico.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Asegurar la calidad y coherencia de los reportes de valor con información proveniente de múltiples fuentes.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Responsable Procesos y Metodología, Gerente Área Value Delivery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Value Delivery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Seguimiento de iniciativas y reportes del portafolio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Líderes de iniciativas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Recopilación de información de avance y gestión de compromisos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Responsable Procesos y Metodología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Coordinación de metodologías y herramientas de seguimiento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Coordinador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