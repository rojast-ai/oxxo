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Orquestar el Programa de Transformación del negocio con el objetivo de maximizar la entrega de valor a través de: 1) Co-diseñar en conjunto con los líderes de negocio y stakeholders clave las prioridades, ambición y los objetivos alineándolos con la estrategia. 2) Amplificar los resultados de las iniciativas buscando que entreguen el valor prometido, acompañando el desarrollo y delivery, el desarrollo de capacidades y midiendo su impacto estratégico, financiero y organizacional. 3) Ser guardianes de los programas de iniciativas transversales desarrollando recomendaciones (iniciar, detener y reorientar), anticipando riesgos y empujando la toma de decisiones para el enfoque continuo de entrega de valor.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la alineación de los objetivos corto y largo plazo del pilar estratégico con la visión del negocio, a través de mecanismos para el diálogo, establecimiento de prioridades y sponsorship transversal para el desarrollo de capacidades.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Ejecutar en conjunto con los líderes de iniciativas el framework de gobernanza –comités, cadencia– para priorizar y aprobar iniciativas transformacionales, manteniendo el pipeline de proyectos estratégicos y gestionando dependencias cross-plataformas.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Fungir como co-responsable de la administración de los casos de negocio y del aseguramiento de su creación de valor, asegurando el plan de entrega de valor y facilitando la participación de las partes interesadas y las acciones de mitigación de riesgos.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Definir las métricas de valor a las que se les dará seguimiento, en línea con la metodología definida en conjunto con el área de Finanzas y el Responsable de Procesos y Metodología.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Acompañar el diseño y delivery de las iniciativas poniendo a prueba el caso de negocio, con el objetivo de potenciar su valor y agilizar los tiempos de entrega.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Crear planes en conjunto con los líderes de iniciativas para acortar los gaps en el desarrollo de capacidades que permitan que los cambios y mejoras sean sostenibles.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Proyectar las implicaciones del estado actual y anticipar el futuro; identificando si el valor proyectado de la iniciativa tiende a ser inferior a las expectativas y/o identificando posibles incumplimientos de los plazos.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Habilitar la trazabilidad de beneficios, la anticipación de riesgos y la retroalimentación continua para la toma de decisiones (iniciar, detener, reorientar) dentro del programa de iniciativas.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Implementar metodologías ágiles para asegurar hitos y calidad de los entregables (en colaboración con el Responsable de Procesos y Metodología).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a los líderes de las iniciativas en conectar transversalmente el portafolio para asegurar que el programa está on-track y pueda alcanzar el Full Potential.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y aprobar iniciativas transformacionales del negocio (iniciar, detener, reorientar en caso de ser necesario).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Gestionar el portafolio de iniciativas priorizando según impacto y urgencia, y coordinando la necesidad de recursos internos y externos requeridos.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que las iniciativas estratégicas generen valor al negocio (financiero, propuesta de valor, etc.).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que el portafolio de apuestas de compañía sea congruente con la estrategia de negocio a largo plazo brindando sostenibilidad.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Revisar y retar casos de negocio –alcance, roadmap– para maximizar el valor, acelerar time-to-market y mitigar riesgos.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Diseñar los medios que permitan asegurar la visibilidad de las iniciativas y su generación de valor (en colaboración con Responsable de Procesos y Metodología).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Asegurar que las iniciativas estratégicas de compañía generen el valor esperado para la integralidad del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Orquestar que los roadmaps de las iniciativas estratégicas estén alineados y sin traslapes, cumpliendo cada una con el valor esperado, pero uniendo esfuerzos cuando éstos puedan potencializarse.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Contener la tendencia del negocio a generar múltiples iniciativas de bajo impacto, impulsando la focalización en las que generan mayor valor.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3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Value Delivery, Responsable Procesos y Metodología, Gerente Área Value Delivery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Gerente Sr Estrategia, Gerente Sr Fullfilment, Gerente OXXO Cel, Gerente Sr Comercial Servicios Financieros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Director Estrategia y Transformación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estratégica y reporte del portafolio de iniciativas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Líderes de iniciativas / plataformas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Co-diseño de prioridades, gobernanza y seguimiento de entrega de valor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Validación de casos de negocio, métricas de valor y seguimiento financiero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Sr Estrategia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del portafolio de iniciativas con la agenda estratégica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TI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capacidades tecnológicas para la entrega de iniciativas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Value Delivery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