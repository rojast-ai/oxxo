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Procesos y Metodología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Diseñar, implementar y mantener las metodologías, procesos y herramientas de gestión de iniciativas del área de Value Delivery, asegurando la estandarización de entregables, la trazabilidad de beneficios, la correcta documentación de procesos clave y la calidad en la implementación de metodologías ágiles para la entrega de valor del portafolio estratégico.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Diseñar e implementar la metodología de gestión de iniciativas del área, incluyendo frameworks, herramientas y estándares de documentación.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Garantizar la trazabilidad de beneficios y la presentación de informes oportunos y precisos respecto a las métricas aprobadas del portafolio.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Implementar y dar seguimiento a metodologías ágiles para asegurar hitos y calidad de entregables en las iniciativas transformacionales.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Desarrollar y mantener actualizados los procesos clave, RASCIs e interacciones del área de Value Delivery con otras plataformas.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Diseñar los medios y herramientas que permitan asegurar la visibilidad de las iniciativas y su generación de valor.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a los Gerentes Value Delivery en la estandarización de los procesos de gobernanza y reporte del portafolio de iniciativas.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Seleccionar las metodologías y herramientas de gestión de iniciativas más adecuadas para el portafolio estratégico.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los estándares de documentación, reporteo y trazabilidad de beneficios del área.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Estandarizar metodologías en un entorno de múltiples iniciativas con diferentes contextos, equipos y niveles de madurez.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la adopción efectiva de las metodologías y herramientas por parte de los equipos de iniciativas.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Coordinador Value Delivery, Gerente Área Value Delivery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Value Delivery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metodologías y herramientas de gestión del portafolio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Finanzas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de métricas de valor y metodología de casos de negocio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Líderes de iniciativas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Soporte metodológico y seguimiento de calidad de entregables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Procesos y Metodología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