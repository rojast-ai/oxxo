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Liderar la gestión y seguimiento de un conjunto de iniciativas transformacionales del portafolio estratégico, asegurando su alineación con la estrategia del negocio, la entrega del valor prometido y el desarrollo de capacidades organizacionales, en coordinación con los líderes de iniciativa y stakeholders clave de las plataformas.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y dar seguimiento a las iniciativas transformacionales asignadas, asegurando la correcta ejecución del framework de gobernanza y la entrega de valor comprometida.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Acompañar a los líderes de iniciativa en el desarrollo y validación de casos de negocio, roadmaps y planes de entrega, identificando riesgos y oportunidades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y gestionar dependencias cross-plataformas, facilitando la coordinación entre los equipos involucrados para asegurar la ejecución on-track.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recomendaciones para el portafolio de iniciativas (iniciar, detener, reorientar) a partir del análisis del estado de avance y la generación de valor.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el desarrollo de capacidades organizacionales necesarias para que los cambios e iniciativas sean sostenibles en el tiempo.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Contribuir a la trazabilidad de beneficios y al reporte del estado del portafolio ante los foros de gobernanza y liderazgo.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el nivel de riesgo y urgencia de las iniciativas a su cargo y las acciones de mitigación correspondientes.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Recomendar la priorización o reorientación de iniciativas con base en el análisis de valor y avance.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la entrega de valor de iniciativas complejas con múltiples dependencias cross-plataformas y contextos organizacionales diferentes.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el ritmo de ejecución de las iniciativas sin comprometer la calidad del valor entregado ni el desarrollo de capacidades.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Value Delivery, Responsable Procesos y Metodología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Value Delivery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Reporte de avance y gestión del portafolio de iniciativas asignadas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Líderes de iniciativas / plataformas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Co-gestión de iniciativas, alineación de roadmaps y entrega de valor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Validación de casos de negocio y seguimiento de métricas de valor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