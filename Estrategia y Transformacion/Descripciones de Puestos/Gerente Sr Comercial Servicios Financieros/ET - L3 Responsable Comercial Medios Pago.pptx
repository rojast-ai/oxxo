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Comercial Medios Pago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y desarrollar la estrategia comercial de los medios de pago de OXXO, asegurando el crecimiento del portafolio, la optimización de relaciones con socios estratégicos y el cumplimiento de los objetivos de volumen y rentabilidad.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estrategia comercial del portafolio de medios de pago, asegurando crecimiento de volumen, rentabilidad y adopción por parte de los clientes.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socios financieros estratégicos la negociación y mantenimiento de condiciones comerciales competitivas.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comerciales de medios de pago, analizando desempeño y proponiendo iniciativas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y desarrollar nuevas oportunidades en medios de pago, evaluando viabilidad comercial y propuesta de valor para clientes y tiendas.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TI, Operaciones y Compliance la implementación de nuevos medios de pago y la resolución de incidencias comerciales.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relación con socios de medios de pago, asegurando cumplimiento de acuerdos y evolución de la colaboración estratégica.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prioridades en el desarrollo y negociación de nuevos acuerdos comerciales de medios de pago.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Establecer estrategias comerciales para maximizar adopción y volumen de transacciones en el portafolio.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competitividad del portafolio frente a la evolución acelerada del mercado fintech y digital.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Alinear las necesidades comerciales con los requerimientos de cumplimiento regulatorio en un entorno de alta regulación.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Gerente Área Operaciones iCash, Gerente Área Comercial Dispersión Efectivo, Gerente Área Producto, Gerente Área Comercial Corresponsalías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estrategia y KPIs de medios de pago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TI y Operaciones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Implementación y soporte de medios de pago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Quincenal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Socios Financieros (redes de pago)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Negociación y gestión de relaciones comerciales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Responsable Comercial Medios Pago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