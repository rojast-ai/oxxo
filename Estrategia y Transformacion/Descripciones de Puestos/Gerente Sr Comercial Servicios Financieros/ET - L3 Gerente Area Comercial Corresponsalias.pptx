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70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6BA651-C45F-6761-407A-2F04FC31A8AA}" name="Gilberto Morales" initials="GM" userId="S::gilberto.morales@sintec.com::f5d51218-2b7b-4a05-ab1e-4d8174e6a4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0AE1-B110-46CE-A0D9-0400E7A49D40}" v="4" dt="2025-06-10T17:25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Pastrana Medina" userId="075b1170-c4ec-437d-860e-16d30c1e976b" providerId="ADAL" clId="{E7D94ED1-C6AD-4DD9-A4CF-5A97BD4905BF}"/>
    <pc:docChg chg="undo custSel modSld">
      <pc:chgData name="Andre Pastrana Medina" userId="075b1170-c4ec-437d-860e-16d30c1e976b" providerId="ADAL" clId="{E7D94ED1-C6AD-4DD9-A4CF-5A97BD4905BF}" dt="2025-06-10T17:21:31.939" v="15" actId="20577"/>
      <pc:docMkLst>
        <pc:docMk/>
      </pc:docMkLst>
      <pc:sldChg chg="modSp mod">
        <pc:chgData name="Andre Pastrana Medina" userId="075b1170-c4ec-437d-860e-16d30c1e976b" providerId="ADAL" clId="{E7D94ED1-C6AD-4DD9-A4CF-5A97BD4905BF}" dt="2025-06-10T17:21:31.939" v="15" actId="20577"/>
        <pc:sldMkLst>
          <pc:docMk/>
          <pc:sldMk cId="679105534" sldId="256"/>
        </pc:sldMkLst>
        <pc:spChg chg="mod">
          <ac:chgData name="Andre Pastrana Medina" userId="075b1170-c4ec-437d-860e-16d30c1e976b" providerId="ADAL" clId="{E7D94ED1-C6AD-4DD9-A4CF-5A97BD4905BF}" dt="2025-06-10T17:21:31.939" v="15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E7D94ED1-C6AD-4DD9-A4CF-5A97BD4905BF}" dt="2025-06-10T17:21:30.637" v="12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E7D94ED1-C6AD-4DD9-A4CF-5A97BD4905BF}" dt="2025-06-10T17:21:30.449" v="11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E7D94ED1-C6AD-4DD9-A4CF-5A97BD4905BF}" dt="2025-06-10T17:21:30.056" v="9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E7D94ED1-C6AD-4DD9-A4CF-5A97BD4905BF}" dt="2025-06-10T17:21:29.880" v="8" actId="20577"/>
          <ac:spMkLst>
            <pc:docMk/>
            <pc:sldMk cId="679105534" sldId="256"/>
            <ac:spMk id="9" creationId="{2C2D69A6-DFF2-462D-9933-A6738681F22F}"/>
          </ac:spMkLst>
        </pc:spChg>
      </pc:sldChg>
    </pc:docChg>
  </pc:docChgLst>
  <pc:docChgLst>
    <pc:chgData name="Andre Pastrana Medina" userId="075b1170-c4ec-437d-860e-16d30c1e976b" providerId="ADAL" clId="{14AD0AE1-B110-46CE-A0D9-0400E7A49D40}"/>
    <pc:docChg chg="undo custSel modSld">
      <pc:chgData name="Andre Pastrana Medina" userId="075b1170-c4ec-437d-860e-16d30c1e976b" providerId="ADAL" clId="{14AD0AE1-B110-46CE-A0D9-0400E7A49D40}" dt="2025-06-10T17:26:08.658" v="205" actId="122"/>
      <pc:docMkLst>
        <pc:docMk/>
      </pc:docMkLst>
      <pc:sldChg chg="addSp delSp modSp mod">
        <pc:chgData name="Andre Pastrana Medina" userId="075b1170-c4ec-437d-860e-16d30c1e976b" providerId="ADAL" clId="{14AD0AE1-B110-46CE-A0D9-0400E7A49D40}" dt="2025-06-10T17:26:08.658" v="205" actId="122"/>
        <pc:sldMkLst>
          <pc:docMk/>
          <pc:sldMk cId="679105534" sldId="256"/>
        </pc:sldMkLst>
        <pc:spChg chg="mod">
          <ac:chgData name="Andre Pastrana Medina" userId="075b1170-c4ec-437d-860e-16d30c1e976b" providerId="ADAL" clId="{14AD0AE1-B110-46CE-A0D9-0400E7A49D40}" dt="2025-06-10T17:22:38.725" v="33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14AD0AE1-B110-46CE-A0D9-0400E7A49D40}" dt="2025-06-10T17:22:41.238" v="34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14AD0AE1-B110-46CE-A0D9-0400E7A49D40}" dt="2025-06-10T17:22:44.444" v="36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14AD0AE1-B110-46CE-A0D9-0400E7A49D40}" dt="2025-06-10T17:22:59.546" v="48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14AD0AE1-B110-46CE-A0D9-0400E7A49D40}" dt="2025-06-10T17:23:03.268" v="52" actId="20577"/>
          <ac:spMkLst>
            <pc:docMk/>
            <pc:sldMk cId="679105534" sldId="256"/>
            <ac:spMk id="9" creationId="{2C2D69A6-DFF2-462D-9933-A6738681F22F}"/>
          </ac:spMkLst>
        </pc:spChg>
        <pc:spChg chg="del">
          <ac:chgData name="Andre Pastrana Medina" userId="075b1170-c4ec-437d-860e-16d30c1e976b" providerId="ADAL" clId="{14AD0AE1-B110-46CE-A0D9-0400E7A49D40}" dt="2025-06-10T17:23:18.922" v="59" actId="478"/>
          <ac:spMkLst>
            <pc:docMk/>
            <pc:sldMk cId="679105534" sldId="256"/>
            <ac:spMk id="46" creationId="{C031CCD6-4CFC-FB17-0D35-61912C8E2534}"/>
          </ac:spMkLst>
        </pc:spChg>
        <pc:spChg chg="add mod ord">
          <ac:chgData name="Andre Pastrana Medina" userId="075b1170-c4ec-437d-860e-16d30c1e976b" providerId="ADAL" clId="{14AD0AE1-B110-46CE-A0D9-0400E7A49D40}" dt="2025-06-10T17:25:41.943" v="171" actId="167"/>
          <ac:spMkLst>
            <pc:docMk/>
            <pc:sldMk cId="679105534" sldId="256"/>
            <ac:spMk id="47" creationId="{AA692062-D8DD-BC82-359B-CCC7818A691B}"/>
          </ac:spMkLst>
        </pc:spChg>
        <pc:spChg chg="del">
          <ac:chgData name="Andre Pastrana Medina" userId="075b1170-c4ec-437d-860e-16d30c1e976b" providerId="ADAL" clId="{14AD0AE1-B110-46CE-A0D9-0400E7A49D40}" dt="2025-06-10T17:23:09.444" v="53" actId="478"/>
          <ac:spMkLst>
            <pc:docMk/>
            <pc:sldMk cId="679105534" sldId="256"/>
            <ac:spMk id="48" creationId="{8D873F80-2E12-F52D-1500-9275A85CFF9C}"/>
          </ac:spMkLst>
        </pc:spChg>
        <pc:spChg chg="del mod">
          <ac:chgData name="Andre Pastrana Medina" userId="075b1170-c4ec-437d-860e-16d30c1e976b" providerId="ADAL" clId="{14AD0AE1-B110-46CE-A0D9-0400E7A49D40}" dt="2025-06-10T17:23:12.099" v="56" actId="478"/>
          <ac:spMkLst>
            <pc:docMk/>
            <pc:sldMk cId="679105534" sldId="256"/>
            <ac:spMk id="50" creationId="{1DFD0950-FF0D-29FF-7409-54CBBC8D65E1}"/>
          </ac:spMkLst>
        </pc:spChg>
        <pc:spChg chg="del">
          <ac:chgData name="Andre Pastrana Medina" userId="075b1170-c4ec-437d-860e-16d30c1e976b" providerId="ADAL" clId="{14AD0AE1-B110-46CE-A0D9-0400E7A49D40}" dt="2025-06-10T17:23:15.340" v="58" actId="478"/>
          <ac:spMkLst>
            <pc:docMk/>
            <pc:sldMk cId="679105534" sldId="256"/>
            <ac:spMk id="51" creationId="{CDDF9C12-0A20-F278-639D-853EA6FCC4F2}"/>
          </ac:spMkLst>
        </pc:spChg>
        <pc:spChg chg="del">
          <ac:chgData name="Andre Pastrana Medina" userId="075b1170-c4ec-437d-860e-16d30c1e976b" providerId="ADAL" clId="{14AD0AE1-B110-46CE-A0D9-0400E7A49D40}" dt="2025-06-10T17:23:13.768" v="57" actId="478"/>
          <ac:spMkLst>
            <pc:docMk/>
            <pc:sldMk cId="679105534" sldId="256"/>
            <ac:spMk id="52" creationId="{D4EC6017-9419-37D8-C1AC-BE60AB457C66}"/>
          </ac:spMkLst>
        </pc:spChg>
        <pc:spChg chg="add mod">
          <ac:chgData name="Andre Pastrana Medina" userId="075b1170-c4ec-437d-860e-16d30c1e976b" providerId="ADAL" clId="{14AD0AE1-B110-46CE-A0D9-0400E7A49D40}" dt="2025-06-10T17:26:08.658" v="205" actId="122"/>
          <ac:spMkLst>
            <pc:docMk/>
            <pc:sldMk cId="679105534" sldId="256"/>
            <ac:spMk id="54" creationId="{F50D576C-E788-BDA9-63E3-260B788A03DB}"/>
          </ac:spMkLst>
        </pc:spChg>
        <pc:picChg chg="del">
          <ac:chgData name="Andre Pastrana Medina" userId="075b1170-c4ec-437d-860e-16d30c1e976b" providerId="ADAL" clId="{14AD0AE1-B110-46CE-A0D9-0400E7A49D40}" dt="2025-06-10T17:25:53.523" v="175" actId="478"/>
          <ac:picMkLst>
            <pc:docMk/>
            <pc:sldMk cId="679105534" sldId="256"/>
            <ac:picMk id="3" creationId="{9A953CFC-66BF-451F-96E5-E08A182762BF}"/>
          </ac:picMkLst>
        </pc:picChg>
      </pc:sldChg>
      <pc:sldChg chg="addSp delSp modSp mod">
        <pc:chgData name="Andre Pastrana Medina" userId="075b1170-c4ec-437d-860e-16d30c1e976b" providerId="ADAL" clId="{14AD0AE1-B110-46CE-A0D9-0400E7A49D40}" dt="2025-06-10T17:25:51.730" v="174" actId="478"/>
        <pc:sldMkLst>
          <pc:docMk/>
          <pc:sldMk cId="1530523345" sldId="270"/>
        </pc:sldMkLst>
        <pc:spChg chg="mod">
          <ac:chgData name="Andre Pastrana Medina" userId="075b1170-c4ec-437d-860e-16d30c1e976b" providerId="ADAL" clId="{14AD0AE1-B110-46CE-A0D9-0400E7A49D40}" dt="2025-06-10T17:25:08.536" v="165" actId="5793"/>
          <ac:spMkLst>
            <pc:docMk/>
            <pc:sldMk cId="1530523345" sldId="270"/>
            <ac:spMk id="2" creationId="{64FB9968-904F-456C-99C4-7BE14D39E913}"/>
          </ac:spMkLst>
        </pc:spChg>
        <pc:spChg chg="mod">
          <ac:chgData name="Andre Pastrana Medina" userId="075b1170-c4ec-437d-860e-16d30c1e976b" providerId="ADAL" clId="{14AD0AE1-B110-46CE-A0D9-0400E7A49D40}" dt="2025-06-10T17:24:49.996" v="148" actId="20577"/>
          <ac:spMkLst>
            <pc:docMk/>
            <pc:sldMk cId="1530523345" sldId="270"/>
            <ac:spMk id="3" creationId="{DA15F688-1F35-45B1-A68C-41935C35F8B0}"/>
          </ac:spMkLst>
        </pc:spChg>
        <pc:spChg chg="add mod ord">
          <ac:chgData name="Andre Pastrana Medina" userId="075b1170-c4ec-437d-860e-16d30c1e976b" providerId="ADAL" clId="{14AD0AE1-B110-46CE-A0D9-0400E7A49D40}" dt="2025-06-10T17:25:48.443" v="173" actId="167"/>
          <ac:spMkLst>
            <pc:docMk/>
            <pc:sldMk cId="1530523345" sldId="270"/>
            <ac:spMk id="4" creationId="{34482B10-B1A2-5628-FA7B-1839E80B5DFC}"/>
          </ac:spMkLst>
        </pc:spChg>
        <pc:spChg chg="mod">
          <ac:chgData name="Andre Pastrana Medina" userId="075b1170-c4ec-437d-860e-16d30c1e976b" providerId="ADAL" clId="{14AD0AE1-B110-46CE-A0D9-0400E7A49D40}" dt="2025-06-10T17:24:55.499" v="156" actId="20577"/>
          <ac:spMkLst>
            <pc:docMk/>
            <pc:sldMk cId="1530523345" sldId="270"/>
            <ac:spMk id="12" creationId="{1D756498-9794-42F0-B5EF-4A13E5D07DC5}"/>
          </ac:spMkLst>
        </pc:spChg>
        <pc:spChg chg="mod">
          <ac:chgData name="Andre Pastrana Medina" userId="075b1170-c4ec-437d-860e-16d30c1e976b" providerId="ADAL" clId="{14AD0AE1-B110-46CE-A0D9-0400E7A49D40}" dt="2025-06-10T17:23:37.914" v="65" actId="20577"/>
          <ac:spMkLst>
            <pc:docMk/>
            <pc:sldMk cId="1530523345" sldId="270"/>
            <ac:spMk id="14" creationId="{6EEB1EA8-A644-4337-AAC7-115BC1895F44}"/>
          </ac:spMkLst>
        </pc:spChg>
        <pc:graphicFrameChg chg="modGraphic">
          <ac:chgData name="Andre Pastrana Medina" userId="075b1170-c4ec-437d-860e-16d30c1e976b" providerId="ADAL" clId="{14AD0AE1-B110-46CE-A0D9-0400E7A49D40}" dt="2025-06-10T17:24:46.240" v="147" actId="20577"/>
          <ac:graphicFrameMkLst>
            <pc:docMk/>
            <pc:sldMk cId="1530523345" sldId="270"/>
            <ac:graphicFrameMk id="22" creationId="{EF6C9303-C9C7-4800-BB1F-62587661A828}"/>
          </ac:graphicFrameMkLst>
        </pc:graphicFrameChg>
        <pc:picChg chg="del">
          <ac:chgData name="Andre Pastrana Medina" userId="075b1170-c4ec-437d-860e-16d30c1e976b" providerId="ADAL" clId="{14AD0AE1-B110-46CE-A0D9-0400E7A49D40}" dt="2025-06-10T17:25:51.730" v="174" actId="478"/>
          <ac:picMkLst>
            <pc:docMk/>
            <pc:sldMk cId="1530523345" sldId="270"/>
            <ac:picMk id="13" creationId="{E2663BB0-0439-476E-B299-EA97ACE9705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03B12-F8C2-43C2-8CA3-E417E0E92477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9FC8-85EC-42A4-9422-9726C45212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75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6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36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01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3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82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64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1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175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2EBB51-5501-2B38-C087-FEF269605E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59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057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Gerente Área Comercial Corresponsalías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Sr Comercial Servicios Financieros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Propósito del Puesto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Gestionar y desarrollar el portafolio de servicios de corresponsalías bancarias de OXXO, asegurando el crecimiento comercial, la operación eficiente del servicio y el fortalecimiento de las relaciones con socios bancarios, para maximizar el valor del servicio para clientes, tiendas y el negocio.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74102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Gestionar la estrategia comercial del portafolio de corresponsalías bancarias, asegurando crecimiento de volumen, margen y disponibilidad del servicio.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Desarrollar y mantener relaciones con socios bancarios, negociando condiciones comerciales, comisiones y modelos de colaboración que maximicen el valor del servicio.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Dar seguimiento a KPIs comerciales de corresponsalías, incluyendo transacciones, comisiones y satisfacción del cliente, proponiendo acciones de mejora.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Coordinar con TI y Operaciones la correcta ejecución operativa del servicio de corresponsalías en tienda, asegurando disponibilidad y calidad.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Asegurar el cumplimiento regulatorio y los requerimientos de auditoría bancaria en las operaciones de corresponsalías, coordinando con Compliance y Legal.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Identificar oportunidades de expansión del portafolio, incorporando nuevos bancos o servicios que amplíen la propuesta de valor para el cliente.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74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Decisiones Relevantes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Definir la estrategia de negociación y desarrollo de nuevos acuerdos con socios bancarios de corresponsalías.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Priorizar la incorporación de nuevos bancos o servicios conforme a rentabilidad e impacto al cliente.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4619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Principales Retos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Mantener y crecer el volumen de transacciones en un contexto de mayor digitalización bancaria y alternativas de pago.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Gestionar la complejidad regulatoria y los requerimientos de auditoría de múltiples socios bancarios simultáneamente.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29358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Retek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Autocad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7705019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8462182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7806891" y="2431240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7806891" y="2650334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7332179" y="4418248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0D576C-E788-BDA9-63E3-260B788A03DB}"/>
              </a:ext>
            </a:extLst>
          </p:cNvPr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Colocar logo de </a:t>
            </a:r>
            <a:r>
              <a:rPr lang="es-ES" b="1" dirty="0" err="1"/>
              <a:t>ProxyLogis</a:t>
            </a:r>
            <a:endParaRPr lang="es-419" b="1" dirty="0"/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482B10-B1A2-5628-FA7B-1839E80B5DFC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4FB9968-904F-456C-99C4-7BE14D39E913}"/>
              </a:ext>
            </a:extLst>
          </p:cNvPr>
          <p:cNvSpPr txBox="1">
            <a:spLocks/>
          </p:cNvSpPr>
          <p:nvPr/>
        </p:nvSpPr>
        <p:spPr bwMode="auto">
          <a:xfrm>
            <a:off x="139564" y="3705118"/>
            <a:ext cx="4388817" cy="266797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Dimensionamiento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Negocios: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OXXO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Alcance Geográfico: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Nacional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Tramo de supervisión: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Sin reportes directos</a:t>
            </a:r>
          </a:p>
          <a:p>
            <a:pPr marL="14400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Otros indicadores financieros / operativos (si aplica):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15F688-1F35-45B1-A68C-41935C35F8B0}"/>
              </a:ext>
            </a:extLst>
          </p:cNvPr>
          <p:cNvSpPr txBox="1">
            <a:spLocks/>
          </p:cNvSpPr>
          <p:nvPr/>
        </p:nvSpPr>
        <p:spPr bwMode="auto">
          <a:xfrm>
            <a:off x="4620903" y="3704137"/>
            <a:ext cx="4392000" cy="105630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Estructura Organizacional</a:t>
            </a: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Reportes Directos: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/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Pares: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Responsable Comercial Medios Pago, Gerente Área Operaciones iCash, Gerente Área Comercial Dispersión Efectivo, Gerente Área Producto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  <a:endParaRPr kumimoji="0" lang="es-MX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4A221944-25B5-4C13-A032-54EBDF8E37BE}"/>
              </a:ext>
            </a:extLst>
          </p:cNvPr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Relaciones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7B3F606-9CA3-40DB-8A25-752D9FAB2FA7}"/>
              </a:ext>
            </a:extLst>
          </p:cNvPr>
          <p:cNvSpPr txBox="1">
            <a:spLocks/>
          </p:cNvSpPr>
          <p:nvPr/>
        </p:nvSpPr>
        <p:spPr bwMode="auto">
          <a:xfrm>
            <a:off x="139564" y="6453259"/>
            <a:ext cx="4388817" cy="338552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Fecha de Modificación:</a:t>
            </a: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6CD99BF-11C5-43DE-95EA-A8DD82AA880F}"/>
              </a:ext>
            </a:extLst>
          </p:cNvPr>
          <p:cNvSpPr txBox="1">
            <a:spLocks/>
          </p:cNvSpPr>
          <p:nvPr/>
        </p:nvSpPr>
        <p:spPr bwMode="auto">
          <a:xfrm>
            <a:off x="4615620" y="6453258"/>
            <a:ext cx="4392000" cy="33855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Modificado por: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Arrow: Pentagon 3">
            <a:extLst>
              <a:ext uri="{FF2B5EF4-FFF2-40B4-BE49-F238E27FC236}">
                <a16:creationId xmlns:a16="http://schemas.microsoft.com/office/drawing/2014/main" id="{2541D061-157A-4306-BB5B-B6202478BDDF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1D756498-9794-42F0-B5EF-4A13E5D07DC5}"/>
              </a:ext>
            </a:extLst>
          </p:cNvPr>
          <p:cNvSpPr txBox="1">
            <a:spLocks/>
          </p:cNvSpPr>
          <p:nvPr/>
        </p:nvSpPr>
        <p:spPr bwMode="auto">
          <a:xfrm>
            <a:off x="4615620" y="4880609"/>
            <a:ext cx="4392000" cy="149248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Características del rol: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% de tiempo dedicado a actividades que el rol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obligatoriamente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debe de realizar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en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endParaRPr kumimoji="0" lang="es-MX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¿Cuántos días de la semana el rol realiza actividades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fuera de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? </a:t>
            </a: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graphicFrame>
        <p:nvGraphicFramePr>
          <p:cNvPr id="22" name="5 Tabla">
            <a:extLst>
              <a:ext uri="{FF2B5EF4-FFF2-40B4-BE49-F238E27FC236}">
                <a16:creationId xmlns:a16="http://schemas.microsoft.com/office/drawing/2014/main" id="{EF6C9303-C9C7-4800-BB1F-62587661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4464"/>
              </p:ext>
            </p:extLst>
          </p:nvPr>
        </p:nvGraphicFramePr>
        <p:xfrm>
          <a:off x="59500" y="1064578"/>
          <a:ext cx="8775539" cy="2147913"/>
        </p:xfrm>
        <a:graphic>
          <a:graphicData uri="http://schemas.openxmlformats.org/drawingml/2006/table">
            <a:tbl>
              <a:tblPr/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22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Puesto/ Área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Objetivo Relación: 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Frecuencia:</a:t>
                      </a:r>
                    </a:p>
                    <a:p>
                      <a:pPr algn="ctr" fontAlgn="ctr"/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(Diario, Semanal, Mes, Anual)</a:t>
                      </a:r>
                      <a:endParaRPr lang="es-MX" sz="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INTERNAS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Gte Sr Comercial Servicios Financieros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Alineación de estrategia y KPIs de corresponsalías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Compliance y Legal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Cumplimiento de requerimientos regulatorios bancarios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Mensual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>EXTERNAS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Socios Bancarios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Negociación y gestión de relaciones de corresponsalía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Mensual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7315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445128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36691"/>
                  </a:ext>
                </a:extLst>
              </a:tr>
            </a:tbl>
          </a:graphicData>
        </a:graphic>
      </p:graphicFrame>
      <p:sp>
        <p:nvSpPr>
          <p:cNvPr id="14" name="Title 2">
            <a:extLst>
              <a:ext uri="{FF2B5EF4-FFF2-40B4-BE49-F238E27FC236}">
                <a16:creationId xmlns:a16="http://schemas.microsoft.com/office/drawing/2014/main" id="{6EEB1EA8-A644-4337-AAC7-115BC1895F44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Gerente Área Comercial Corresponsalías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Sr Comercial Servicios Financieros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0EEA5A76710F4D840DE1E91AC235DB" ma:contentTypeVersion="8" ma:contentTypeDescription="Crear nuevo documento." ma:contentTypeScope="" ma:versionID="a627329f695598b768423c404b4654a3">
  <xsd:schema xmlns:xsd="http://www.w3.org/2001/XMLSchema" xmlns:xs="http://www.w3.org/2001/XMLSchema" xmlns:p="http://schemas.microsoft.com/office/2006/metadata/properties" xmlns:ns2="8a18f7ed-58ad-4317-bc87-fb993a59959f" targetNamespace="http://schemas.microsoft.com/office/2006/metadata/properties" ma:root="true" ma:fieldsID="c5b55e182d712a98b03325bd7a40d95c" ns2:_="">
    <xsd:import namespace="8a18f7ed-58ad-4317-bc87-fb993a59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8f7ed-58ad-4317-bc87-fb993a59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4A961-A369-4D2A-BFE8-03760C8377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91CCE48-6462-4E5B-951A-50FD2A241D39}">
  <ds:schemaRefs>
    <ds:schemaRef ds:uri="8a18f7ed-58ad-4317-bc87-fb993a5995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3E17A1-E1A1-437E-830A-7EB568E369D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Presentación en pantalla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Gilberto Morales</dc:creator>
  <cp:lastModifiedBy>Andre Pastrana Medina</cp:lastModifiedBy>
  <cp:revision>4</cp:revision>
  <dcterms:created xsi:type="dcterms:W3CDTF">2025-01-29T22:27:57Z</dcterms:created>
  <dcterms:modified xsi:type="dcterms:W3CDTF">2025-06-10T17:26:08Z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