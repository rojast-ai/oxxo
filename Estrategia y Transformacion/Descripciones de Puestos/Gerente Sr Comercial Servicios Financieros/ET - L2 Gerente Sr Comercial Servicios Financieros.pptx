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7"/>
  </p:notesMasterIdLst>
  <p:sldIdLst>
    <p:sldId id="256" r:id="rId5"/>
    <p:sldId id="270" r:id="rId6"/>
  </p:sldIdLst>
  <p:sldSz cx="9144000" cy="6858000" type="screen4x3"/>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06BA651-C45F-6761-407A-2F04FC31A8AA}" name="Gilberto Morales" initials="GM" userId="S::gilberto.morales@sintec.com::f5d51218-2b7b-4a05-ab1e-4d8174e6a46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AD0AE1-B110-46CE-A0D9-0400E7A49D40}" v="4" dt="2025-06-10T17:25:59.2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0" d="100"/>
          <a:sy n="80" d="100"/>
        </p:scale>
        <p:origin x="808"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microsoft.com/office/2016/11/relationships/changesInfo" Target="changesInfos/changesInfo1.xml"/><Relationship Id="rId13" Type="http://schemas.microsoft.com/office/2015/10/relationships/revisionInfo" Target="revisionInfo.xml"/><Relationship Id="rId14"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 Pastrana Medina" userId="075b1170-c4ec-437d-860e-16d30c1e976b" providerId="ADAL" clId="{E7D94ED1-C6AD-4DD9-A4CF-5A97BD4905BF}"/>
    <pc:docChg chg="undo custSel modSld">
      <pc:chgData name="Andre Pastrana Medina" userId="075b1170-c4ec-437d-860e-16d30c1e976b" providerId="ADAL" clId="{E7D94ED1-C6AD-4DD9-A4CF-5A97BD4905BF}" dt="2025-06-10T17:21:31.939" v="15" actId="20577"/>
      <pc:docMkLst>
        <pc:docMk/>
      </pc:docMkLst>
      <pc:sldChg chg="modSp mod">
        <pc:chgData name="Andre Pastrana Medina" userId="075b1170-c4ec-437d-860e-16d30c1e976b" providerId="ADAL" clId="{E7D94ED1-C6AD-4DD9-A4CF-5A97BD4905BF}" dt="2025-06-10T17:21:31.939" v="15" actId="20577"/>
        <pc:sldMkLst>
          <pc:docMk/>
          <pc:sldMk cId="679105534" sldId="256"/>
        </pc:sldMkLst>
        <pc:spChg chg="mod">
          <ac:chgData name="Andre Pastrana Medina" userId="075b1170-c4ec-437d-860e-16d30c1e976b" providerId="ADAL" clId="{E7D94ED1-C6AD-4DD9-A4CF-5A97BD4905BF}" dt="2025-06-10T17:21:31.939" v="15" actId="20577"/>
          <ac:spMkLst>
            <pc:docMk/>
            <pc:sldMk cId="679105534" sldId="256"/>
            <ac:spMk id="5" creationId="{E3245FAE-0440-417C-89AD-5D987BA90110}"/>
          </ac:spMkLst>
        </pc:spChg>
        <pc:spChg chg="mod">
          <ac:chgData name="Andre Pastrana Medina" userId="075b1170-c4ec-437d-860e-16d30c1e976b" providerId="ADAL" clId="{E7D94ED1-C6AD-4DD9-A4CF-5A97BD4905BF}" dt="2025-06-10T17:21:30.637" v="12" actId="20577"/>
          <ac:spMkLst>
            <pc:docMk/>
            <pc:sldMk cId="679105534" sldId="256"/>
            <ac:spMk id="6" creationId="{94BBF896-9BEA-4AC9-8A7E-3FA108F11265}"/>
          </ac:spMkLst>
        </pc:spChg>
        <pc:spChg chg="mod">
          <ac:chgData name="Andre Pastrana Medina" userId="075b1170-c4ec-437d-860e-16d30c1e976b" providerId="ADAL" clId="{E7D94ED1-C6AD-4DD9-A4CF-5A97BD4905BF}" dt="2025-06-10T17:21:30.449" v="11" actId="20577"/>
          <ac:spMkLst>
            <pc:docMk/>
            <pc:sldMk cId="679105534" sldId="256"/>
            <ac:spMk id="7" creationId="{0B449C0C-A873-4B2A-A592-C971D47DCF09}"/>
          </ac:spMkLst>
        </pc:spChg>
        <pc:spChg chg="mod">
          <ac:chgData name="Andre Pastrana Medina" userId="075b1170-c4ec-437d-860e-16d30c1e976b" providerId="ADAL" clId="{E7D94ED1-C6AD-4DD9-A4CF-5A97BD4905BF}" dt="2025-06-10T17:21:30.056" v="9" actId="20577"/>
          <ac:spMkLst>
            <pc:docMk/>
            <pc:sldMk cId="679105534" sldId="256"/>
            <ac:spMk id="8" creationId="{415D17D2-44E5-437D-85A9-8663E6915F24}"/>
          </ac:spMkLst>
        </pc:spChg>
        <pc:spChg chg="mod">
          <ac:chgData name="Andre Pastrana Medina" userId="075b1170-c4ec-437d-860e-16d30c1e976b" providerId="ADAL" clId="{E7D94ED1-C6AD-4DD9-A4CF-5A97BD4905BF}" dt="2025-06-10T17:21:29.880" v="8" actId="20577"/>
          <ac:spMkLst>
            <pc:docMk/>
            <pc:sldMk cId="679105534" sldId="256"/>
            <ac:spMk id="9" creationId="{2C2D69A6-DFF2-462D-9933-A6738681F22F}"/>
          </ac:spMkLst>
        </pc:spChg>
      </pc:sldChg>
    </pc:docChg>
  </pc:docChgLst>
  <pc:docChgLst>
    <pc:chgData name="Andre Pastrana Medina" userId="075b1170-c4ec-437d-860e-16d30c1e976b" providerId="ADAL" clId="{14AD0AE1-B110-46CE-A0D9-0400E7A49D40}"/>
    <pc:docChg chg="undo custSel modSld">
      <pc:chgData name="Andre Pastrana Medina" userId="075b1170-c4ec-437d-860e-16d30c1e976b" providerId="ADAL" clId="{14AD0AE1-B110-46CE-A0D9-0400E7A49D40}" dt="2025-06-10T17:26:08.658" v="205" actId="122"/>
      <pc:docMkLst>
        <pc:docMk/>
      </pc:docMkLst>
      <pc:sldChg chg="addSp delSp modSp mod">
        <pc:chgData name="Andre Pastrana Medina" userId="075b1170-c4ec-437d-860e-16d30c1e976b" providerId="ADAL" clId="{14AD0AE1-B110-46CE-A0D9-0400E7A49D40}" dt="2025-06-10T17:26:08.658" v="205" actId="122"/>
        <pc:sldMkLst>
          <pc:docMk/>
          <pc:sldMk cId="679105534" sldId="256"/>
        </pc:sldMkLst>
        <pc:spChg chg="mod">
          <ac:chgData name="Andre Pastrana Medina" userId="075b1170-c4ec-437d-860e-16d30c1e976b" providerId="ADAL" clId="{14AD0AE1-B110-46CE-A0D9-0400E7A49D40}" dt="2025-06-10T17:22:38.725" v="33" actId="20577"/>
          <ac:spMkLst>
            <pc:docMk/>
            <pc:sldMk cId="679105534" sldId="256"/>
            <ac:spMk id="5" creationId="{E3245FAE-0440-417C-89AD-5D987BA90110}"/>
          </ac:spMkLst>
        </pc:spChg>
        <pc:spChg chg="mod">
          <ac:chgData name="Andre Pastrana Medina" userId="075b1170-c4ec-437d-860e-16d30c1e976b" providerId="ADAL" clId="{14AD0AE1-B110-46CE-A0D9-0400E7A49D40}" dt="2025-06-10T17:22:41.238" v="34" actId="20577"/>
          <ac:spMkLst>
            <pc:docMk/>
            <pc:sldMk cId="679105534" sldId="256"/>
            <ac:spMk id="6" creationId="{94BBF896-9BEA-4AC9-8A7E-3FA108F11265}"/>
          </ac:spMkLst>
        </pc:spChg>
        <pc:spChg chg="mod">
          <ac:chgData name="Andre Pastrana Medina" userId="075b1170-c4ec-437d-860e-16d30c1e976b" providerId="ADAL" clId="{14AD0AE1-B110-46CE-A0D9-0400E7A49D40}" dt="2025-06-10T17:22:44.444" v="36" actId="20577"/>
          <ac:spMkLst>
            <pc:docMk/>
            <pc:sldMk cId="679105534" sldId="256"/>
            <ac:spMk id="7" creationId="{0B449C0C-A873-4B2A-A592-C971D47DCF09}"/>
          </ac:spMkLst>
        </pc:spChg>
        <pc:spChg chg="mod">
          <ac:chgData name="Andre Pastrana Medina" userId="075b1170-c4ec-437d-860e-16d30c1e976b" providerId="ADAL" clId="{14AD0AE1-B110-46CE-A0D9-0400E7A49D40}" dt="2025-06-10T17:22:59.546" v="48" actId="20577"/>
          <ac:spMkLst>
            <pc:docMk/>
            <pc:sldMk cId="679105534" sldId="256"/>
            <ac:spMk id="8" creationId="{415D17D2-44E5-437D-85A9-8663E6915F24}"/>
          </ac:spMkLst>
        </pc:spChg>
        <pc:spChg chg="mod">
          <ac:chgData name="Andre Pastrana Medina" userId="075b1170-c4ec-437d-860e-16d30c1e976b" providerId="ADAL" clId="{14AD0AE1-B110-46CE-A0D9-0400E7A49D40}" dt="2025-06-10T17:23:03.268" v="52" actId="20577"/>
          <ac:spMkLst>
            <pc:docMk/>
            <pc:sldMk cId="679105534" sldId="256"/>
            <ac:spMk id="9" creationId="{2C2D69A6-DFF2-462D-9933-A6738681F22F}"/>
          </ac:spMkLst>
        </pc:spChg>
        <pc:spChg chg="del">
          <ac:chgData name="Andre Pastrana Medina" userId="075b1170-c4ec-437d-860e-16d30c1e976b" providerId="ADAL" clId="{14AD0AE1-B110-46CE-A0D9-0400E7A49D40}" dt="2025-06-10T17:23:18.922" v="59" actId="478"/>
          <ac:spMkLst>
            <pc:docMk/>
            <pc:sldMk cId="679105534" sldId="256"/>
            <ac:spMk id="46" creationId="{C031CCD6-4CFC-FB17-0D35-61912C8E2534}"/>
          </ac:spMkLst>
        </pc:spChg>
        <pc:spChg chg="add mod ord">
          <ac:chgData name="Andre Pastrana Medina" userId="075b1170-c4ec-437d-860e-16d30c1e976b" providerId="ADAL" clId="{14AD0AE1-B110-46CE-A0D9-0400E7A49D40}" dt="2025-06-10T17:25:41.943" v="171" actId="167"/>
          <ac:spMkLst>
            <pc:docMk/>
            <pc:sldMk cId="679105534" sldId="256"/>
            <ac:spMk id="47" creationId="{AA692062-D8DD-BC82-359B-CCC7818A691B}"/>
          </ac:spMkLst>
        </pc:spChg>
        <pc:spChg chg="del">
          <ac:chgData name="Andre Pastrana Medina" userId="075b1170-c4ec-437d-860e-16d30c1e976b" providerId="ADAL" clId="{14AD0AE1-B110-46CE-A0D9-0400E7A49D40}" dt="2025-06-10T17:23:09.444" v="53" actId="478"/>
          <ac:spMkLst>
            <pc:docMk/>
            <pc:sldMk cId="679105534" sldId="256"/>
            <ac:spMk id="48" creationId="{8D873F80-2E12-F52D-1500-9275A85CFF9C}"/>
          </ac:spMkLst>
        </pc:spChg>
        <pc:spChg chg="del mod">
          <ac:chgData name="Andre Pastrana Medina" userId="075b1170-c4ec-437d-860e-16d30c1e976b" providerId="ADAL" clId="{14AD0AE1-B110-46CE-A0D9-0400E7A49D40}" dt="2025-06-10T17:23:12.099" v="56" actId="478"/>
          <ac:spMkLst>
            <pc:docMk/>
            <pc:sldMk cId="679105534" sldId="256"/>
            <ac:spMk id="50" creationId="{1DFD0950-FF0D-29FF-7409-54CBBC8D65E1}"/>
          </ac:spMkLst>
        </pc:spChg>
        <pc:spChg chg="del">
          <ac:chgData name="Andre Pastrana Medina" userId="075b1170-c4ec-437d-860e-16d30c1e976b" providerId="ADAL" clId="{14AD0AE1-B110-46CE-A0D9-0400E7A49D40}" dt="2025-06-10T17:23:15.340" v="58" actId="478"/>
          <ac:spMkLst>
            <pc:docMk/>
            <pc:sldMk cId="679105534" sldId="256"/>
            <ac:spMk id="51" creationId="{CDDF9C12-0A20-F278-639D-853EA6FCC4F2}"/>
          </ac:spMkLst>
        </pc:spChg>
        <pc:spChg chg="del">
          <ac:chgData name="Andre Pastrana Medina" userId="075b1170-c4ec-437d-860e-16d30c1e976b" providerId="ADAL" clId="{14AD0AE1-B110-46CE-A0D9-0400E7A49D40}" dt="2025-06-10T17:23:13.768" v="57" actId="478"/>
          <ac:spMkLst>
            <pc:docMk/>
            <pc:sldMk cId="679105534" sldId="256"/>
            <ac:spMk id="52" creationId="{D4EC6017-9419-37D8-C1AC-BE60AB457C66}"/>
          </ac:spMkLst>
        </pc:spChg>
        <pc:spChg chg="add mod">
          <ac:chgData name="Andre Pastrana Medina" userId="075b1170-c4ec-437d-860e-16d30c1e976b" providerId="ADAL" clId="{14AD0AE1-B110-46CE-A0D9-0400E7A49D40}" dt="2025-06-10T17:26:08.658" v="205" actId="122"/>
          <ac:spMkLst>
            <pc:docMk/>
            <pc:sldMk cId="679105534" sldId="256"/>
            <ac:spMk id="54" creationId="{F50D576C-E788-BDA9-63E3-260B788A03DB}"/>
          </ac:spMkLst>
        </pc:spChg>
        <pc:picChg chg="del">
          <ac:chgData name="Andre Pastrana Medina" userId="075b1170-c4ec-437d-860e-16d30c1e976b" providerId="ADAL" clId="{14AD0AE1-B110-46CE-A0D9-0400E7A49D40}" dt="2025-06-10T17:25:53.523" v="175" actId="478"/>
          <ac:picMkLst>
            <pc:docMk/>
            <pc:sldMk cId="679105534" sldId="256"/>
            <ac:picMk id="3" creationId="{9A953CFC-66BF-451F-96E5-E08A182762BF}"/>
          </ac:picMkLst>
        </pc:picChg>
      </pc:sldChg>
      <pc:sldChg chg="addSp delSp modSp mod">
        <pc:chgData name="Andre Pastrana Medina" userId="075b1170-c4ec-437d-860e-16d30c1e976b" providerId="ADAL" clId="{14AD0AE1-B110-46CE-A0D9-0400E7A49D40}" dt="2025-06-10T17:25:51.730" v="174" actId="478"/>
        <pc:sldMkLst>
          <pc:docMk/>
          <pc:sldMk cId="1530523345" sldId="270"/>
        </pc:sldMkLst>
        <pc:spChg chg="mod">
          <ac:chgData name="Andre Pastrana Medina" userId="075b1170-c4ec-437d-860e-16d30c1e976b" providerId="ADAL" clId="{14AD0AE1-B110-46CE-A0D9-0400E7A49D40}" dt="2025-06-10T17:25:08.536" v="165" actId="5793"/>
          <ac:spMkLst>
            <pc:docMk/>
            <pc:sldMk cId="1530523345" sldId="270"/>
            <ac:spMk id="2" creationId="{64FB9968-904F-456C-99C4-7BE14D39E913}"/>
          </ac:spMkLst>
        </pc:spChg>
        <pc:spChg chg="mod">
          <ac:chgData name="Andre Pastrana Medina" userId="075b1170-c4ec-437d-860e-16d30c1e976b" providerId="ADAL" clId="{14AD0AE1-B110-46CE-A0D9-0400E7A49D40}" dt="2025-06-10T17:24:49.996" v="148" actId="20577"/>
          <ac:spMkLst>
            <pc:docMk/>
            <pc:sldMk cId="1530523345" sldId="270"/>
            <ac:spMk id="3" creationId="{DA15F688-1F35-45B1-A68C-41935C35F8B0}"/>
          </ac:spMkLst>
        </pc:spChg>
        <pc:spChg chg="add mod ord">
          <ac:chgData name="Andre Pastrana Medina" userId="075b1170-c4ec-437d-860e-16d30c1e976b" providerId="ADAL" clId="{14AD0AE1-B110-46CE-A0D9-0400E7A49D40}" dt="2025-06-10T17:25:48.443" v="173" actId="167"/>
          <ac:spMkLst>
            <pc:docMk/>
            <pc:sldMk cId="1530523345" sldId="270"/>
            <ac:spMk id="4" creationId="{34482B10-B1A2-5628-FA7B-1839E80B5DFC}"/>
          </ac:spMkLst>
        </pc:spChg>
        <pc:spChg chg="mod">
          <ac:chgData name="Andre Pastrana Medina" userId="075b1170-c4ec-437d-860e-16d30c1e976b" providerId="ADAL" clId="{14AD0AE1-B110-46CE-A0D9-0400E7A49D40}" dt="2025-06-10T17:24:55.499" v="156" actId="20577"/>
          <ac:spMkLst>
            <pc:docMk/>
            <pc:sldMk cId="1530523345" sldId="270"/>
            <ac:spMk id="12" creationId="{1D756498-9794-42F0-B5EF-4A13E5D07DC5}"/>
          </ac:spMkLst>
        </pc:spChg>
        <pc:spChg chg="mod">
          <ac:chgData name="Andre Pastrana Medina" userId="075b1170-c4ec-437d-860e-16d30c1e976b" providerId="ADAL" clId="{14AD0AE1-B110-46CE-A0D9-0400E7A49D40}" dt="2025-06-10T17:23:37.914" v="65" actId="20577"/>
          <ac:spMkLst>
            <pc:docMk/>
            <pc:sldMk cId="1530523345" sldId="270"/>
            <ac:spMk id="14" creationId="{6EEB1EA8-A644-4337-AAC7-115BC1895F44}"/>
          </ac:spMkLst>
        </pc:spChg>
        <pc:graphicFrameChg chg="modGraphic">
          <ac:chgData name="Andre Pastrana Medina" userId="075b1170-c4ec-437d-860e-16d30c1e976b" providerId="ADAL" clId="{14AD0AE1-B110-46CE-A0D9-0400E7A49D40}" dt="2025-06-10T17:24:46.240" v="147" actId="20577"/>
          <ac:graphicFrameMkLst>
            <pc:docMk/>
            <pc:sldMk cId="1530523345" sldId="270"/>
            <ac:graphicFrameMk id="22" creationId="{EF6C9303-C9C7-4800-BB1F-62587661A828}"/>
          </ac:graphicFrameMkLst>
        </pc:graphicFrameChg>
        <pc:picChg chg="del">
          <ac:chgData name="Andre Pastrana Medina" userId="075b1170-c4ec-437d-860e-16d30c1e976b" providerId="ADAL" clId="{14AD0AE1-B110-46CE-A0D9-0400E7A49D40}" dt="2025-06-10T17:25:51.730" v="174" actId="478"/>
          <ac:picMkLst>
            <pc:docMk/>
            <pc:sldMk cId="1530523345" sldId="270"/>
            <ac:picMk id="13" creationId="{E2663BB0-0439-476E-B299-EA97ACE9705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303B12-F8C2-43C2-8CA3-E417E0E92477}" type="datetimeFigureOut">
              <a:rPr lang="es-MX" smtClean="0"/>
              <a:t>10/06/2025</a:t>
            </a:fld>
            <a:endParaRPr lang="es-MX"/>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449FC8-85EC-42A4-9422-9726C45212A8}" type="slidenum">
              <a:rPr lang="es-MX" smtClean="0"/>
              <a:t>‹Nº›</a:t>
            </a:fld>
            <a:endParaRPr lang="es-MX"/>
          </a:p>
        </p:txBody>
      </p:sp>
    </p:spTree>
    <p:extLst>
      <p:ext uri="{BB962C8B-B14F-4D97-AF65-F5344CB8AC3E}">
        <p14:creationId xmlns:p14="http://schemas.microsoft.com/office/powerpoint/2010/main" val="8637558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s-MX"/>
          </a:p>
        </p:txBody>
      </p:sp>
      <p:sp>
        <p:nvSpPr>
          <p:cNvPr id="4" name="Marcador de número de diapositiva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A5A36E3-0F32-4CDF-BBED-32E550B3028C}" type="slidenum">
              <a:rPr kumimoji="0" lang="es-MX"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s-MX"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643608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Modificada </a:t>
            </a:r>
          </a:p>
        </p:txBody>
      </p:sp>
      <p:sp>
        <p:nvSpPr>
          <p:cNvPr id="4" name="Marcador de número de diapositiva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40AC6A2-8D51-4349-96A8-60576A5CA0ED}" type="slidenum">
              <a:rPr kumimoji="0" lang="es-MX"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s-MX"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683884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7EF98A7-0B55-45A0-A3A9-A9E2A6382299}" type="datetimeFigureOut">
              <a:rPr lang="es-MX" smtClean="0"/>
              <a:t>10/06/2025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4BBE00FE-B9B1-4D24-B0EA-AFC5CEB9F7FA}" type="slidenum">
              <a:rPr lang="es-MX" smtClean="0"/>
              <a:t>‹Nº›</a:t>
            </a:fld>
            <a:endParaRPr lang="es-MX"/>
          </a:p>
        </p:txBody>
      </p:sp>
    </p:spTree>
    <p:extLst>
      <p:ext uri="{BB962C8B-B14F-4D97-AF65-F5344CB8AC3E}">
        <p14:creationId xmlns:p14="http://schemas.microsoft.com/office/powerpoint/2010/main" val="21741301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7EF98A7-0B55-45A0-A3A9-A9E2A6382299}" type="datetimeFigureOut">
              <a:rPr lang="es-MX" smtClean="0"/>
              <a:t>10/06/2025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4BBE00FE-B9B1-4D24-B0EA-AFC5CEB9F7FA}" type="slidenum">
              <a:rPr lang="es-MX" smtClean="0"/>
              <a:t>‹Nº›</a:t>
            </a:fld>
            <a:endParaRPr lang="es-MX"/>
          </a:p>
        </p:txBody>
      </p:sp>
    </p:spTree>
    <p:extLst>
      <p:ext uri="{BB962C8B-B14F-4D97-AF65-F5344CB8AC3E}">
        <p14:creationId xmlns:p14="http://schemas.microsoft.com/office/powerpoint/2010/main" val="2689255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7EF98A7-0B55-45A0-A3A9-A9E2A6382299}" type="datetimeFigureOut">
              <a:rPr lang="es-MX" smtClean="0"/>
              <a:t>10/06/2025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4BBE00FE-B9B1-4D24-B0EA-AFC5CEB9F7FA}" type="slidenum">
              <a:rPr lang="es-MX" smtClean="0"/>
              <a:t>‹Nº›</a:t>
            </a:fld>
            <a:endParaRPr lang="es-MX"/>
          </a:p>
        </p:txBody>
      </p:sp>
    </p:spTree>
    <p:extLst>
      <p:ext uri="{BB962C8B-B14F-4D97-AF65-F5344CB8AC3E}">
        <p14:creationId xmlns:p14="http://schemas.microsoft.com/office/powerpoint/2010/main" val="31548679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7EF98A7-0B55-45A0-A3A9-A9E2A6382299}" type="datetimeFigureOut">
              <a:rPr lang="es-MX" smtClean="0"/>
              <a:t>10/06/2025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4BBE00FE-B9B1-4D24-B0EA-AFC5CEB9F7FA}" type="slidenum">
              <a:rPr lang="es-MX" smtClean="0"/>
              <a:t>‹Nº›</a:t>
            </a:fld>
            <a:endParaRPr lang="es-MX"/>
          </a:p>
        </p:txBody>
      </p:sp>
    </p:spTree>
    <p:extLst>
      <p:ext uri="{BB962C8B-B14F-4D97-AF65-F5344CB8AC3E}">
        <p14:creationId xmlns:p14="http://schemas.microsoft.com/office/powerpoint/2010/main" val="15715300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7EF98A7-0B55-45A0-A3A9-A9E2A6382299}" type="datetimeFigureOut">
              <a:rPr lang="es-MX" smtClean="0"/>
              <a:t>10/06/2025</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4BBE00FE-B9B1-4D24-B0EA-AFC5CEB9F7FA}" type="slidenum">
              <a:rPr lang="es-MX" smtClean="0"/>
              <a:t>‹Nº›</a:t>
            </a:fld>
            <a:endParaRPr lang="es-MX"/>
          </a:p>
        </p:txBody>
      </p:sp>
    </p:spTree>
    <p:extLst>
      <p:ext uri="{BB962C8B-B14F-4D97-AF65-F5344CB8AC3E}">
        <p14:creationId xmlns:p14="http://schemas.microsoft.com/office/powerpoint/2010/main" val="2056369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7EF98A7-0B55-45A0-A3A9-A9E2A6382299}" type="datetimeFigureOut">
              <a:rPr lang="es-MX" smtClean="0"/>
              <a:t>10/06/2025</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4BBE00FE-B9B1-4D24-B0EA-AFC5CEB9F7FA}" type="slidenum">
              <a:rPr lang="es-MX" smtClean="0"/>
              <a:t>‹Nº›</a:t>
            </a:fld>
            <a:endParaRPr lang="es-MX"/>
          </a:p>
        </p:txBody>
      </p:sp>
    </p:spTree>
    <p:extLst>
      <p:ext uri="{BB962C8B-B14F-4D97-AF65-F5344CB8AC3E}">
        <p14:creationId xmlns:p14="http://schemas.microsoft.com/office/powerpoint/2010/main" val="29290186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EF98A7-0B55-45A0-A3A9-A9E2A6382299}" type="datetimeFigureOut">
              <a:rPr lang="es-MX" smtClean="0"/>
              <a:t>10/06/2025</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4BBE00FE-B9B1-4D24-B0EA-AFC5CEB9F7FA}" type="slidenum">
              <a:rPr lang="es-MX" smtClean="0"/>
              <a:t>‹Nº›</a:t>
            </a:fld>
            <a:endParaRPr lang="es-MX"/>
          </a:p>
        </p:txBody>
      </p:sp>
    </p:spTree>
    <p:extLst>
      <p:ext uri="{BB962C8B-B14F-4D97-AF65-F5344CB8AC3E}">
        <p14:creationId xmlns:p14="http://schemas.microsoft.com/office/powerpoint/2010/main" val="29733351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7EF98A7-0B55-45A0-A3A9-A9E2A6382299}" type="datetimeFigureOut">
              <a:rPr lang="es-MX" smtClean="0"/>
              <a:t>10/06/2025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4BBE00FE-B9B1-4D24-B0EA-AFC5CEB9F7FA}" type="slidenum">
              <a:rPr lang="es-MX" smtClean="0"/>
              <a:t>‹Nº›</a:t>
            </a:fld>
            <a:endParaRPr lang="es-MX"/>
          </a:p>
        </p:txBody>
      </p:sp>
    </p:spTree>
    <p:extLst>
      <p:ext uri="{BB962C8B-B14F-4D97-AF65-F5344CB8AC3E}">
        <p14:creationId xmlns:p14="http://schemas.microsoft.com/office/powerpoint/2010/main" val="20588266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7EF98A7-0B55-45A0-A3A9-A9E2A6382299}" type="datetimeFigureOut">
              <a:rPr lang="es-MX" smtClean="0"/>
              <a:t>10/06/2025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4BBE00FE-B9B1-4D24-B0EA-AFC5CEB9F7FA}" type="slidenum">
              <a:rPr lang="es-MX" smtClean="0"/>
              <a:t>‹Nº›</a:t>
            </a:fld>
            <a:endParaRPr lang="es-MX"/>
          </a:p>
        </p:txBody>
      </p:sp>
    </p:spTree>
    <p:extLst>
      <p:ext uri="{BB962C8B-B14F-4D97-AF65-F5344CB8AC3E}">
        <p14:creationId xmlns:p14="http://schemas.microsoft.com/office/powerpoint/2010/main" val="2444645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7EF98A7-0B55-45A0-A3A9-A9E2A6382299}" type="datetimeFigureOut">
              <a:rPr lang="es-MX" smtClean="0"/>
              <a:t>10/06/2025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4BBE00FE-B9B1-4D24-B0EA-AFC5CEB9F7FA}" type="slidenum">
              <a:rPr lang="es-MX" smtClean="0"/>
              <a:t>‹Nº›</a:t>
            </a:fld>
            <a:endParaRPr lang="es-MX"/>
          </a:p>
        </p:txBody>
      </p:sp>
    </p:spTree>
    <p:extLst>
      <p:ext uri="{BB962C8B-B14F-4D97-AF65-F5344CB8AC3E}">
        <p14:creationId xmlns:p14="http://schemas.microsoft.com/office/powerpoint/2010/main" val="11111998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7EF98A7-0B55-45A0-A3A9-A9E2A6382299}" type="datetimeFigureOut">
              <a:rPr lang="es-MX" smtClean="0"/>
              <a:t>10/06/2025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4BBE00FE-B9B1-4D24-B0EA-AFC5CEB9F7FA}" type="slidenum">
              <a:rPr lang="es-MX" smtClean="0"/>
              <a:t>‹Nº›</a:t>
            </a:fld>
            <a:endParaRPr lang="es-MX"/>
          </a:p>
        </p:txBody>
      </p:sp>
    </p:spTree>
    <p:extLst>
      <p:ext uri="{BB962C8B-B14F-4D97-AF65-F5344CB8AC3E}">
        <p14:creationId xmlns:p14="http://schemas.microsoft.com/office/powerpoint/2010/main" val="172617535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EF98A7-0B55-45A0-A3A9-A9E2A6382299}" type="datetimeFigureOut">
              <a:rPr lang="es-MX" smtClean="0"/>
              <a:t>10/06/2025</a:t>
            </a:fld>
            <a:endParaRPr lang="es-MX"/>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BE00FE-B9B1-4D24-B0EA-AFC5CEB9F7FA}" type="slidenum">
              <a:rPr lang="es-MX" smtClean="0"/>
              <a:t>‹Nº›</a:t>
            </a:fld>
            <a:endParaRPr lang="es-MX"/>
          </a:p>
        </p:txBody>
      </p:sp>
      <p:sp>
        <p:nvSpPr>
          <p:cNvPr id="8" name="CuadroTexto 7">
            <a:extLst>
              <a:ext uri="{FF2B5EF4-FFF2-40B4-BE49-F238E27FC236}">
                <a16:creationId xmlns:a16="http://schemas.microsoft.com/office/drawing/2014/main" id="{E92EBB51-5501-2B38-C087-FEF269605EDF}"/>
              </a:ext>
            </a:extLst>
          </p:cNvPr>
          <p:cNvSpPr txBox="1"/>
          <p:nvPr>
            <p:extLst>
              <p:ext uri="{1162E1C5-73C7-4A58-AE30-91384D911F3F}">
                <p184:classification xmlns:p184="http://schemas.microsoft.com/office/powerpoint/2018/4/main" val="ftr"/>
              </p:ext>
            </p:extLst>
          </p:nvPr>
        </p:nvSpPr>
        <p:spPr>
          <a:xfrm>
            <a:off x="4059238" y="6642100"/>
            <a:ext cx="1054100" cy="152400"/>
          </a:xfrm>
          <a:prstGeom prst="rect">
            <a:avLst/>
          </a:prstGeom>
        </p:spPr>
        <p:txBody>
          <a:bodyPr horzOverflow="overflow" lIns="0" tIns="0" rIns="0" bIns="0">
            <a:spAutoFit/>
          </a:bodyPr>
          <a:lstStyle/>
          <a:p>
            <a:pPr algn="l"/>
            <a:r>
              <a:rPr lang="es-MX" sz="1000">
                <a:solidFill>
                  <a:srgbClr val="000000"/>
                </a:solidFill>
                <a:latin typeface="Calibri" panose="020F0502020204030204" pitchFamily="34" charset="0"/>
                <a:ea typeface="Calibri" panose="020F0502020204030204" pitchFamily="34" charset="0"/>
                <a:cs typeface="Calibri" panose="020F0502020204030204" pitchFamily="34" charset="0"/>
              </a:rPr>
              <a:t>OXXO | Uso Interno</a:t>
            </a:r>
          </a:p>
        </p:txBody>
      </p:sp>
    </p:spTree>
    <p:extLst>
      <p:ext uri="{BB962C8B-B14F-4D97-AF65-F5344CB8AC3E}">
        <p14:creationId xmlns:p14="http://schemas.microsoft.com/office/powerpoint/2010/main" val="20579701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ángulo 46">
            <a:extLst>
              <a:ext uri="{FF2B5EF4-FFF2-40B4-BE49-F238E27FC236}">
                <a16:creationId xmlns:a16="http://schemas.microsoft.com/office/drawing/2014/main" id="{AA692062-D8DD-BC82-359B-CCC7818A691B}"/>
              </a:ext>
            </a:extLst>
          </p:cNvPr>
          <p:cNvSpPr/>
          <p:nvPr/>
        </p:nvSpPr>
        <p:spPr>
          <a:xfrm>
            <a:off x="4031311" y="6647290"/>
            <a:ext cx="1081378" cy="17261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4" name="Arrow: Pentagon 3">
            <a:extLst>
              <a:ext uri="{FF2B5EF4-FFF2-40B4-BE49-F238E27FC236}">
                <a16:creationId xmlns:a16="http://schemas.microsoft.com/office/drawing/2014/main" id="{B0941E57-8524-442D-AA1E-71E27E8D8793}"/>
              </a:ext>
            </a:extLst>
          </p:cNvPr>
          <p:cNvSpPr/>
          <p:nvPr/>
        </p:nvSpPr>
        <p:spPr>
          <a:xfrm>
            <a:off x="1" y="0"/>
            <a:ext cx="7223196" cy="850015"/>
          </a:xfrm>
          <a:prstGeom prst="homePlate">
            <a:avLst/>
          </a:prstGeom>
          <a:solidFill>
            <a:srgbClr val="990021"/>
          </a:solidFill>
          <a:ln>
            <a:solidFill>
              <a:srgbClr val="99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itle 2">
            <a:extLst>
              <a:ext uri="{FF2B5EF4-FFF2-40B4-BE49-F238E27FC236}">
                <a16:creationId xmlns:a16="http://schemas.microsoft.com/office/drawing/2014/main" id="{E3245FAE-0440-417C-89AD-5D987BA90110}"/>
              </a:ext>
            </a:extLst>
          </p:cNvPr>
          <p:cNvSpPr txBox="1">
            <a:spLocks/>
          </p:cNvSpPr>
          <p:nvPr/>
        </p:nvSpPr>
        <p:spPr>
          <a:xfrm>
            <a:off x="-25355" y="1"/>
            <a:ext cx="7128791" cy="107981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s-MX" sz="1400" b="1" i="0" u="none" strike="noStrike" kern="1200" cap="none" spc="0" normalizeH="0" baseline="0" noProof="0" dirty="0">
                <a:ln>
                  <a:noFill/>
                </a:ln>
                <a:solidFill>
                  <a:prstClr val="white"/>
                </a:solidFill>
                <a:effectLst/>
                <a:uLnTx/>
                <a:uFillTx/>
                <a:latin typeface="Calibri Light" panose="020F0302020204030204"/>
                <a:ea typeface="+mj-ea"/>
                <a:cs typeface="+mj-cs"/>
              </a:rPr>
              <a:t>DESCRIPCIÓN DE PUESTO</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s-MX" sz="1300" b="1" i="0" u="none" strike="noStrike" kern="1200" cap="none" spc="0" normalizeH="0" baseline="0" noProof="0" dirty="0">
                <a:ln>
                  <a:noFill/>
                </a:ln>
                <a:solidFill>
                  <a:prstClr val="white"/>
                </a:solidFill>
                <a:effectLst/>
                <a:uLnTx/>
                <a:uFillTx/>
                <a:latin typeface="Calibri Light" panose="020F0302020204030204"/>
                <a:ea typeface="+mj-ea"/>
                <a:cs typeface="+mj-cs"/>
              </a:rPr>
              <a:t>Nombre Puesto: Gerente Sr Comercial Servicios Financieros</a:t>
            </a:r>
            <a:br>
              <a:rPr kumimoji="0" lang="es-MX" sz="1300" b="1" i="0" u="none" strike="noStrike" kern="1200" cap="none" spc="0" normalizeH="0" baseline="0" noProof="0" dirty="0">
                <a:ln>
                  <a:noFill/>
                </a:ln>
                <a:solidFill>
                  <a:prstClr val="white"/>
                </a:solidFill>
                <a:effectLst/>
                <a:uLnTx/>
                <a:uFillTx/>
                <a:latin typeface="Calibri Light" panose="020F0302020204030204"/>
                <a:ea typeface="+mj-ea"/>
                <a:cs typeface="+mj-cs"/>
              </a:rPr>
            </a:br>
            <a:r>
              <a:rPr kumimoji="0" lang="es-MX" sz="1300" b="1" i="0" u="none" strike="noStrike" kern="1200" cap="none" spc="0" normalizeH="0" baseline="0" noProof="0" dirty="0">
                <a:ln>
                  <a:noFill/>
                </a:ln>
                <a:solidFill>
                  <a:prstClr val="white"/>
                </a:solidFill>
                <a:effectLst/>
                <a:uLnTx/>
                <a:uFillTx/>
                <a:latin typeface="Calibri Light" panose="020F0302020204030204"/>
                <a:ea typeface="+mj-ea"/>
                <a:cs typeface="+mj-cs"/>
              </a:rPr>
              <a:t>Nombre Puesto Jefe Directo: Director Estrategia y Transformación</a:t>
            </a:r>
            <a:br>
              <a:rPr kumimoji="0" lang="es-MX" sz="1300" b="1" i="0" u="none" strike="noStrike" kern="1200" cap="none" spc="0" normalizeH="0" baseline="0" noProof="0" dirty="0">
                <a:ln>
                  <a:noFill/>
                </a:ln>
                <a:solidFill>
                  <a:prstClr val="white"/>
                </a:solidFill>
                <a:effectLst/>
                <a:uLnTx/>
                <a:uFillTx/>
                <a:latin typeface="Calibri Light" panose="020F0302020204030204"/>
                <a:ea typeface="+mj-ea"/>
                <a:cs typeface="+mj-cs"/>
              </a:rPr>
            </a:br>
            <a:r>
              <a:rPr kumimoji="0" lang="es-MX" sz="1300" b="1" i="0" u="none" strike="noStrike" kern="1200" cap="none" spc="0" normalizeH="0" baseline="0" noProof="0" dirty="0">
                <a:ln>
                  <a:noFill/>
                </a:ln>
                <a:solidFill>
                  <a:prstClr val="white"/>
                </a:solidFill>
                <a:effectLst/>
                <a:uLnTx/>
                <a:uFillTx/>
                <a:latin typeface="Calibri Light" panose="020F0302020204030204"/>
                <a:ea typeface="+mj-ea"/>
                <a:cs typeface="+mj-cs"/>
              </a:rPr>
              <a:t>Área Funcional: Estrategia y Transformación</a:t>
            </a:r>
          </a:p>
        </p:txBody>
      </p:sp>
      <p:sp>
        <p:nvSpPr>
          <p:cNvPr id="6" name="Content Placeholder 4">
            <a:extLst>
              <a:ext uri="{FF2B5EF4-FFF2-40B4-BE49-F238E27FC236}">
                <a16:creationId xmlns:a16="http://schemas.microsoft.com/office/drawing/2014/main" id="{94BBF896-9BEA-4AC9-8A7E-3FA108F11265}"/>
              </a:ext>
            </a:extLst>
          </p:cNvPr>
          <p:cNvSpPr txBox="1">
            <a:spLocks/>
          </p:cNvSpPr>
          <p:nvPr/>
        </p:nvSpPr>
        <p:spPr>
          <a:xfrm>
            <a:off x="74103" y="969028"/>
            <a:ext cx="7186069" cy="804013"/>
          </a:xfrm>
          <a:prstGeom prst="rect">
            <a:avLst/>
          </a:prstGeom>
          <a:ln w="6350">
            <a:solidFill>
              <a:srgbClr val="990021"/>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s-MX" sz="1200" b="1" i="0" u="none" strike="noStrike" kern="1200" cap="none" spc="0" normalizeH="0" baseline="0" noProof="0" dirty="0">
                <a:ln>
                  <a:noFill/>
                </a:ln>
                <a:solidFill>
                  <a:prstClr val="black"/>
                </a:solidFill>
                <a:effectLst/>
                <a:uLnTx/>
                <a:uFillTx/>
                <a:latin typeface="Calibri Light" panose="020F0302020204030204"/>
                <a:ea typeface="+mn-ea"/>
                <a:cs typeface="+mn-cs"/>
              </a:rPr>
              <a:t>Propósito del Puesto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s-MX" sz="1200" b="1" i="0" u="none" strike="noStrike" kern="1200" cap="none" spc="0" normalizeH="0" baseline="0" noProof="0" dirty="0">
                <a:ln>
                  <a:noFill/>
                </a:ln>
                <a:solidFill>
                  <a:prstClr val="black"/>
                </a:solidFill>
                <a:effectLst/>
                <a:uLnTx/>
                <a:uFillTx/>
                <a:latin typeface="Calibri Light" panose="020F0302020204030204"/>
                <a:ea typeface="+mn-ea"/>
                <a:cs typeface="+mn-cs"/>
              </a:rPr>
              <a:t>Diseñar, desarrollar y maximizar el valor del portafolio de servicios financieros del retail, asegurando crecimiento rentable y sostenible del margen anual a través de la innovación en servicios, la excelencia operativa en tienda y la orquestación efectiva del ecosistema financiero, fortaleciendo la propuesta de valor para clientes, tiendas y socios estratégicos en México.</a:t>
            </a:r>
          </a:p>
        </p:txBody>
      </p:sp>
      <p:sp>
        <p:nvSpPr>
          <p:cNvPr id="7" name="Content Placeholder 4">
            <a:extLst>
              <a:ext uri="{FF2B5EF4-FFF2-40B4-BE49-F238E27FC236}">
                <a16:creationId xmlns:a16="http://schemas.microsoft.com/office/drawing/2014/main" id="{0B449C0C-A873-4B2A-A592-C971D47DCF09}"/>
              </a:ext>
            </a:extLst>
          </p:cNvPr>
          <p:cNvSpPr txBox="1">
            <a:spLocks/>
          </p:cNvSpPr>
          <p:nvPr/>
        </p:nvSpPr>
        <p:spPr bwMode="auto">
          <a:xfrm>
            <a:off x="74102" y="1823416"/>
            <a:ext cx="7191449" cy="3418854"/>
          </a:xfrm>
          <a:prstGeom prst="rect">
            <a:avLst/>
          </a:prstGeom>
          <a:noFill/>
          <a:ln w="6350">
            <a:solidFill>
              <a:srgbClr val="990021"/>
            </a:solidFill>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just" rtl="0" eaLnBrk="1" fontAlgn="base" hangingPunct="1">
              <a:spcBef>
                <a:spcPct val="20000"/>
              </a:spcBef>
              <a:spcAft>
                <a:spcPct val="0"/>
              </a:spcAft>
              <a:buClr>
                <a:srgbClr val="840E27"/>
              </a:buClr>
              <a:buFont typeface="Arial" charset="0"/>
              <a:buChar char="•"/>
              <a:defRPr kern="1200">
                <a:solidFill>
                  <a:schemeClr val="tx1"/>
                </a:solidFill>
                <a:latin typeface="Arial"/>
                <a:ea typeface="ＭＳ Ｐゴシック" charset="0"/>
                <a:cs typeface="Arial"/>
              </a:defRPr>
            </a:lvl1pPr>
            <a:lvl2pPr marL="742950" indent="-285750" algn="just" rtl="0" eaLnBrk="1" fontAlgn="base" hangingPunct="1">
              <a:spcBef>
                <a:spcPct val="20000"/>
              </a:spcBef>
              <a:spcAft>
                <a:spcPct val="0"/>
              </a:spcAft>
              <a:buClr>
                <a:srgbClr val="840E27"/>
              </a:buClr>
              <a:buFont typeface="Arial" charset="0"/>
              <a:buChar char="–"/>
              <a:defRPr kern="1200">
                <a:solidFill>
                  <a:schemeClr val="tx1"/>
                </a:solidFill>
                <a:latin typeface="Arial"/>
                <a:ea typeface="ＭＳ Ｐゴシック" charset="0"/>
                <a:cs typeface="Arial"/>
              </a:defRPr>
            </a:lvl2pPr>
            <a:lvl3pPr marL="1143000" indent="-228600" algn="just" rtl="0" eaLnBrk="1" fontAlgn="base" hangingPunct="1">
              <a:spcBef>
                <a:spcPct val="20000"/>
              </a:spcBef>
              <a:spcAft>
                <a:spcPct val="0"/>
              </a:spcAft>
              <a:buClr>
                <a:srgbClr val="840E27"/>
              </a:buClr>
              <a:buFont typeface="Wingdings" charset="0"/>
              <a:buChar char="§"/>
              <a:defRPr kern="1200">
                <a:solidFill>
                  <a:schemeClr val="tx1"/>
                </a:solidFill>
                <a:latin typeface="Arial"/>
                <a:ea typeface="ＭＳ Ｐゴシック" charset="0"/>
                <a:cs typeface="Arial"/>
              </a:defRPr>
            </a:lvl3pPr>
            <a:lvl4pPr marL="1600200" indent="-228600" algn="just" rtl="0" eaLnBrk="1" fontAlgn="base" hangingPunct="1">
              <a:spcBef>
                <a:spcPct val="20000"/>
              </a:spcBef>
              <a:spcAft>
                <a:spcPct val="0"/>
              </a:spcAft>
              <a:buClr>
                <a:srgbClr val="840E27"/>
              </a:buClr>
              <a:buSzPct val="90000"/>
              <a:buFont typeface="Lucida Grande" charset="0"/>
              <a:buChar char="&gt;"/>
              <a:defRPr kern="1200">
                <a:solidFill>
                  <a:schemeClr val="tx1"/>
                </a:solidFill>
                <a:latin typeface="Arial"/>
                <a:ea typeface="ＭＳ Ｐゴシック" charset="0"/>
                <a:cs typeface="Arial"/>
              </a:defRPr>
            </a:lvl4pPr>
            <a:lvl5pPr marL="2057400" indent="-228600" algn="just" rtl="0" eaLnBrk="1" fontAlgn="base" hangingPunct="1">
              <a:spcBef>
                <a:spcPct val="20000"/>
              </a:spcBef>
              <a:spcAft>
                <a:spcPct val="0"/>
              </a:spcAft>
              <a:buClr>
                <a:srgbClr val="840E27"/>
              </a:buClr>
              <a:buSzPct val="60000"/>
              <a:buFont typeface="Wingdings" charset="2"/>
              <a:buChar char="u"/>
              <a:defRPr kern="1200">
                <a:solidFill>
                  <a:schemeClr val="tx1"/>
                </a:solidFill>
                <a:latin typeface="Arial"/>
                <a:ea typeface="ＭＳ Ｐゴシック" charset="0"/>
                <a:cs typeface="Arial"/>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just" defTabSz="457200" rtl="0" eaLnBrk="1" fontAlgn="base" latinLnBrk="0" hangingPunct="1">
              <a:lnSpc>
                <a:spcPct val="100000"/>
              </a:lnSpc>
              <a:spcBef>
                <a:spcPct val="20000"/>
              </a:spcBef>
              <a:spcAft>
                <a:spcPct val="0"/>
              </a:spcAft>
              <a:buClr>
                <a:srgbClr val="840E27"/>
              </a:buClr>
              <a:buSzTx/>
              <a:buFont typeface="Arial" charset="0"/>
              <a:buNone/>
              <a:tabLst/>
              <a:defRPr/>
            </a:pPr>
            <a:r>
              <a:rPr kumimoji="0" lang="es-MX" sz="1100" b="1" i="0" u="none" strike="noStrike" kern="1200" cap="none" spc="0" normalizeH="0" baseline="0" noProof="0" dirty="0">
                <a:ln>
                  <a:noFill/>
                </a:ln>
                <a:solidFill>
                  <a:prstClr val="black"/>
                </a:solidFill>
                <a:effectLst/>
                <a:uLnTx/>
                <a:uFillTx/>
                <a:latin typeface="Calibri Light" panose="020F0302020204030204"/>
                <a:ea typeface="ＭＳ Ｐゴシック" charset="0"/>
                <a:cs typeface="Arial"/>
              </a:rPr>
              <a:t>Responsabilidades </a:t>
            </a:r>
          </a:p>
          <a:p>
            <a:pPr marL="174625" marR="0" lvl="0" indent="-174625" algn="just" defTabSz="457200" rtl="0" eaLnBrk="1" fontAlgn="base" latinLnBrk="0" hangingPunct="1">
              <a:lnSpc>
                <a:spcPct val="100000"/>
              </a:lnSpc>
              <a:spcBef>
                <a:spcPct val="20000"/>
              </a:spcBef>
              <a:spcAft>
                <a:spcPct val="0"/>
              </a:spcAft>
              <a:buClr>
                <a:srgbClr val="840E27"/>
              </a:buClr>
              <a:buSzTx/>
              <a:buFont typeface="+mj-lt"/>
              <a:buAutoNum type="arabicPeriod"/>
              <a:tabLst/>
              <a:defRPr/>
            </a:pPr>
            <a:r>
              <a:rPr kumimoji="0" lang="es-MX" sz="800" b="0" i="0" u="none" strike="noStrike" kern="1200" cap="none" spc="0" normalizeH="0" baseline="0" noProof="0" dirty="0">
                <a:ln>
                  <a:noFill/>
                </a:ln>
                <a:solidFill>
                  <a:prstClr val="black"/>
                </a:solidFill>
                <a:effectLst/>
                <a:uLnTx/>
                <a:uFillTx/>
                <a:latin typeface="Calibri Light" panose="020F0302020204030204"/>
                <a:ea typeface="ＭＳ Ｐゴシック" charset="0"/>
                <a:cs typeface="Arial"/>
              </a:rPr>
              <a:t>Definir la estrategia integral de servicios financieros para maximizar el crecimiento rentable y la contribución al margen del negocio, mediante la priorización de iniciativas, alineación con objetivos corporativos y seguimiento a indicadores estratégicos.</a:t>
            </a:r>
          </a:p>
          <a:p>
            <a:pPr marL="174625" marR="0" lvl="0" indent="-174625" algn="just" defTabSz="457200" rtl="0" eaLnBrk="1" fontAlgn="base" latinLnBrk="0" hangingPunct="1">
              <a:lnSpc>
                <a:spcPct val="100000"/>
              </a:lnSpc>
              <a:spcBef>
                <a:spcPct val="20000"/>
              </a:spcBef>
              <a:spcAft>
                <a:spcPct val="0"/>
              </a:spcAft>
              <a:buClr>
                <a:srgbClr val="840E27"/>
              </a:buClr>
              <a:buSzTx/>
              <a:buFont typeface="+mj-lt"/>
              <a:buAutoNum type="arabicPeriod"/>
              <a:tabLst/>
              <a:defRPr/>
            </a:pPr>
            <a:r>
              <a:rPr kumimoji="0" lang="es-MX" sz="800" b="0" i="0" u="none" strike="noStrike" kern="1200" cap="none" spc="0" normalizeH="0" baseline="0" noProof="0" dirty="0">
                <a:ln>
                  <a:noFill/>
                </a:ln>
                <a:solidFill>
                  <a:prstClr val="black"/>
                </a:solidFill>
                <a:effectLst/>
                <a:uLnTx/>
                <a:uFillTx/>
                <a:latin typeface="Calibri Light" panose="020F0302020204030204"/>
                <a:ea typeface="ＭＳ Ｐゴシック" charset="0"/>
                <a:cs typeface="Arial"/>
              </a:rPr>
              <a:t>Gestionar la rentabilidad del portafolio de servicios financieros actuales y nuevos para incrementar el margen anual, a través de modelos de negocio, esquemas tarifarios y optimización de costos operativos.</a:t>
            </a:r>
          </a:p>
          <a:p>
            <a:pPr marL="174625" marR="0" lvl="0" indent="-174625" algn="just" defTabSz="457200" rtl="0" eaLnBrk="1" fontAlgn="base" latinLnBrk="0" hangingPunct="1">
              <a:lnSpc>
                <a:spcPct val="100000"/>
              </a:lnSpc>
              <a:spcBef>
                <a:spcPct val="20000"/>
              </a:spcBef>
              <a:spcAft>
                <a:spcPct val="0"/>
              </a:spcAft>
              <a:buClr>
                <a:srgbClr val="840E27"/>
              </a:buClr>
              <a:buSzTx/>
              <a:buFont typeface="+mj-lt"/>
              <a:buAutoNum type="arabicPeriod"/>
              <a:tabLst/>
              <a:defRPr/>
            </a:pPr>
            <a:r>
              <a:rPr kumimoji="0" lang="es-MX" sz="800" b="0" i="0" u="none" strike="noStrike" kern="1200" cap="none" spc="0" normalizeH="0" baseline="0" noProof="0" dirty="0">
                <a:ln>
                  <a:noFill/>
                </a:ln>
                <a:solidFill>
                  <a:prstClr val="black"/>
                </a:solidFill>
                <a:effectLst/>
                <a:uLnTx/>
                <a:uFillTx/>
                <a:latin typeface="Calibri Light" panose="020F0302020204030204"/>
                <a:ea typeface="ＭＳ Ｐゴシック" charset="0"/>
                <a:cs typeface="Arial"/>
              </a:rPr>
              <a:t>Impulsar el diseño, lanzamiento y escalamiento de nuevos productos financieros para diversificar fuentes de ingreso y fortalecer la propuesta de valor al cliente, mediante la gestión end-to-end del ciclo de producto y la evaluación de business cases.</a:t>
            </a:r>
          </a:p>
          <a:p>
            <a:pPr marL="174625" marR="0" lvl="0" indent="-174625" algn="just" defTabSz="457200" rtl="0" eaLnBrk="1" fontAlgn="base" latinLnBrk="0" hangingPunct="1">
              <a:lnSpc>
                <a:spcPct val="100000"/>
              </a:lnSpc>
              <a:spcBef>
                <a:spcPct val="20000"/>
              </a:spcBef>
              <a:spcAft>
                <a:spcPct val="0"/>
              </a:spcAft>
              <a:buClr>
                <a:srgbClr val="840E27"/>
              </a:buClr>
              <a:buSzTx/>
              <a:buFont typeface="+mj-lt"/>
              <a:buAutoNum type="arabicPeriod"/>
              <a:tabLst/>
              <a:defRPr/>
            </a:pPr>
            <a:r>
              <a:rPr kumimoji="0" lang="es-MX" sz="800" b="0" i="0" u="none" strike="noStrike" kern="1200" cap="none" spc="0" normalizeH="0" baseline="0" noProof="0" dirty="0">
                <a:ln>
                  <a:noFill/>
                </a:ln>
                <a:solidFill>
                  <a:prstClr val="black"/>
                </a:solidFill>
                <a:effectLst/>
                <a:uLnTx/>
                <a:uFillTx/>
                <a:latin typeface="Calibri Light" panose="020F0302020204030204"/>
                <a:ea typeface="ＭＳ Ｐゴシック" charset="0"/>
                <a:cs typeface="Arial"/>
              </a:rPr>
              <a:t>Liderar la gestión comercial y negociación con socios financieros estratégicos para asegurar condiciones competitivas y modelos de colaboración sostenibles, mediante acuerdos comerciales, administración de contratos y evaluación de desempeño de aliados.</a:t>
            </a:r>
          </a:p>
          <a:p>
            <a:pPr marL="174625" marR="0" lvl="0" indent="-174625" algn="just" defTabSz="457200" rtl="0" eaLnBrk="1" fontAlgn="base" latinLnBrk="0" hangingPunct="1">
              <a:lnSpc>
                <a:spcPct val="100000"/>
              </a:lnSpc>
              <a:spcBef>
                <a:spcPct val="20000"/>
              </a:spcBef>
              <a:spcAft>
                <a:spcPct val="0"/>
              </a:spcAft>
              <a:buClr>
                <a:srgbClr val="840E27"/>
              </a:buClr>
              <a:buSzTx/>
              <a:buFont typeface="+mj-lt"/>
              <a:buAutoNum type="arabicPeriod"/>
              <a:tabLst/>
              <a:defRPr/>
            </a:pPr>
            <a:r>
              <a:rPr kumimoji="0" lang="es-MX" sz="800" b="0" i="0" u="none" strike="noStrike" kern="1200" cap="none" spc="0" normalizeH="0" baseline="0" noProof="0" dirty="0">
                <a:ln>
                  <a:noFill/>
                </a:ln>
                <a:solidFill>
                  <a:prstClr val="black"/>
                </a:solidFill>
                <a:effectLst/>
                <a:uLnTx/>
                <a:uFillTx/>
                <a:latin typeface="Calibri Light" panose="020F0302020204030204"/>
                <a:ea typeface="ＭＳ Ｐゴシック" charset="0"/>
                <a:cs typeface="Arial"/>
              </a:rPr>
              <a:t>Asegurar la correcta ejecución operativa de los servicios financieros en tiendas para garantizar continuidad operativa y una experiencia confiable al cliente, a través de modelos de habilitación, seguimiento a KPIs operativos y estandarización de procesos.</a:t>
            </a:r>
          </a:p>
          <a:p>
            <a:pPr marL="174625" marR="0" lvl="0" indent="-174625" algn="just" defTabSz="457200" rtl="0" eaLnBrk="1" fontAlgn="base" latinLnBrk="0" hangingPunct="1">
              <a:lnSpc>
                <a:spcPct val="100000"/>
              </a:lnSpc>
              <a:spcBef>
                <a:spcPct val="20000"/>
              </a:spcBef>
              <a:spcAft>
                <a:spcPct val="0"/>
              </a:spcAft>
              <a:buClr>
                <a:srgbClr val="840E27"/>
              </a:buClr>
              <a:buSzTx/>
              <a:buFont typeface="+mj-lt"/>
              <a:buAutoNum type="arabicPeriod"/>
              <a:tabLst/>
              <a:defRPr/>
            </a:pPr>
            <a:r>
              <a:rPr kumimoji="0" lang="es-MX" sz="800" b="0" i="0" u="none" strike="noStrike" kern="1200" cap="none" spc="0" normalizeH="0" baseline="0" noProof="0" dirty="0">
                <a:ln>
                  <a:noFill/>
                </a:ln>
                <a:solidFill>
                  <a:prstClr val="black"/>
                </a:solidFill>
                <a:effectLst/>
                <a:uLnTx/>
                <a:uFillTx/>
                <a:latin typeface="Calibri Light" panose="020F0302020204030204"/>
                <a:ea typeface="ＭＳ Ｐゴシック" charset="0"/>
                <a:cs typeface="Arial"/>
              </a:rPr>
              <a:t>Implementar iniciativas de mejora continua en la operación de servicios financieros para reducir fricción, errores y costos, mediante análisis de procesos, automatización y coordinación con las áreas de Operaciones y Tecnología.</a:t>
            </a:r>
          </a:p>
          <a:p>
            <a:pPr marL="174625" marR="0" lvl="0" indent="-174625" algn="just" defTabSz="457200" rtl="0" eaLnBrk="1" fontAlgn="base" latinLnBrk="0" hangingPunct="1">
              <a:lnSpc>
                <a:spcPct val="100000"/>
              </a:lnSpc>
              <a:spcBef>
                <a:spcPct val="20000"/>
              </a:spcBef>
              <a:spcAft>
                <a:spcPct val="0"/>
              </a:spcAft>
              <a:buClr>
                <a:srgbClr val="840E27"/>
              </a:buClr>
              <a:buSzTx/>
              <a:buFont typeface="+mj-lt"/>
              <a:buAutoNum type="arabicPeriod"/>
              <a:tabLst/>
              <a:defRPr/>
            </a:pPr>
            <a:r>
              <a:rPr kumimoji="0" lang="es-MX" sz="800" b="0" i="0" u="none" strike="noStrike" kern="1200" cap="none" spc="0" normalizeH="0" baseline="0" noProof="0" dirty="0">
                <a:ln>
                  <a:noFill/>
                </a:ln>
                <a:solidFill>
                  <a:prstClr val="black"/>
                </a:solidFill>
                <a:effectLst/>
                <a:uLnTx/>
                <a:uFillTx/>
                <a:latin typeface="Calibri Light" panose="020F0302020204030204"/>
                <a:ea typeface="ＭＳ Ｐゴシック" charset="0"/>
                <a:cs typeface="Arial"/>
              </a:rPr>
              <a:t>Garantizar el cumplimiento regulatorio y la adecuada gestión de riesgos asociados a los servicios financieros, mediante la coordinación con áreas de Compliance, Legal, Asuntos Corporativos y atención a auditorías.</a:t>
            </a:r>
          </a:p>
          <a:p>
            <a:pPr marL="174625" marR="0" lvl="0" indent="-174625" algn="just" defTabSz="457200" rtl="0" eaLnBrk="1" fontAlgn="base" latinLnBrk="0" hangingPunct="1">
              <a:lnSpc>
                <a:spcPct val="100000"/>
              </a:lnSpc>
              <a:spcBef>
                <a:spcPct val="20000"/>
              </a:spcBef>
              <a:spcAft>
                <a:spcPct val="0"/>
              </a:spcAft>
              <a:buClr>
                <a:srgbClr val="840E27"/>
              </a:buClr>
              <a:buSzTx/>
              <a:buFont typeface="+mj-lt"/>
              <a:buAutoNum type="arabicPeriod"/>
              <a:tabLst/>
              <a:defRPr/>
            </a:pPr>
            <a:r>
              <a:rPr kumimoji="0" lang="es-MX" sz="800" b="0" i="0" u="none" strike="noStrike" kern="1200" cap="none" spc="0" normalizeH="0" baseline="0" noProof="0" dirty="0">
                <a:ln>
                  <a:noFill/>
                </a:ln>
                <a:solidFill>
                  <a:prstClr val="black"/>
                </a:solidFill>
                <a:effectLst/>
                <a:uLnTx/>
                <a:uFillTx/>
                <a:latin typeface="Calibri Light" panose="020F0302020204030204"/>
                <a:ea typeface="ＭＳ Ｐゴシック" charset="0"/>
                <a:cs typeface="Arial"/>
              </a:rPr>
              <a:t>Coordinar a las áreas comerciales, de producto, operaciones, tecnología y corporativas para asegurar la ejecución alineada de la estrategia de servicios financieros, a través de gobiernos de proyecto, comités y gestión transversal de stakeholders.</a:t>
            </a:r>
          </a:p>
        </p:txBody>
      </p:sp>
      <p:sp>
        <p:nvSpPr>
          <p:cNvPr id="8" name="Content Placeholder 4">
            <a:extLst>
              <a:ext uri="{FF2B5EF4-FFF2-40B4-BE49-F238E27FC236}">
                <a16:creationId xmlns:a16="http://schemas.microsoft.com/office/drawing/2014/main" id="{415D17D2-44E5-437D-85A9-8663E6915F24}"/>
              </a:ext>
            </a:extLst>
          </p:cNvPr>
          <p:cNvSpPr txBox="1">
            <a:spLocks/>
          </p:cNvSpPr>
          <p:nvPr/>
        </p:nvSpPr>
        <p:spPr bwMode="auto">
          <a:xfrm>
            <a:off x="74103" y="5272810"/>
            <a:ext cx="4440700" cy="1547090"/>
          </a:xfrm>
          <a:prstGeom prst="rect">
            <a:avLst/>
          </a:prstGeom>
          <a:noFill/>
          <a:ln w="6350">
            <a:solidFill>
              <a:srgbClr val="990021"/>
            </a:solidFill>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just" rtl="0" eaLnBrk="1" fontAlgn="base" hangingPunct="1">
              <a:spcBef>
                <a:spcPct val="20000"/>
              </a:spcBef>
              <a:spcAft>
                <a:spcPct val="0"/>
              </a:spcAft>
              <a:buClr>
                <a:srgbClr val="840E27"/>
              </a:buClr>
              <a:buFont typeface="Arial" charset="0"/>
              <a:buChar char="•"/>
              <a:defRPr kern="1200">
                <a:solidFill>
                  <a:schemeClr val="tx1"/>
                </a:solidFill>
                <a:latin typeface="Arial"/>
                <a:ea typeface="ＭＳ Ｐゴシック" charset="0"/>
                <a:cs typeface="Arial"/>
              </a:defRPr>
            </a:lvl1pPr>
            <a:lvl2pPr marL="742950" indent="-285750" algn="just" rtl="0" eaLnBrk="1" fontAlgn="base" hangingPunct="1">
              <a:spcBef>
                <a:spcPct val="20000"/>
              </a:spcBef>
              <a:spcAft>
                <a:spcPct val="0"/>
              </a:spcAft>
              <a:buClr>
                <a:srgbClr val="840E27"/>
              </a:buClr>
              <a:buFont typeface="Arial" charset="0"/>
              <a:buChar char="–"/>
              <a:defRPr kern="1200">
                <a:solidFill>
                  <a:schemeClr val="tx1"/>
                </a:solidFill>
                <a:latin typeface="Arial"/>
                <a:ea typeface="ＭＳ Ｐゴシック" charset="0"/>
                <a:cs typeface="Arial"/>
              </a:defRPr>
            </a:lvl2pPr>
            <a:lvl3pPr marL="1143000" indent="-228600" algn="just" rtl="0" eaLnBrk="1" fontAlgn="base" hangingPunct="1">
              <a:spcBef>
                <a:spcPct val="20000"/>
              </a:spcBef>
              <a:spcAft>
                <a:spcPct val="0"/>
              </a:spcAft>
              <a:buClr>
                <a:srgbClr val="840E27"/>
              </a:buClr>
              <a:buFont typeface="Wingdings" charset="0"/>
              <a:buChar char="§"/>
              <a:defRPr kern="1200">
                <a:solidFill>
                  <a:schemeClr val="tx1"/>
                </a:solidFill>
                <a:latin typeface="Arial"/>
                <a:ea typeface="ＭＳ Ｐゴシック" charset="0"/>
                <a:cs typeface="Arial"/>
              </a:defRPr>
            </a:lvl3pPr>
            <a:lvl4pPr marL="1600200" indent="-228600" algn="just" rtl="0" eaLnBrk="1" fontAlgn="base" hangingPunct="1">
              <a:spcBef>
                <a:spcPct val="20000"/>
              </a:spcBef>
              <a:spcAft>
                <a:spcPct val="0"/>
              </a:spcAft>
              <a:buClr>
                <a:srgbClr val="840E27"/>
              </a:buClr>
              <a:buSzPct val="90000"/>
              <a:buFont typeface="Lucida Grande" charset="0"/>
              <a:buChar char="&gt;"/>
              <a:defRPr kern="1200">
                <a:solidFill>
                  <a:schemeClr val="tx1"/>
                </a:solidFill>
                <a:latin typeface="Arial"/>
                <a:ea typeface="ＭＳ Ｐゴシック" charset="0"/>
                <a:cs typeface="Arial"/>
              </a:defRPr>
            </a:lvl4pPr>
            <a:lvl5pPr marL="2057400" indent="-228600" algn="just" rtl="0" eaLnBrk="1" fontAlgn="base" hangingPunct="1">
              <a:spcBef>
                <a:spcPct val="20000"/>
              </a:spcBef>
              <a:spcAft>
                <a:spcPct val="0"/>
              </a:spcAft>
              <a:buClr>
                <a:srgbClr val="840E27"/>
              </a:buClr>
              <a:buSzPct val="60000"/>
              <a:buFont typeface="Wingdings" charset="2"/>
              <a:buChar char="u"/>
              <a:defRPr kern="1200">
                <a:solidFill>
                  <a:schemeClr val="tx1"/>
                </a:solidFill>
                <a:latin typeface="Arial"/>
                <a:ea typeface="ＭＳ Ｐゴシック" charset="0"/>
                <a:cs typeface="Arial"/>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just" defTabSz="457200" rtl="0" eaLnBrk="1" fontAlgn="base" latinLnBrk="0" hangingPunct="1">
              <a:lnSpc>
                <a:spcPct val="100000"/>
              </a:lnSpc>
              <a:spcBef>
                <a:spcPct val="20000"/>
              </a:spcBef>
              <a:spcAft>
                <a:spcPct val="0"/>
              </a:spcAft>
              <a:buClr>
                <a:srgbClr val="840E27"/>
              </a:buClr>
              <a:buSzTx/>
              <a:buFont typeface="Arial" charset="0"/>
              <a:buNone/>
              <a:tabLst/>
              <a:defRPr/>
            </a:pPr>
            <a:r>
              <a:rPr kumimoji="0" lang="es-MX" sz="1300" b="1" i="0" u="none" strike="noStrike" kern="1200" cap="none" spc="0" normalizeH="0" baseline="0" noProof="0" dirty="0">
                <a:ln>
                  <a:noFill/>
                </a:ln>
                <a:solidFill>
                  <a:prstClr val="black"/>
                </a:solidFill>
                <a:effectLst/>
                <a:uLnTx/>
                <a:uFillTx/>
                <a:latin typeface="Calibri Light" panose="020F0302020204030204"/>
                <a:ea typeface="ＭＳ Ｐゴシック" charset="0"/>
                <a:cs typeface="Arial"/>
              </a:rPr>
              <a:t>Decisiones Relevantes del Puesto </a:t>
            </a:r>
          </a:p>
          <a:p>
            <a:pPr marL="174625" marR="0" lvl="0" indent="-174625" algn="just" defTabSz="457200" rtl="0" eaLnBrk="1" fontAlgn="base" latinLnBrk="0" hangingPunct="1">
              <a:lnSpc>
                <a:spcPct val="100000"/>
              </a:lnSpc>
              <a:spcBef>
                <a:spcPct val="20000"/>
              </a:spcBef>
              <a:spcAft>
                <a:spcPct val="0"/>
              </a:spcAft>
              <a:buClr>
                <a:srgbClr val="840E27"/>
              </a:buClr>
              <a:buSzTx/>
              <a:buFont typeface="Wingdings" panose="05000000000000000000" pitchFamily="2" charset="2"/>
              <a:buChar char="§"/>
              <a:tabLst/>
              <a:defRPr/>
            </a:pPr>
            <a:r>
              <a:rPr lang="es-MX" sz="1000" dirty="0">
                <a:solidFill>
                  <a:prstClr val="black"/>
                </a:solidFill>
                <a:latin typeface="Calibri Light" panose="020F0302020204030204"/>
              </a:rPr>
              <a:t>Definir el portafolio de servicios financieros a desarrollar, escalar o descontinuar con base en rentabilidad, viabilidad operativa y alineación estratégica.</a:t>
            </a:r>
            <a:endParaRPr kumimoji="0" lang="es-MX" sz="1000" b="0" i="0" u="none" strike="noStrike" kern="1200" cap="none" spc="0" normalizeH="0" baseline="0" noProof="0" dirty="0">
              <a:ln>
                <a:noFill/>
              </a:ln>
              <a:solidFill>
                <a:prstClr val="black"/>
              </a:solidFill>
              <a:effectLst/>
              <a:uLnTx/>
              <a:uFillTx/>
              <a:latin typeface="Calibri Light" panose="020F0302020204030204"/>
              <a:ea typeface="ＭＳ Ｐゴシック" charset="0"/>
              <a:cs typeface="Arial"/>
            </a:endParaRPr>
          </a:p>
          <a:p>
            <a:pPr marL="174625" marR="0" lvl="0" indent="-174625" algn="just" defTabSz="457200" rtl="0" eaLnBrk="1" fontAlgn="base" latinLnBrk="0" hangingPunct="1">
              <a:lnSpc>
                <a:spcPct val="100000"/>
              </a:lnSpc>
              <a:spcBef>
                <a:spcPct val="20000"/>
              </a:spcBef>
              <a:spcAft>
                <a:spcPct val="0"/>
              </a:spcAft>
              <a:buClr>
                <a:srgbClr val="840E27"/>
              </a:buClr>
              <a:buSzTx/>
              <a:buFont typeface="Wingdings" panose="05000000000000000000" pitchFamily="2" charset="2"/>
              <a:buChar char="§"/>
              <a:tabLst/>
              <a:defRPr/>
            </a:pPr>
            <a:r>
              <a:rPr lang="es-MX" sz="1000" dirty="0">
                <a:solidFill>
                  <a:prstClr val="black"/>
                </a:solidFill>
                <a:latin typeface="Calibri Light" panose="020F0302020204030204"/>
              </a:rPr>
              <a:t>Seleccionar socios financieros y los modelos de asociación más convenientes para cada servicio.</a:t>
            </a:r>
            <a:endParaRPr kumimoji="0" lang="es-MX" sz="1000" b="0" i="0" u="none" strike="noStrike" kern="1200" cap="none" spc="0" normalizeH="0" baseline="0" noProof="0" dirty="0">
              <a:ln>
                <a:noFill/>
              </a:ln>
              <a:solidFill>
                <a:prstClr val="black"/>
              </a:solidFill>
              <a:effectLst/>
              <a:uLnTx/>
              <a:uFillTx/>
              <a:latin typeface="Calibri Light" panose="020F0302020204030204"/>
              <a:ea typeface="ＭＳ Ｐゴシック" charset="0"/>
              <a:cs typeface="Arial"/>
            </a:endParaRPr>
          </a:p>
          <a:p>
            <a:pPr marL="174625" marR="0" lvl="0" indent="-174625" algn="just" defTabSz="457200" rtl="0" eaLnBrk="1" fontAlgn="base" latinLnBrk="0" hangingPunct="1">
              <a:lnSpc>
                <a:spcPct val="100000"/>
              </a:lnSpc>
              <a:spcBef>
                <a:spcPct val="20000"/>
              </a:spcBef>
              <a:spcAft>
                <a:spcPct val="0"/>
              </a:spcAft>
              <a:buClr>
                <a:srgbClr val="840E27"/>
              </a:buClr>
              <a:buSzTx/>
              <a:buFont typeface="Wingdings" panose="05000000000000000000" pitchFamily="2" charset="2"/>
              <a:buChar char="§"/>
              <a:tabLst/>
              <a:defRPr/>
            </a:pPr>
            <a:r>
              <a:rPr lang="es-MX" sz="1000" dirty="0">
                <a:solidFill>
                  <a:prstClr val="black"/>
                </a:solidFill>
                <a:latin typeface="Calibri Light" panose="020F0302020204030204"/>
              </a:rPr>
              <a:t>Definir la estrategia comercial y de monetización de los servicios financieros (tarifas, precios, incentivos y condiciones comerciales).</a:t>
            </a:r>
            <a:endParaRPr kumimoji="0" lang="es-MX" sz="1000" b="0" i="0" u="none" strike="noStrike" kern="1200" cap="none" spc="0" normalizeH="0" baseline="0" noProof="0" dirty="0">
              <a:ln>
                <a:noFill/>
              </a:ln>
              <a:solidFill>
                <a:prstClr val="black"/>
              </a:solidFill>
              <a:effectLst/>
              <a:uLnTx/>
              <a:uFillTx/>
              <a:latin typeface="Calibri Light" panose="020F0302020204030204"/>
              <a:ea typeface="ＭＳ Ｐゴシック" charset="0"/>
              <a:cs typeface="Arial"/>
            </a:endParaRPr>
          </a:p>
          <a:p>
            <a:pPr marL="174625" marR="0" lvl="0" indent="-174625" algn="just" defTabSz="457200" rtl="0" eaLnBrk="1" fontAlgn="base" latinLnBrk="0" hangingPunct="1">
              <a:lnSpc>
                <a:spcPct val="100000"/>
              </a:lnSpc>
              <a:spcBef>
                <a:spcPct val="20000"/>
              </a:spcBef>
              <a:spcAft>
                <a:spcPct val="0"/>
              </a:spcAft>
              <a:buClr>
                <a:srgbClr val="840E27"/>
              </a:buClr>
              <a:buSzTx/>
              <a:buFont typeface="Wingdings" panose="05000000000000000000" pitchFamily="2" charset="2"/>
              <a:buChar char="§"/>
              <a:tabLst/>
              <a:defRPr/>
            </a:pPr>
            <a:r>
              <a:rPr lang="es-MX" sz="1000" dirty="0">
                <a:solidFill>
                  <a:prstClr val="black"/>
                </a:solidFill>
                <a:latin typeface="Calibri Light" panose="020F0302020204030204"/>
              </a:rPr>
              <a:t>Priorizar el roadmap de iniciativas y productos, balanceando impacto financiero, time to market, riesgo regulatorio y capacidades operativas.</a:t>
            </a:r>
            <a:endParaRPr kumimoji="0" lang="es-MX" sz="1000" b="0" i="0" u="none" strike="noStrike" kern="1200" cap="none" spc="0" normalizeH="0" baseline="0" noProof="0" dirty="0">
              <a:ln>
                <a:noFill/>
              </a:ln>
              <a:solidFill>
                <a:prstClr val="black"/>
              </a:solidFill>
              <a:effectLst/>
              <a:uLnTx/>
              <a:uFillTx/>
              <a:latin typeface="Calibri Light" panose="020F0302020204030204"/>
              <a:ea typeface="ＭＳ Ｐゴシック" charset="0"/>
              <a:cs typeface="Arial"/>
            </a:endParaRPr>
          </a:p>
        </p:txBody>
      </p:sp>
      <p:sp>
        <p:nvSpPr>
          <p:cNvPr id="9" name="Content Placeholder 4">
            <a:extLst>
              <a:ext uri="{FF2B5EF4-FFF2-40B4-BE49-F238E27FC236}">
                <a16:creationId xmlns:a16="http://schemas.microsoft.com/office/drawing/2014/main" id="{2C2D69A6-DFF2-462D-9933-A6738681F22F}"/>
              </a:ext>
            </a:extLst>
          </p:cNvPr>
          <p:cNvSpPr txBox="1">
            <a:spLocks/>
          </p:cNvSpPr>
          <p:nvPr/>
        </p:nvSpPr>
        <p:spPr bwMode="auto">
          <a:xfrm>
            <a:off x="4619672" y="5272810"/>
            <a:ext cx="4428000" cy="1547090"/>
          </a:xfrm>
          <a:prstGeom prst="rect">
            <a:avLst/>
          </a:prstGeom>
          <a:noFill/>
          <a:ln w="6350">
            <a:solidFill>
              <a:srgbClr val="990021"/>
            </a:solidFill>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just" rtl="0" eaLnBrk="1" fontAlgn="base" hangingPunct="1">
              <a:spcBef>
                <a:spcPct val="20000"/>
              </a:spcBef>
              <a:spcAft>
                <a:spcPct val="0"/>
              </a:spcAft>
              <a:buClr>
                <a:srgbClr val="840E27"/>
              </a:buClr>
              <a:buFont typeface="Arial" charset="0"/>
              <a:buChar char="•"/>
              <a:defRPr kern="1200">
                <a:solidFill>
                  <a:schemeClr val="tx1"/>
                </a:solidFill>
                <a:latin typeface="Arial"/>
                <a:ea typeface="ＭＳ Ｐゴシック" charset="0"/>
                <a:cs typeface="Arial"/>
              </a:defRPr>
            </a:lvl1pPr>
            <a:lvl2pPr marL="742950" indent="-285750" algn="just" rtl="0" eaLnBrk="1" fontAlgn="base" hangingPunct="1">
              <a:spcBef>
                <a:spcPct val="20000"/>
              </a:spcBef>
              <a:spcAft>
                <a:spcPct val="0"/>
              </a:spcAft>
              <a:buClr>
                <a:srgbClr val="840E27"/>
              </a:buClr>
              <a:buFont typeface="Arial" charset="0"/>
              <a:buChar char="–"/>
              <a:defRPr kern="1200">
                <a:solidFill>
                  <a:schemeClr val="tx1"/>
                </a:solidFill>
                <a:latin typeface="Arial"/>
                <a:ea typeface="ＭＳ Ｐゴシック" charset="0"/>
                <a:cs typeface="Arial"/>
              </a:defRPr>
            </a:lvl2pPr>
            <a:lvl3pPr marL="1143000" indent="-228600" algn="just" rtl="0" eaLnBrk="1" fontAlgn="base" hangingPunct="1">
              <a:spcBef>
                <a:spcPct val="20000"/>
              </a:spcBef>
              <a:spcAft>
                <a:spcPct val="0"/>
              </a:spcAft>
              <a:buClr>
                <a:srgbClr val="840E27"/>
              </a:buClr>
              <a:buFont typeface="Wingdings" charset="0"/>
              <a:buChar char="§"/>
              <a:defRPr kern="1200">
                <a:solidFill>
                  <a:schemeClr val="tx1"/>
                </a:solidFill>
                <a:latin typeface="Arial"/>
                <a:ea typeface="ＭＳ Ｐゴシック" charset="0"/>
                <a:cs typeface="Arial"/>
              </a:defRPr>
            </a:lvl3pPr>
            <a:lvl4pPr marL="1600200" indent="-228600" algn="just" rtl="0" eaLnBrk="1" fontAlgn="base" hangingPunct="1">
              <a:spcBef>
                <a:spcPct val="20000"/>
              </a:spcBef>
              <a:spcAft>
                <a:spcPct val="0"/>
              </a:spcAft>
              <a:buClr>
                <a:srgbClr val="840E27"/>
              </a:buClr>
              <a:buSzPct val="90000"/>
              <a:buFont typeface="Lucida Grande" charset="0"/>
              <a:buChar char="&gt;"/>
              <a:defRPr kern="1200">
                <a:solidFill>
                  <a:schemeClr val="tx1"/>
                </a:solidFill>
                <a:latin typeface="Arial"/>
                <a:ea typeface="ＭＳ Ｐゴシック" charset="0"/>
                <a:cs typeface="Arial"/>
              </a:defRPr>
            </a:lvl4pPr>
            <a:lvl5pPr marL="2057400" indent="-228600" algn="just" rtl="0" eaLnBrk="1" fontAlgn="base" hangingPunct="1">
              <a:spcBef>
                <a:spcPct val="20000"/>
              </a:spcBef>
              <a:spcAft>
                <a:spcPct val="0"/>
              </a:spcAft>
              <a:buClr>
                <a:srgbClr val="840E27"/>
              </a:buClr>
              <a:buSzPct val="60000"/>
              <a:buFont typeface="Wingdings" charset="2"/>
              <a:buChar char="u"/>
              <a:defRPr kern="1200">
                <a:solidFill>
                  <a:schemeClr val="tx1"/>
                </a:solidFill>
                <a:latin typeface="Arial"/>
                <a:ea typeface="ＭＳ Ｐゴシック" charset="0"/>
                <a:cs typeface="Arial"/>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just" defTabSz="457200" rtl="0" eaLnBrk="1" fontAlgn="base" latinLnBrk="0" hangingPunct="1">
              <a:lnSpc>
                <a:spcPct val="100000"/>
              </a:lnSpc>
              <a:spcBef>
                <a:spcPct val="20000"/>
              </a:spcBef>
              <a:spcAft>
                <a:spcPct val="0"/>
              </a:spcAft>
              <a:buClr>
                <a:srgbClr val="840E27"/>
              </a:buClr>
              <a:buSzTx/>
              <a:buFont typeface="Arial" charset="0"/>
              <a:buNone/>
              <a:tabLst/>
              <a:defRPr/>
            </a:pPr>
            <a:r>
              <a:rPr kumimoji="0" lang="es-MX" sz="1300" b="1" i="0" u="none" strike="noStrike" kern="1200" cap="none" spc="0" normalizeH="0" baseline="0" noProof="0" dirty="0">
                <a:ln>
                  <a:noFill/>
                </a:ln>
                <a:solidFill>
                  <a:prstClr val="black"/>
                </a:solidFill>
                <a:effectLst/>
                <a:uLnTx/>
                <a:uFillTx/>
                <a:latin typeface="Calibri Light" panose="020F0302020204030204"/>
                <a:ea typeface="ＭＳ Ｐゴシック" charset="0"/>
                <a:cs typeface="Arial"/>
              </a:rPr>
              <a:t>Principales Retos del Puesto </a:t>
            </a:r>
          </a:p>
          <a:p>
            <a:pPr marL="174625" marR="0" lvl="0" indent="-174625" algn="just" defTabSz="457200" rtl="0" eaLnBrk="1" fontAlgn="base" latinLnBrk="0" hangingPunct="1">
              <a:lnSpc>
                <a:spcPct val="100000"/>
              </a:lnSpc>
              <a:spcBef>
                <a:spcPct val="20000"/>
              </a:spcBef>
              <a:spcAft>
                <a:spcPct val="0"/>
              </a:spcAft>
              <a:buClr>
                <a:srgbClr val="840E27"/>
              </a:buClr>
              <a:buSzTx/>
              <a:buFont typeface="Wingdings" panose="05000000000000000000" pitchFamily="2" charset="2"/>
              <a:buChar char="§"/>
              <a:tabLst/>
              <a:defRPr/>
            </a:pPr>
            <a:r>
              <a:rPr lang="es-MX" sz="1000" dirty="0">
                <a:solidFill>
                  <a:prstClr val="black"/>
                </a:solidFill>
                <a:latin typeface="Calibri Light" panose="020F0302020204030204"/>
              </a:rPr>
              <a:t>Mantener el crecimiento sostenido del margen y la contribución de los servicios financieros en un entorno altamente competitivo y regulado.</a:t>
            </a:r>
            <a:endParaRPr kumimoji="0" lang="es-MX" sz="1000" b="0" i="0" u="none" strike="noStrike" kern="1200" cap="none" spc="0" normalizeH="0" baseline="0" noProof="0" dirty="0">
              <a:ln>
                <a:noFill/>
              </a:ln>
              <a:solidFill>
                <a:prstClr val="black"/>
              </a:solidFill>
              <a:effectLst/>
              <a:uLnTx/>
              <a:uFillTx/>
              <a:latin typeface="Arial"/>
              <a:ea typeface="ＭＳ Ｐゴシック" charset="0"/>
              <a:cs typeface="Arial"/>
            </a:endParaRPr>
          </a:p>
          <a:p>
            <a:pPr marL="174625" marR="0" lvl="0" indent="-174625" algn="just" defTabSz="457200" rtl="0" eaLnBrk="1" fontAlgn="base" latinLnBrk="0" hangingPunct="1">
              <a:lnSpc>
                <a:spcPct val="100000"/>
              </a:lnSpc>
              <a:spcBef>
                <a:spcPct val="20000"/>
              </a:spcBef>
              <a:spcAft>
                <a:spcPct val="0"/>
              </a:spcAft>
              <a:buClr>
                <a:srgbClr val="840E27"/>
              </a:buClr>
              <a:buSzTx/>
              <a:buFont typeface="Wingdings" panose="05000000000000000000" pitchFamily="2" charset="2"/>
              <a:buChar char="§"/>
              <a:tabLst/>
              <a:defRPr/>
            </a:pPr>
            <a:r>
              <a:rPr lang="es-MX" sz="1000" dirty="0">
                <a:solidFill>
                  <a:prstClr val="black"/>
                </a:solidFill>
                <a:latin typeface="Calibri Light" panose="020F0302020204030204"/>
              </a:rPr>
              <a:t>Desarrollar y escalar nuevas avenidas de crecimiento (nuevos servicios) con impacto real en el negocio.</a:t>
            </a:r>
            <a:endParaRPr kumimoji="0" lang="es-MX" sz="1000" b="0" i="0" u="none" strike="noStrike" kern="1200" cap="none" spc="0" normalizeH="0" baseline="0" noProof="0" dirty="0">
              <a:ln>
                <a:noFill/>
              </a:ln>
              <a:solidFill>
                <a:prstClr val="black"/>
              </a:solidFill>
              <a:effectLst/>
              <a:uLnTx/>
              <a:uFillTx/>
              <a:latin typeface="Arial"/>
              <a:ea typeface="ＭＳ Ｐゴシック" charset="0"/>
              <a:cs typeface="Arial"/>
            </a:endParaRPr>
          </a:p>
          <a:p>
            <a:pPr marL="174625" marR="0" lvl="0" indent="-174625" algn="just" defTabSz="457200" rtl="0" eaLnBrk="1" fontAlgn="base" latinLnBrk="0" hangingPunct="1">
              <a:lnSpc>
                <a:spcPct val="100000"/>
              </a:lnSpc>
              <a:spcBef>
                <a:spcPct val="20000"/>
              </a:spcBef>
              <a:spcAft>
                <a:spcPct val="0"/>
              </a:spcAft>
              <a:buClr>
                <a:srgbClr val="840E27"/>
              </a:buClr>
              <a:buSzTx/>
              <a:buFont typeface="Wingdings" panose="05000000000000000000" pitchFamily="2" charset="2"/>
              <a:buChar char="§"/>
              <a:tabLst/>
              <a:defRPr/>
            </a:pPr>
            <a:r>
              <a:rPr lang="es-MX" sz="1000" dirty="0">
                <a:solidFill>
                  <a:prstClr val="black"/>
                </a:solidFill>
                <a:latin typeface="Calibri Light" panose="020F0302020204030204"/>
              </a:rPr>
              <a:t>Reducir el time to market de nuevos servicios financieros sin comprometer cumplimiento ni estabilidad operativa.</a:t>
            </a:r>
            <a:endParaRPr kumimoji="0" lang="es-MX" sz="1000" b="0" i="0" u="none" strike="noStrike" kern="1200" cap="none" spc="0" normalizeH="0" baseline="0" noProof="0" dirty="0">
              <a:ln>
                <a:noFill/>
              </a:ln>
              <a:solidFill>
                <a:prstClr val="black"/>
              </a:solidFill>
              <a:effectLst/>
              <a:uLnTx/>
              <a:uFillTx/>
              <a:latin typeface="Arial"/>
              <a:ea typeface="ＭＳ Ｐゴシック" charset="0"/>
              <a:cs typeface="Arial"/>
            </a:endParaRPr>
          </a:p>
          <a:p>
            <a:pPr marL="174625" marR="0" lvl="0" indent="-174625" algn="just" defTabSz="457200" rtl="0" eaLnBrk="1" fontAlgn="base" latinLnBrk="0" hangingPunct="1">
              <a:lnSpc>
                <a:spcPct val="100000"/>
              </a:lnSpc>
              <a:spcBef>
                <a:spcPct val="20000"/>
              </a:spcBef>
              <a:spcAft>
                <a:spcPct val="0"/>
              </a:spcAft>
              <a:buClr>
                <a:srgbClr val="840E27"/>
              </a:buClr>
              <a:buSzTx/>
              <a:buFont typeface="Wingdings" panose="05000000000000000000" pitchFamily="2" charset="2"/>
              <a:buChar char="§"/>
              <a:tabLst/>
              <a:defRPr/>
            </a:pPr>
            <a:r>
              <a:rPr lang="es-MX" sz="1000" dirty="0">
                <a:solidFill>
                  <a:prstClr val="black"/>
                </a:solidFill>
                <a:latin typeface="Calibri Light" panose="020F0302020204030204"/>
              </a:rPr>
              <a:t>Alinear de manera efectiva a servicios, operaciones, tecnología y áreas corporativas para una ejecución integrada.</a:t>
            </a:r>
            <a:endParaRPr kumimoji="0" lang="es-MX" sz="1000" b="0" i="0" u="none" strike="noStrike" kern="1200" cap="none" spc="0" normalizeH="0" baseline="0" noProof="0" dirty="0">
              <a:ln>
                <a:noFill/>
              </a:ln>
              <a:solidFill>
                <a:prstClr val="black"/>
              </a:solidFill>
              <a:effectLst/>
              <a:uLnTx/>
              <a:uFillTx/>
              <a:latin typeface="Arial"/>
              <a:ea typeface="ＭＳ Ｐゴシック" charset="0"/>
              <a:cs typeface="Arial"/>
            </a:endParaRPr>
          </a:p>
          <a:p>
            <a:pPr marL="174625" marR="0" lvl="0" indent="-174625" algn="just" defTabSz="457200" rtl="0" eaLnBrk="1" fontAlgn="base" latinLnBrk="0" hangingPunct="1">
              <a:lnSpc>
                <a:spcPct val="100000"/>
              </a:lnSpc>
              <a:spcBef>
                <a:spcPct val="20000"/>
              </a:spcBef>
              <a:spcAft>
                <a:spcPct val="0"/>
              </a:spcAft>
              <a:buClr>
                <a:srgbClr val="840E27"/>
              </a:buClr>
              <a:buSzTx/>
              <a:buFont typeface="Wingdings" panose="05000000000000000000" pitchFamily="2" charset="2"/>
              <a:buChar char="§"/>
              <a:tabLst/>
              <a:defRPr/>
            </a:pPr>
            <a:r>
              <a:rPr lang="es-MX" sz="1000" dirty="0">
                <a:solidFill>
                  <a:prstClr val="black"/>
                </a:solidFill>
                <a:latin typeface="Calibri Light" panose="020F0302020204030204"/>
              </a:rPr>
              <a:t>Lograr la alineación del equipo SPIN para el desarrollo de nuevas iniciativas, asegurando que las propuestas se construyan a partir del producto de casa y fortalezcan la marca interna.</a:t>
            </a:r>
            <a:endParaRPr kumimoji="0" lang="es-MX" sz="1000" b="0" i="0" u="none" strike="noStrike" kern="1200" cap="none" spc="0" normalizeH="0" baseline="0" noProof="0" dirty="0">
              <a:ln>
                <a:noFill/>
              </a:ln>
              <a:solidFill>
                <a:prstClr val="black"/>
              </a:solidFill>
              <a:effectLst/>
              <a:uLnTx/>
              <a:uFillTx/>
              <a:latin typeface="Arial"/>
              <a:ea typeface="ＭＳ Ｐゴシック" charset="0"/>
              <a:cs typeface="Arial"/>
            </a:endParaRPr>
          </a:p>
        </p:txBody>
      </p:sp>
      <p:grpSp>
        <p:nvGrpSpPr>
          <p:cNvPr id="10" name="Grupo 12">
            <a:extLst>
              <a:ext uri="{FF2B5EF4-FFF2-40B4-BE49-F238E27FC236}">
                <a16:creationId xmlns:a16="http://schemas.microsoft.com/office/drawing/2014/main" id="{A746893C-AF94-48A8-8883-58802F3E1DFD}"/>
              </a:ext>
            </a:extLst>
          </p:cNvPr>
          <p:cNvGrpSpPr/>
          <p:nvPr/>
        </p:nvGrpSpPr>
        <p:grpSpPr>
          <a:xfrm>
            <a:off x="7332180" y="969028"/>
            <a:ext cx="1728192" cy="1717735"/>
            <a:chOff x="7319480" y="969028"/>
            <a:chExt cx="1728192" cy="1717735"/>
          </a:xfrm>
        </p:grpSpPr>
        <p:sp>
          <p:nvSpPr>
            <p:cNvPr id="11" name="39 Rectángulo">
              <a:extLst>
                <a:ext uri="{FF2B5EF4-FFF2-40B4-BE49-F238E27FC236}">
                  <a16:creationId xmlns:a16="http://schemas.microsoft.com/office/drawing/2014/main" id="{DC61830D-58DD-4F58-9ED9-8C6149D2C69E}"/>
                </a:ext>
              </a:extLst>
            </p:cNvPr>
            <p:cNvSpPr/>
            <p:nvPr/>
          </p:nvSpPr>
          <p:spPr>
            <a:xfrm>
              <a:off x="7319480" y="969028"/>
              <a:ext cx="1728192" cy="1717735"/>
            </a:xfrm>
            <a:prstGeom prst="rect">
              <a:avLst/>
            </a:prstGeom>
            <a:noFill/>
            <a:ln w="9525">
              <a:solidFill>
                <a:srgbClr val="99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1 CuadroTexto">
              <a:extLst>
                <a:ext uri="{FF2B5EF4-FFF2-40B4-BE49-F238E27FC236}">
                  <a16:creationId xmlns:a16="http://schemas.microsoft.com/office/drawing/2014/main" id="{360DED1C-B22A-4096-93CB-0902A3A44024}"/>
                </a:ext>
              </a:extLst>
            </p:cNvPr>
            <p:cNvSpPr txBox="1"/>
            <p:nvPr/>
          </p:nvSpPr>
          <p:spPr>
            <a:xfrm>
              <a:off x="7319480" y="969028"/>
              <a:ext cx="1728192" cy="276999"/>
            </a:xfrm>
            <a:prstGeom prst="rect">
              <a:avLst/>
            </a:prstGeom>
            <a:noFill/>
            <a:ln>
              <a:solidFill>
                <a:srgbClr val="990021"/>
              </a:solid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200" b="1" i="0" u="none" strike="noStrike" kern="1200" cap="none" spc="0" normalizeH="0" baseline="0" noProof="0">
                  <a:ln>
                    <a:noFill/>
                  </a:ln>
                  <a:solidFill>
                    <a:prstClr val="black"/>
                  </a:solidFill>
                  <a:effectLst/>
                  <a:uLnTx/>
                  <a:uFillTx/>
                  <a:latin typeface="Calibri Light" panose="020F0302020204030204"/>
                  <a:ea typeface="+mn-ea"/>
                  <a:cs typeface="+mn-cs"/>
                </a:rPr>
                <a:t>Herramientas Puesto:</a:t>
              </a:r>
            </a:p>
          </p:txBody>
        </p:sp>
      </p:grpSp>
      <p:pic>
        <p:nvPicPr>
          <p:cNvPr id="13" name="Picture 6" descr="https://d30y9cdsu7xlg0.cloudfront.net/png/1999-200.png">
            <a:extLst>
              <a:ext uri="{FF2B5EF4-FFF2-40B4-BE49-F238E27FC236}">
                <a16:creationId xmlns:a16="http://schemas.microsoft.com/office/drawing/2014/main" id="{AA179792-2E49-4795-A057-41AA17D343C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06892" y="1248360"/>
            <a:ext cx="245644" cy="245644"/>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8" descr="https://d30y9cdsu7xlg0.cloudfront.net/png/41085-200.png">
            <a:extLst>
              <a:ext uri="{FF2B5EF4-FFF2-40B4-BE49-F238E27FC236}">
                <a16:creationId xmlns:a16="http://schemas.microsoft.com/office/drawing/2014/main" id="{E73FE279-A4BB-496B-8A3A-BDDDEA02388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812360" y="1993705"/>
            <a:ext cx="175626" cy="175626"/>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descr="https://d30y9cdsu7xlg0.cloudfront.net/png/1335-200.png">
            <a:extLst>
              <a:ext uri="{FF2B5EF4-FFF2-40B4-BE49-F238E27FC236}">
                <a16:creationId xmlns:a16="http://schemas.microsoft.com/office/drawing/2014/main" id="{8EB642A7-702A-4DE1-AED8-64A0E446144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812360" y="1729358"/>
            <a:ext cx="262955" cy="262955"/>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2" descr="https://d30y9cdsu7xlg0.cloudfront.net/png/131938-200.png">
            <a:extLst>
              <a:ext uri="{FF2B5EF4-FFF2-40B4-BE49-F238E27FC236}">
                <a16:creationId xmlns:a16="http://schemas.microsoft.com/office/drawing/2014/main" id="{F112B20D-AF2D-4403-A36A-50CECE79CFCD}"/>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812360" y="1483752"/>
            <a:ext cx="235520" cy="235520"/>
          </a:xfrm>
          <a:prstGeom prst="rect">
            <a:avLst/>
          </a:prstGeom>
          <a:noFill/>
          <a:extLst>
            <a:ext uri="{909E8E84-426E-40DD-AFC4-6F175D3DCCD1}">
              <a14:hiddenFill xmlns:a14="http://schemas.microsoft.com/office/drawing/2010/main">
                <a:solidFill>
                  <a:srgbClr val="FFFFFF"/>
                </a:solidFill>
              </a14:hiddenFill>
            </a:ext>
          </a:extLst>
        </p:spPr>
      </p:pic>
      <p:sp>
        <p:nvSpPr>
          <p:cNvPr id="17" name="3 Rectángulo">
            <a:extLst>
              <a:ext uri="{FF2B5EF4-FFF2-40B4-BE49-F238E27FC236}">
                <a16:creationId xmlns:a16="http://schemas.microsoft.com/office/drawing/2014/main" id="{22487BD1-424B-4561-9543-36490BD469B9}"/>
              </a:ext>
            </a:extLst>
          </p:cNvPr>
          <p:cNvSpPr/>
          <p:nvPr/>
        </p:nvSpPr>
        <p:spPr>
          <a:xfrm>
            <a:off x="7459294" y="1300701"/>
            <a:ext cx="281058" cy="140962"/>
          </a:xfrm>
          <a:prstGeom prst="rect">
            <a:avLst/>
          </a:prstGeom>
          <a:noFill/>
          <a:ln w="12700">
            <a:solidFill>
              <a:srgbClr val="99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18" name="15 CuadroTexto">
            <a:extLst>
              <a:ext uri="{FF2B5EF4-FFF2-40B4-BE49-F238E27FC236}">
                <a16:creationId xmlns:a16="http://schemas.microsoft.com/office/drawing/2014/main" id="{2A1643D8-3B1E-43E4-809B-4F3F8C67E082}"/>
              </a:ext>
            </a:extLst>
          </p:cNvPr>
          <p:cNvSpPr txBox="1"/>
          <p:nvPr/>
        </p:nvSpPr>
        <p:spPr>
          <a:xfrm>
            <a:off x="8065788" y="1248072"/>
            <a:ext cx="754684"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000" b="0" i="1" u="none" strike="noStrike" kern="1200" cap="none" spc="0" normalizeH="0" baseline="0" noProof="0">
                <a:ln>
                  <a:noFill/>
                </a:ln>
                <a:solidFill>
                  <a:prstClr val="black"/>
                </a:solidFill>
                <a:effectLst/>
                <a:uLnTx/>
                <a:uFillTx/>
                <a:latin typeface="Calibri Light" panose="020F0302020204030204"/>
                <a:ea typeface="+mn-ea"/>
                <a:cs typeface="+mn-cs"/>
              </a:rPr>
              <a:t>Laptop</a:t>
            </a:r>
          </a:p>
        </p:txBody>
      </p:sp>
      <p:sp>
        <p:nvSpPr>
          <p:cNvPr id="19" name="16 CuadroTexto">
            <a:extLst>
              <a:ext uri="{FF2B5EF4-FFF2-40B4-BE49-F238E27FC236}">
                <a16:creationId xmlns:a16="http://schemas.microsoft.com/office/drawing/2014/main" id="{5B3588BA-225C-4B8B-A340-C767A6A44AC8}"/>
              </a:ext>
            </a:extLst>
          </p:cNvPr>
          <p:cNvSpPr txBox="1"/>
          <p:nvPr/>
        </p:nvSpPr>
        <p:spPr>
          <a:xfrm>
            <a:off x="8065788" y="1478402"/>
            <a:ext cx="754684"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000" b="0" i="1" u="none" strike="noStrike" kern="1200" cap="none" spc="0" normalizeH="0" baseline="0" noProof="0">
                <a:ln>
                  <a:noFill/>
                </a:ln>
                <a:solidFill>
                  <a:prstClr val="black"/>
                </a:solidFill>
                <a:effectLst/>
                <a:uLnTx/>
                <a:uFillTx/>
                <a:latin typeface="Calibri Light" panose="020F0302020204030204"/>
                <a:ea typeface="+mn-ea"/>
                <a:cs typeface="+mn-cs"/>
              </a:rPr>
              <a:t>Escritorio</a:t>
            </a:r>
          </a:p>
        </p:txBody>
      </p:sp>
      <p:sp>
        <p:nvSpPr>
          <p:cNvPr id="20" name="17 CuadroTexto">
            <a:extLst>
              <a:ext uri="{FF2B5EF4-FFF2-40B4-BE49-F238E27FC236}">
                <a16:creationId xmlns:a16="http://schemas.microsoft.com/office/drawing/2014/main" id="{763B8576-89EC-4602-9301-D147041A94DC}"/>
              </a:ext>
            </a:extLst>
          </p:cNvPr>
          <p:cNvSpPr txBox="1"/>
          <p:nvPr/>
        </p:nvSpPr>
        <p:spPr>
          <a:xfrm>
            <a:off x="8065788" y="1737725"/>
            <a:ext cx="788195"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000" b="0" i="1" u="none" strike="noStrike" kern="1200" cap="none" spc="0" normalizeH="0" baseline="0" noProof="0">
                <a:ln>
                  <a:noFill/>
                </a:ln>
                <a:solidFill>
                  <a:prstClr val="black"/>
                </a:solidFill>
                <a:effectLst/>
                <a:uLnTx/>
                <a:uFillTx/>
                <a:latin typeface="Calibri Light" panose="020F0302020204030204"/>
                <a:ea typeface="+mn-ea"/>
                <a:cs typeface="+mn-cs"/>
              </a:rPr>
              <a:t>Auto</a:t>
            </a:r>
          </a:p>
        </p:txBody>
      </p:sp>
      <p:sp>
        <p:nvSpPr>
          <p:cNvPr id="21" name="18 CuadroTexto">
            <a:extLst>
              <a:ext uri="{FF2B5EF4-FFF2-40B4-BE49-F238E27FC236}">
                <a16:creationId xmlns:a16="http://schemas.microsoft.com/office/drawing/2014/main" id="{629AEC15-3A8A-435C-B3CB-1B95EB5DB6F0}"/>
              </a:ext>
            </a:extLst>
          </p:cNvPr>
          <p:cNvSpPr txBox="1"/>
          <p:nvPr/>
        </p:nvSpPr>
        <p:spPr>
          <a:xfrm>
            <a:off x="8065788" y="1958408"/>
            <a:ext cx="788195"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000" b="0" i="1" u="none" strike="noStrike" kern="1200" cap="none" spc="0" normalizeH="0" baseline="0" noProof="0">
                <a:ln>
                  <a:noFill/>
                </a:ln>
                <a:solidFill>
                  <a:prstClr val="black"/>
                </a:solidFill>
                <a:effectLst/>
                <a:uLnTx/>
                <a:uFillTx/>
                <a:latin typeface="Calibri Light" panose="020F0302020204030204"/>
                <a:ea typeface="+mn-ea"/>
                <a:cs typeface="+mn-cs"/>
              </a:rPr>
              <a:t>Celular </a:t>
            </a:r>
          </a:p>
        </p:txBody>
      </p:sp>
      <p:sp>
        <p:nvSpPr>
          <p:cNvPr id="22" name="31 Rectángulo">
            <a:extLst>
              <a:ext uri="{FF2B5EF4-FFF2-40B4-BE49-F238E27FC236}">
                <a16:creationId xmlns:a16="http://schemas.microsoft.com/office/drawing/2014/main" id="{040F413D-4D4F-471F-879D-45417E885567}"/>
              </a:ext>
            </a:extLst>
          </p:cNvPr>
          <p:cNvSpPr/>
          <p:nvPr/>
        </p:nvSpPr>
        <p:spPr>
          <a:xfrm>
            <a:off x="7422041" y="3118872"/>
            <a:ext cx="246303" cy="97921"/>
          </a:xfrm>
          <a:prstGeom prst="rect">
            <a:avLst/>
          </a:prstGeom>
          <a:noFill/>
          <a:ln w="12700">
            <a:solidFill>
              <a:srgbClr val="99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3" name="33 CuadroTexto">
            <a:extLst>
              <a:ext uri="{FF2B5EF4-FFF2-40B4-BE49-F238E27FC236}">
                <a16:creationId xmlns:a16="http://schemas.microsoft.com/office/drawing/2014/main" id="{6E1764D7-956B-4836-A22C-EC23DB86CB9E}"/>
              </a:ext>
            </a:extLst>
          </p:cNvPr>
          <p:cNvSpPr txBox="1"/>
          <p:nvPr/>
        </p:nvSpPr>
        <p:spPr>
          <a:xfrm>
            <a:off x="7622365" y="3060110"/>
            <a:ext cx="456850" cy="21544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800" b="0" i="1" u="none" strike="noStrike" kern="1200" cap="none" spc="0" normalizeH="0" baseline="0" noProof="0">
                <a:ln>
                  <a:noFill/>
                </a:ln>
                <a:solidFill>
                  <a:prstClr val="black"/>
                </a:solidFill>
                <a:effectLst/>
                <a:uLnTx/>
                <a:uFillTx/>
                <a:latin typeface="Calibri Light" panose="020F0302020204030204"/>
                <a:ea typeface="+mn-ea"/>
                <a:cs typeface="+mn-cs"/>
              </a:rPr>
              <a:t>VPN</a:t>
            </a:r>
          </a:p>
        </p:txBody>
      </p:sp>
      <p:sp>
        <p:nvSpPr>
          <p:cNvPr id="24" name="34 CuadroTexto">
            <a:extLst>
              <a:ext uri="{FF2B5EF4-FFF2-40B4-BE49-F238E27FC236}">
                <a16:creationId xmlns:a16="http://schemas.microsoft.com/office/drawing/2014/main" id="{D2193E3B-4006-48B8-BD5B-B3FE716B9285}"/>
              </a:ext>
            </a:extLst>
          </p:cNvPr>
          <p:cNvSpPr txBox="1"/>
          <p:nvPr/>
        </p:nvSpPr>
        <p:spPr>
          <a:xfrm>
            <a:off x="8388424" y="3060110"/>
            <a:ext cx="754684" cy="21544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800" b="0" i="1" u="none" strike="noStrike" kern="1200" cap="none" spc="0" normalizeH="0" baseline="0" noProof="0">
                <a:ln>
                  <a:noFill/>
                </a:ln>
                <a:solidFill>
                  <a:prstClr val="black"/>
                </a:solidFill>
                <a:effectLst/>
                <a:uLnTx/>
                <a:uFillTx/>
                <a:latin typeface="Calibri Light" panose="020F0302020204030204"/>
                <a:ea typeface="+mn-ea"/>
                <a:cs typeface="+mn-cs"/>
              </a:rPr>
              <a:t>Internet </a:t>
            </a:r>
          </a:p>
        </p:txBody>
      </p:sp>
      <p:sp>
        <p:nvSpPr>
          <p:cNvPr id="25" name="35 Rectángulo">
            <a:extLst>
              <a:ext uri="{FF2B5EF4-FFF2-40B4-BE49-F238E27FC236}">
                <a16:creationId xmlns:a16="http://schemas.microsoft.com/office/drawing/2014/main" id="{70E0DB33-1CFC-4153-B0B7-55BE4791DD08}"/>
              </a:ext>
            </a:extLst>
          </p:cNvPr>
          <p:cNvSpPr/>
          <p:nvPr/>
        </p:nvSpPr>
        <p:spPr>
          <a:xfrm>
            <a:off x="7422705" y="3360358"/>
            <a:ext cx="244974" cy="97921"/>
          </a:xfrm>
          <a:prstGeom prst="rect">
            <a:avLst/>
          </a:prstGeom>
          <a:noFill/>
          <a:ln w="12700">
            <a:solidFill>
              <a:srgbClr val="99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6" name="36 CuadroTexto">
            <a:extLst>
              <a:ext uri="{FF2B5EF4-FFF2-40B4-BE49-F238E27FC236}">
                <a16:creationId xmlns:a16="http://schemas.microsoft.com/office/drawing/2014/main" id="{3299802D-7DC6-4F87-AB01-5236D5AAA15C}"/>
              </a:ext>
            </a:extLst>
          </p:cNvPr>
          <p:cNvSpPr txBox="1"/>
          <p:nvPr/>
        </p:nvSpPr>
        <p:spPr>
          <a:xfrm>
            <a:off x="7622365" y="3301596"/>
            <a:ext cx="456850" cy="21544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800" b="0" i="1" u="none" strike="noStrike" kern="1200" cap="none" spc="0" normalizeH="0" baseline="0" noProof="0">
                <a:ln>
                  <a:noFill/>
                </a:ln>
                <a:solidFill>
                  <a:prstClr val="black"/>
                </a:solidFill>
                <a:effectLst/>
                <a:uLnTx/>
                <a:uFillTx/>
                <a:latin typeface="Calibri Light" panose="020F0302020204030204"/>
                <a:ea typeface="+mn-ea"/>
                <a:cs typeface="+mn-cs"/>
              </a:rPr>
              <a:t>BI</a:t>
            </a:r>
          </a:p>
        </p:txBody>
      </p:sp>
      <p:sp>
        <p:nvSpPr>
          <p:cNvPr id="27" name="38 CuadroTexto">
            <a:extLst>
              <a:ext uri="{FF2B5EF4-FFF2-40B4-BE49-F238E27FC236}">
                <a16:creationId xmlns:a16="http://schemas.microsoft.com/office/drawing/2014/main" id="{6CB3B794-8194-4085-BC5B-EA6EC0E1CB5D}"/>
              </a:ext>
            </a:extLst>
          </p:cNvPr>
          <p:cNvSpPr txBox="1"/>
          <p:nvPr/>
        </p:nvSpPr>
        <p:spPr>
          <a:xfrm>
            <a:off x="8388424" y="3305090"/>
            <a:ext cx="754684" cy="21544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800" b="0" i="1" u="none" strike="noStrike" kern="1200" cap="none" spc="0" normalizeH="0" baseline="0" noProof="0">
                <a:ln>
                  <a:noFill/>
                </a:ln>
                <a:solidFill>
                  <a:prstClr val="black"/>
                </a:solidFill>
                <a:effectLst/>
                <a:uLnTx/>
                <a:uFillTx/>
                <a:latin typeface="Calibri Light" panose="020F0302020204030204"/>
                <a:ea typeface="+mn-ea"/>
                <a:cs typeface="+mn-cs"/>
              </a:rPr>
              <a:t>SAP</a:t>
            </a:r>
          </a:p>
        </p:txBody>
      </p:sp>
      <p:sp>
        <p:nvSpPr>
          <p:cNvPr id="28" name="40 Rectángulo">
            <a:extLst>
              <a:ext uri="{FF2B5EF4-FFF2-40B4-BE49-F238E27FC236}">
                <a16:creationId xmlns:a16="http://schemas.microsoft.com/office/drawing/2014/main" id="{DA1FC102-237B-4FB9-BB82-8480A0371965}"/>
              </a:ext>
            </a:extLst>
          </p:cNvPr>
          <p:cNvSpPr/>
          <p:nvPr/>
        </p:nvSpPr>
        <p:spPr>
          <a:xfrm>
            <a:off x="7422705" y="3627593"/>
            <a:ext cx="244974" cy="97921"/>
          </a:xfrm>
          <a:prstGeom prst="rect">
            <a:avLst/>
          </a:prstGeom>
          <a:noFill/>
          <a:ln w="12700">
            <a:solidFill>
              <a:srgbClr val="99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29" name="41 CuadroTexto">
            <a:extLst>
              <a:ext uri="{FF2B5EF4-FFF2-40B4-BE49-F238E27FC236}">
                <a16:creationId xmlns:a16="http://schemas.microsoft.com/office/drawing/2014/main" id="{F3DA3879-A853-4566-8B3B-0545001CF195}"/>
              </a:ext>
            </a:extLst>
          </p:cNvPr>
          <p:cNvSpPr txBox="1"/>
          <p:nvPr/>
        </p:nvSpPr>
        <p:spPr>
          <a:xfrm>
            <a:off x="7622365" y="3568831"/>
            <a:ext cx="475106" cy="21544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800" b="0" i="1" u="none" strike="noStrike" kern="1200" cap="none" spc="0" normalizeH="0" baseline="0" noProof="0" err="1">
                <a:ln>
                  <a:noFill/>
                </a:ln>
                <a:solidFill>
                  <a:prstClr val="black"/>
                </a:solidFill>
                <a:effectLst/>
                <a:uLnTx/>
                <a:uFillTx/>
                <a:latin typeface="Calibri Light" panose="020F0302020204030204"/>
                <a:ea typeface="+mn-ea"/>
                <a:cs typeface="+mn-cs"/>
              </a:rPr>
              <a:t>Retek</a:t>
            </a:r>
            <a:endParaRPr kumimoji="0" lang="es-MX" sz="800" b="0" i="1" u="none" strike="noStrike" kern="1200" cap="none" spc="0" normalizeH="0" baseline="0" noProof="0">
              <a:ln>
                <a:noFill/>
              </a:ln>
              <a:solidFill>
                <a:prstClr val="black"/>
              </a:solidFill>
              <a:effectLst/>
              <a:uLnTx/>
              <a:uFillTx/>
              <a:latin typeface="Calibri Light" panose="020F0302020204030204"/>
              <a:ea typeface="+mn-ea"/>
              <a:cs typeface="+mn-cs"/>
            </a:endParaRPr>
          </a:p>
        </p:txBody>
      </p:sp>
      <p:sp>
        <p:nvSpPr>
          <p:cNvPr id="30" name="43 CuadroTexto">
            <a:extLst>
              <a:ext uri="{FF2B5EF4-FFF2-40B4-BE49-F238E27FC236}">
                <a16:creationId xmlns:a16="http://schemas.microsoft.com/office/drawing/2014/main" id="{33CD4D57-6BD3-49ED-A6E4-59CEC83D94CF}"/>
              </a:ext>
            </a:extLst>
          </p:cNvPr>
          <p:cNvSpPr txBox="1"/>
          <p:nvPr/>
        </p:nvSpPr>
        <p:spPr>
          <a:xfrm>
            <a:off x="8388424" y="3545582"/>
            <a:ext cx="754684" cy="21544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800" b="0" i="1" u="none" strike="noStrike" kern="1200" cap="none" spc="0" normalizeH="0" baseline="0" noProof="0">
                <a:ln>
                  <a:noFill/>
                </a:ln>
                <a:solidFill>
                  <a:prstClr val="black"/>
                </a:solidFill>
                <a:effectLst/>
                <a:uLnTx/>
                <a:uFillTx/>
                <a:latin typeface="Calibri Light" panose="020F0302020204030204"/>
                <a:ea typeface="+mn-ea"/>
                <a:cs typeface="+mn-cs"/>
              </a:rPr>
              <a:t>Oracle</a:t>
            </a:r>
          </a:p>
        </p:txBody>
      </p:sp>
      <p:sp>
        <p:nvSpPr>
          <p:cNvPr id="31" name="44 Rectángulo">
            <a:extLst>
              <a:ext uri="{FF2B5EF4-FFF2-40B4-BE49-F238E27FC236}">
                <a16:creationId xmlns:a16="http://schemas.microsoft.com/office/drawing/2014/main" id="{84F92013-D432-4DA4-93F9-1C5CA6AB50BE}"/>
              </a:ext>
            </a:extLst>
          </p:cNvPr>
          <p:cNvSpPr/>
          <p:nvPr/>
        </p:nvSpPr>
        <p:spPr>
          <a:xfrm>
            <a:off x="7422705" y="3852614"/>
            <a:ext cx="244974" cy="97921"/>
          </a:xfrm>
          <a:prstGeom prst="rect">
            <a:avLst/>
          </a:prstGeom>
          <a:noFill/>
          <a:ln w="12700">
            <a:solidFill>
              <a:srgbClr val="99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32" name="45 CuadroTexto">
            <a:extLst>
              <a:ext uri="{FF2B5EF4-FFF2-40B4-BE49-F238E27FC236}">
                <a16:creationId xmlns:a16="http://schemas.microsoft.com/office/drawing/2014/main" id="{3F6BECE3-8EE7-4AC0-B75D-0D183DDB6207}"/>
              </a:ext>
            </a:extLst>
          </p:cNvPr>
          <p:cNvSpPr txBox="1"/>
          <p:nvPr/>
        </p:nvSpPr>
        <p:spPr>
          <a:xfrm>
            <a:off x="7622365" y="3793852"/>
            <a:ext cx="469555" cy="21544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800" b="0" i="1" u="none" strike="noStrike" kern="1200" cap="none" spc="0" normalizeH="0" baseline="0" noProof="0">
                <a:ln>
                  <a:noFill/>
                </a:ln>
                <a:solidFill>
                  <a:prstClr val="black"/>
                </a:solidFill>
                <a:effectLst/>
                <a:uLnTx/>
                <a:uFillTx/>
                <a:latin typeface="Calibri Light" panose="020F0302020204030204"/>
                <a:ea typeface="+mn-ea"/>
                <a:cs typeface="+mn-cs"/>
              </a:rPr>
              <a:t>SIV</a:t>
            </a:r>
          </a:p>
        </p:txBody>
      </p:sp>
      <p:sp>
        <p:nvSpPr>
          <p:cNvPr id="33" name="46 Rectángulo">
            <a:extLst>
              <a:ext uri="{FF2B5EF4-FFF2-40B4-BE49-F238E27FC236}">
                <a16:creationId xmlns:a16="http://schemas.microsoft.com/office/drawing/2014/main" id="{E636CE0B-B0B7-4FA9-B9C5-015CDC1232A9}"/>
              </a:ext>
            </a:extLst>
          </p:cNvPr>
          <p:cNvSpPr/>
          <p:nvPr/>
        </p:nvSpPr>
        <p:spPr>
          <a:xfrm>
            <a:off x="8180361" y="3118872"/>
            <a:ext cx="246303" cy="97921"/>
          </a:xfrm>
          <a:prstGeom prst="rect">
            <a:avLst/>
          </a:prstGeom>
          <a:noFill/>
          <a:ln w="12700">
            <a:solidFill>
              <a:srgbClr val="99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34" name="47 Rectángulo">
            <a:extLst>
              <a:ext uri="{FF2B5EF4-FFF2-40B4-BE49-F238E27FC236}">
                <a16:creationId xmlns:a16="http://schemas.microsoft.com/office/drawing/2014/main" id="{C50780F3-5BF2-4916-BC92-274D33B041BE}"/>
              </a:ext>
            </a:extLst>
          </p:cNvPr>
          <p:cNvSpPr/>
          <p:nvPr/>
        </p:nvSpPr>
        <p:spPr>
          <a:xfrm>
            <a:off x="8181025" y="3359639"/>
            <a:ext cx="244974" cy="97921"/>
          </a:xfrm>
          <a:prstGeom prst="rect">
            <a:avLst/>
          </a:prstGeom>
          <a:noFill/>
          <a:ln w="12700">
            <a:solidFill>
              <a:srgbClr val="99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35" name="48 Rectángulo">
            <a:extLst>
              <a:ext uri="{FF2B5EF4-FFF2-40B4-BE49-F238E27FC236}">
                <a16:creationId xmlns:a16="http://schemas.microsoft.com/office/drawing/2014/main" id="{41BFF3D0-1F36-4DC0-96BB-7E1CF827C149}"/>
              </a:ext>
            </a:extLst>
          </p:cNvPr>
          <p:cNvSpPr/>
          <p:nvPr/>
        </p:nvSpPr>
        <p:spPr>
          <a:xfrm>
            <a:off x="8181025" y="3600406"/>
            <a:ext cx="244974" cy="97921"/>
          </a:xfrm>
          <a:prstGeom prst="rect">
            <a:avLst/>
          </a:prstGeom>
          <a:noFill/>
          <a:ln w="12700">
            <a:solidFill>
              <a:srgbClr val="99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grpSp>
        <p:nvGrpSpPr>
          <p:cNvPr id="36" name="Grupo 13">
            <a:extLst>
              <a:ext uri="{FF2B5EF4-FFF2-40B4-BE49-F238E27FC236}">
                <a16:creationId xmlns:a16="http://schemas.microsoft.com/office/drawing/2014/main" id="{94B79221-31F7-4AE2-8BA6-959527BBBD36}"/>
              </a:ext>
            </a:extLst>
          </p:cNvPr>
          <p:cNvGrpSpPr/>
          <p:nvPr/>
        </p:nvGrpSpPr>
        <p:grpSpPr>
          <a:xfrm>
            <a:off x="7332180" y="2769544"/>
            <a:ext cx="1728192" cy="1547090"/>
            <a:chOff x="7319480" y="2769544"/>
            <a:chExt cx="1728192" cy="2268000"/>
          </a:xfrm>
        </p:grpSpPr>
        <p:sp>
          <p:nvSpPr>
            <p:cNvPr id="37" name="25 CuadroTexto">
              <a:extLst>
                <a:ext uri="{FF2B5EF4-FFF2-40B4-BE49-F238E27FC236}">
                  <a16:creationId xmlns:a16="http://schemas.microsoft.com/office/drawing/2014/main" id="{0479827A-5583-40D4-9948-595AC75C7571}"/>
                </a:ext>
              </a:extLst>
            </p:cNvPr>
            <p:cNvSpPr txBox="1"/>
            <p:nvPr/>
          </p:nvSpPr>
          <p:spPr>
            <a:xfrm>
              <a:off x="7322014" y="2769544"/>
              <a:ext cx="1723124" cy="276999"/>
            </a:xfrm>
            <a:prstGeom prst="rect">
              <a:avLst/>
            </a:prstGeom>
            <a:noFill/>
            <a:ln>
              <a:solidFill>
                <a:srgbClr val="990021"/>
              </a:solidFill>
            </a:ln>
          </p:spPr>
          <p:txBody>
            <a:bodyPr wrap="square" rtlCol="0">
              <a:spAutoFit/>
            </a:bodyPr>
            <a:lstStyle>
              <a:defPPr>
                <a:defRPr lang="en-US"/>
              </a:defPPr>
              <a:lvl1pPr algn="ctr">
                <a:defRPr sz="1200" b="1">
                  <a:latin typeface="+mj-lt"/>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200" b="1" i="0" u="none" strike="noStrike" kern="1200" cap="none" spc="0" normalizeH="0" baseline="0" noProof="0">
                  <a:ln>
                    <a:noFill/>
                  </a:ln>
                  <a:solidFill>
                    <a:prstClr val="black"/>
                  </a:solidFill>
                  <a:effectLst/>
                  <a:uLnTx/>
                  <a:uFillTx/>
                  <a:latin typeface="Calibri Light" panose="020F0302020204030204"/>
                  <a:ea typeface="+mn-ea"/>
                  <a:cs typeface="+mn-cs"/>
                </a:rPr>
                <a:t>Sistemas / Software: </a:t>
              </a:r>
            </a:p>
          </p:txBody>
        </p:sp>
        <p:sp>
          <p:nvSpPr>
            <p:cNvPr id="38" name="49 Rectángulo">
              <a:extLst>
                <a:ext uri="{FF2B5EF4-FFF2-40B4-BE49-F238E27FC236}">
                  <a16:creationId xmlns:a16="http://schemas.microsoft.com/office/drawing/2014/main" id="{9705D9BB-13E2-4013-B814-F0A7B2F8F4C4}"/>
                </a:ext>
              </a:extLst>
            </p:cNvPr>
            <p:cNvSpPr/>
            <p:nvPr/>
          </p:nvSpPr>
          <p:spPr>
            <a:xfrm>
              <a:off x="7319480" y="2769544"/>
              <a:ext cx="1728192" cy="2268000"/>
            </a:xfrm>
            <a:prstGeom prst="rect">
              <a:avLst/>
            </a:prstGeom>
            <a:noFill/>
            <a:ln w="9525">
              <a:solidFill>
                <a:srgbClr val="99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39" name="53 CuadroTexto">
            <a:extLst>
              <a:ext uri="{FF2B5EF4-FFF2-40B4-BE49-F238E27FC236}">
                <a16:creationId xmlns:a16="http://schemas.microsoft.com/office/drawing/2014/main" id="{96AFC125-8E68-4CC9-8BBE-24E3AFB43C9D}"/>
              </a:ext>
            </a:extLst>
          </p:cNvPr>
          <p:cNvSpPr txBox="1"/>
          <p:nvPr/>
        </p:nvSpPr>
        <p:spPr>
          <a:xfrm>
            <a:off x="8388424" y="3784461"/>
            <a:ext cx="754684" cy="21544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800" b="0" i="1" u="none" strike="noStrike" kern="1200" cap="none" spc="0" normalizeH="0" baseline="0" noProof="0" err="1">
                <a:ln>
                  <a:noFill/>
                </a:ln>
                <a:solidFill>
                  <a:prstClr val="black"/>
                </a:solidFill>
                <a:effectLst/>
                <a:uLnTx/>
                <a:uFillTx/>
                <a:latin typeface="Calibri Light" panose="020F0302020204030204"/>
                <a:ea typeface="+mn-ea"/>
                <a:cs typeface="+mn-cs"/>
              </a:rPr>
              <a:t>Autocad</a:t>
            </a:r>
            <a:endParaRPr kumimoji="0" lang="es-MX" sz="800" b="0" i="1" u="none" strike="noStrike" kern="1200" cap="none" spc="0" normalizeH="0" baseline="0" noProof="0">
              <a:ln>
                <a:noFill/>
              </a:ln>
              <a:solidFill>
                <a:prstClr val="black"/>
              </a:solidFill>
              <a:effectLst/>
              <a:uLnTx/>
              <a:uFillTx/>
              <a:latin typeface="Calibri Light" panose="020F0302020204030204"/>
              <a:ea typeface="+mn-ea"/>
              <a:cs typeface="+mn-cs"/>
            </a:endParaRPr>
          </a:p>
        </p:txBody>
      </p:sp>
      <p:sp>
        <p:nvSpPr>
          <p:cNvPr id="40" name="54 Rectángulo">
            <a:extLst>
              <a:ext uri="{FF2B5EF4-FFF2-40B4-BE49-F238E27FC236}">
                <a16:creationId xmlns:a16="http://schemas.microsoft.com/office/drawing/2014/main" id="{DBDEE9EE-44FA-45AF-BD88-424CB08F719F}"/>
              </a:ext>
            </a:extLst>
          </p:cNvPr>
          <p:cNvSpPr/>
          <p:nvPr/>
        </p:nvSpPr>
        <p:spPr>
          <a:xfrm>
            <a:off x="8181025" y="3841173"/>
            <a:ext cx="244974" cy="97921"/>
          </a:xfrm>
          <a:prstGeom prst="rect">
            <a:avLst/>
          </a:prstGeom>
          <a:noFill/>
          <a:ln w="12700">
            <a:solidFill>
              <a:srgbClr val="99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41" name="58 Rectángulo">
            <a:extLst>
              <a:ext uri="{FF2B5EF4-FFF2-40B4-BE49-F238E27FC236}">
                <a16:creationId xmlns:a16="http://schemas.microsoft.com/office/drawing/2014/main" id="{BB9F12A6-6992-4DEB-9E75-053FCAC74F0F}"/>
              </a:ext>
            </a:extLst>
          </p:cNvPr>
          <p:cNvSpPr/>
          <p:nvPr/>
        </p:nvSpPr>
        <p:spPr>
          <a:xfrm>
            <a:off x="7422705" y="4082520"/>
            <a:ext cx="244974" cy="97921"/>
          </a:xfrm>
          <a:prstGeom prst="rect">
            <a:avLst/>
          </a:prstGeom>
          <a:noFill/>
          <a:ln w="12700">
            <a:solidFill>
              <a:srgbClr val="99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cxnSp>
        <p:nvCxnSpPr>
          <p:cNvPr id="45" name="Conector recto 20">
            <a:extLst>
              <a:ext uri="{FF2B5EF4-FFF2-40B4-BE49-F238E27FC236}">
                <a16:creationId xmlns:a16="http://schemas.microsoft.com/office/drawing/2014/main" id="{707B27F0-D22A-4154-BA5C-1DF6B7EDB113}"/>
              </a:ext>
            </a:extLst>
          </p:cNvPr>
          <p:cNvCxnSpPr/>
          <p:nvPr/>
        </p:nvCxnSpPr>
        <p:spPr>
          <a:xfrm flipV="1">
            <a:off x="7705019" y="4210996"/>
            <a:ext cx="441701" cy="1"/>
          </a:xfrm>
          <a:prstGeom prst="line">
            <a:avLst/>
          </a:prstGeom>
          <a:ln>
            <a:solidFill>
              <a:srgbClr val="990021"/>
            </a:solidFill>
          </a:ln>
        </p:spPr>
        <p:style>
          <a:lnRef idx="1">
            <a:schemeClr val="dk1"/>
          </a:lnRef>
          <a:fillRef idx="0">
            <a:schemeClr val="dk1"/>
          </a:fillRef>
          <a:effectRef idx="0">
            <a:schemeClr val="dk1"/>
          </a:effectRef>
          <a:fontRef idx="minor">
            <a:schemeClr val="tx1"/>
          </a:fontRef>
        </p:style>
      </p:cxnSp>
      <p:sp>
        <p:nvSpPr>
          <p:cNvPr id="49" name="58 Rectángulo">
            <a:extLst>
              <a:ext uri="{FF2B5EF4-FFF2-40B4-BE49-F238E27FC236}">
                <a16:creationId xmlns:a16="http://schemas.microsoft.com/office/drawing/2014/main" id="{7620F28F-CD5A-44F7-B2B8-537871C7C16C}"/>
              </a:ext>
            </a:extLst>
          </p:cNvPr>
          <p:cNvSpPr/>
          <p:nvPr/>
        </p:nvSpPr>
        <p:spPr>
          <a:xfrm>
            <a:off x="8181025" y="4081940"/>
            <a:ext cx="244974" cy="97921"/>
          </a:xfrm>
          <a:prstGeom prst="rect">
            <a:avLst/>
          </a:prstGeom>
          <a:noFill/>
          <a:ln w="12700">
            <a:solidFill>
              <a:srgbClr val="99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cxnSp>
        <p:nvCxnSpPr>
          <p:cNvPr id="53" name="Conector recto 88">
            <a:extLst>
              <a:ext uri="{FF2B5EF4-FFF2-40B4-BE49-F238E27FC236}">
                <a16:creationId xmlns:a16="http://schemas.microsoft.com/office/drawing/2014/main" id="{13D989D9-FC28-4C61-9D1E-DD4EB41F249C}"/>
              </a:ext>
            </a:extLst>
          </p:cNvPr>
          <p:cNvCxnSpPr/>
          <p:nvPr/>
        </p:nvCxnSpPr>
        <p:spPr>
          <a:xfrm flipV="1">
            <a:off x="8462182" y="4210996"/>
            <a:ext cx="441701" cy="1"/>
          </a:xfrm>
          <a:prstGeom prst="line">
            <a:avLst/>
          </a:prstGeom>
          <a:ln>
            <a:solidFill>
              <a:srgbClr val="990021"/>
            </a:solidFill>
          </a:ln>
        </p:spPr>
        <p:style>
          <a:lnRef idx="1">
            <a:schemeClr val="dk1"/>
          </a:lnRef>
          <a:fillRef idx="0">
            <a:schemeClr val="dk1"/>
          </a:fillRef>
          <a:effectRef idx="0">
            <a:schemeClr val="dk1"/>
          </a:effectRef>
          <a:fontRef idx="minor">
            <a:schemeClr val="tx1"/>
          </a:fontRef>
        </p:style>
      </p:cxnSp>
      <p:sp useBgFill="1">
        <p:nvSpPr>
          <p:cNvPr id="57" name="3 Rectángulo">
            <a:extLst>
              <a:ext uri="{FF2B5EF4-FFF2-40B4-BE49-F238E27FC236}">
                <a16:creationId xmlns:a16="http://schemas.microsoft.com/office/drawing/2014/main" id="{A3DF56A7-2EC2-4175-9C9A-DFA0BCB13B7C}"/>
              </a:ext>
            </a:extLst>
          </p:cNvPr>
          <p:cNvSpPr/>
          <p:nvPr/>
        </p:nvSpPr>
        <p:spPr>
          <a:xfrm>
            <a:off x="7459294" y="1536672"/>
            <a:ext cx="281058" cy="140962"/>
          </a:xfrm>
          <a:prstGeom prst="rect">
            <a:avLst/>
          </a:prstGeom>
          <a:ln w="12700">
            <a:solidFill>
              <a:srgbClr val="99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useBgFill="1">
        <p:nvSpPr>
          <p:cNvPr id="58" name="3 Rectángulo">
            <a:extLst>
              <a:ext uri="{FF2B5EF4-FFF2-40B4-BE49-F238E27FC236}">
                <a16:creationId xmlns:a16="http://schemas.microsoft.com/office/drawing/2014/main" id="{DC9336CD-394F-4FD1-AF85-4F5675C3F08C}"/>
              </a:ext>
            </a:extLst>
          </p:cNvPr>
          <p:cNvSpPr/>
          <p:nvPr/>
        </p:nvSpPr>
        <p:spPr>
          <a:xfrm>
            <a:off x="7459294" y="1773041"/>
            <a:ext cx="281058" cy="140962"/>
          </a:xfrm>
          <a:prstGeom prst="rect">
            <a:avLst/>
          </a:prstGeom>
          <a:ln w="12700">
            <a:solidFill>
              <a:srgbClr val="99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59" name="3 Rectángulo">
            <a:extLst>
              <a:ext uri="{FF2B5EF4-FFF2-40B4-BE49-F238E27FC236}">
                <a16:creationId xmlns:a16="http://schemas.microsoft.com/office/drawing/2014/main" id="{5EFE596B-914B-430D-AD05-7E349675DE42}"/>
              </a:ext>
            </a:extLst>
          </p:cNvPr>
          <p:cNvSpPr/>
          <p:nvPr/>
        </p:nvSpPr>
        <p:spPr>
          <a:xfrm>
            <a:off x="7459294" y="2009410"/>
            <a:ext cx="281058" cy="140962"/>
          </a:xfrm>
          <a:prstGeom prst="rect">
            <a:avLst/>
          </a:prstGeom>
          <a:noFill/>
          <a:ln w="12700">
            <a:solidFill>
              <a:srgbClr val="99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60" name="3 Rectángulo">
            <a:extLst>
              <a:ext uri="{FF2B5EF4-FFF2-40B4-BE49-F238E27FC236}">
                <a16:creationId xmlns:a16="http://schemas.microsoft.com/office/drawing/2014/main" id="{513E3870-AEEC-44AB-93C1-C9D4D8F7CD3A}"/>
              </a:ext>
            </a:extLst>
          </p:cNvPr>
          <p:cNvSpPr/>
          <p:nvPr/>
        </p:nvSpPr>
        <p:spPr>
          <a:xfrm>
            <a:off x="7459294" y="2245779"/>
            <a:ext cx="281058" cy="140962"/>
          </a:xfrm>
          <a:prstGeom prst="rect">
            <a:avLst/>
          </a:prstGeom>
          <a:noFill/>
          <a:ln w="12700">
            <a:solidFill>
              <a:srgbClr val="99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61" name="3 Rectángulo">
            <a:extLst>
              <a:ext uri="{FF2B5EF4-FFF2-40B4-BE49-F238E27FC236}">
                <a16:creationId xmlns:a16="http://schemas.microsoft.com/office/drawing/2014/main" id="{FBE03FC3-2A7C-43A4-AAA2-D35C85AE35BF}"/>
              </a:ext>
            </a:extLst>
          </p:cNvPr>
          <p:cNvSpPr/>
          <p:nvPr/>
        </p:nvSpPr>
        <p:spPr>
          <a:xfrm>
            <a:off x="7459294" y="2482149"/>
            <a:ext cx="281058" cy="140962"/>
          </a:xfrm>
          <a:prstGeom prst="rect">
            <a:avLst/>
          </a:prstGeom>
          <a:noFill/>
          <a:ln w="12700">
            <a:solidFill>
              <a:srgbClr val="99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cxnSp>
        <p:nvCxnSpPr>
          <p:cNvPr id="62" name="Conector recto 97">
            <a:extLst>
              <a:ext uri="{FF2B5EF4-FFF2-40B4-BE49-F238E27FC236}">
                <a16:creationId xmlns:a16="http://schemas.microsoft.com/office/drawing/2014/main" id="{6FE4E04B-0AB2-470C-B33F-5A12739668DD}"/>
              </a:ext>
            </a:extLst>
          </p:cNvPr>
          <p:cNvCxnSpPr/>
          <p:nvPr/>
        </p:nvCxnSpPr>
        <p:spPr>
          <a:xfrm flipV="1">
            <a:off x="7806891" y="2431240"/>
            <a:ext cx="1152000" cy="1"/>
          </a:xfrm>
          <a:prstGeom prst="line">
            <a:avLst/>
          </a:prstGeom>
          <a:ln>
            <a:solidFill>
              <a:srgbClr val="990021"/>
            </a:solidFill>
          </a:ln>
        </p:spPr>
        <p:style>
          <a:lnRef idx="1">
            <a:schemeClr val="dk1"/>
          </a:lnRef>
          <a:fillRef idx="0">
            <a:schemeClr val="dk1"/>
          </a:fillRef>
          <a:effectRef idx="0">
            <a:schemeClr val="dk1"/>
          </a:effectRef>
          <a:fontRef idx="minor">
            <a:schemeClr val="tx1"/>
          </a:fontRef>
        </p:style>
      </p:cxnSp>
      <p:cxnSp>
        <p:nvCxnSpPr>
          <p:cNvPr id="63" name="Conector recto 98">
            <a:extLst>
              <a:ext uri="{FF2B5EF4-FFF2-40B4-BE49-F238E27FC236}">
                <a16:creationId xmlns:a16="http://schemas.microsoft.com/office/drawing/2014/main" id="{9F138228-3949-4800-A3CA-2EE3CBCD4186}"/>
              </a:ext>
            </a:extLst>
          </p:cNvPr>
          <p:cNvCxnSpPr/>
          <p:nvPr/>
        </p:nvCxnSpPr>
        <p:spPr>
          <a:xfrm flipV="1">
            <a:off x="7806891" y="2650334"/>
            <a:ext cx="1152000" cy="1"/>
          </a:xfrm>
          <a:prstGeom prst="line">
            <a:avLst/>
          </a:prstGeom>
          <a:ln>
            <a:solidFill>
              <a:srgbClr val="990021"/>
            </a:solidFill>
          </a:ln>
        </p:spPr>
        <p:style>
          <a:lnRef idx="1">
            <a:schemeClr val="dk1"/>
          </a:lnRef>
          <a:fillRef idx="0">
            <a:schemeClr val="dk1"/>
          </a:fillRef>
          <a:effectRef idx="0">
            <a:schemeClr val="dk1"/>
          </a:effectRef>
          <a:fontRef idx="minor">
            <a:schemeClr val="tx1"/>
          </a:fontRef>
        </p:style>
      </p:cxnSp>
      <p:graphicFrame>
        <p:nvGraphicFramePr>
          <p:cNvPr id="2" name="Tabla 1">
            <a:extLst>
              <a:ext uri="{FF2B5EF4-FFF2-40B4-BE49-F238E27FC236}">
                <a16:creationId xmlns:a16="http://schemas.microsoft.com/office/drawing/2014/main" id="{01139211-FB42-484F-9DE3-5F86AFC39BF6}"/>
              </a:ext>
            </a:extLst>
          </p:cNvPr>
          <p:cNvGraphicFramePr>
            <a:graphicFrameLocks noGrp="1"/>
          </p:cNvGraphicFramePr>
          <p:nvPr/>
        </p:nvGraphicFramePr>
        <p:xfrm>
          <a:off x="7332179" y="4418248"/>
          <a:ext cx="1732517" cy="790909"/>
        </p:xfrm>
        <a:graphic>
          <a:graphicData uri="http://schemas.openxmlformats.org/drawingml/2006/table">
            <a:tbl>
              <a:tblPr>
                <a:tableStyleId>{5C22544A-7EE6-4342-B048-85BDC9FD1C3A}</a:tableStyleId>
              </a:tblPr>
              <a:tblGrid>
                <a:gridCol w="1732517">
                  <a:extLst>
                    <a:ext uri="{9D8B030D-6E8A-4147-A177-3AD203B41FA5}">
                      <a16:colId xmlns:a16="http://schemas.microsoft.com/office/drawing/2014/main" val="1709370710"/>
                    </a:ext>
                  </a:extLst>
                </a:gridCol>
              </a:tblGrid>
              <a:tr h="790909">
                <a:tc>
                  <a:txBody>
                    <a:bodyPr/>
                    <a:lstStyle/>
                    <a:p>
                      <a:pPr algn="ctr" fontAlgn="ctr"/>
                      <a:r>
                        <a:rPr lang="es-MX" sz="1100" b="1" u="none" strike="noStrike">
                          <a:effectLst/>
                        </a:rPr>
                        <a:t>NOTA IMPORTANTE</a:t>
                      </a:r>
                      <a:r>
                        <a:rPr lang="es-MX" sz="1100" u="none" strike="noStrike">
                          <a:effectLst/>
                        </a:rPr>
                        <a:t>: Toda herramienta o software que impacte en gasto, estará sujeta a autorización.</a:t>
                      </a:r>
                      <a:endParaRPr lang="es-MX" sz="1100" b="1" i="0" u="none" strike="noStrike">
                        <a:solidFill>
                          <a:srgbClr val="000000"/>
                        </a:solidFill>
                        <a:effectLst/>
                        <a:latin typeface="Calibri" panose="020F0502020204030204" pitchFamily="34" charset="0"/>
                      </a:endParaRPr>
                    </a:p>
                  </a:txBody>
                  <a:tcPr marL="0" marR="0" marT="0" marB="0" anchor="ctr">
                    <a:solidFill>
                      <a:schemeClr val="bg1">
                        <a:lumMod val="95000"/>
                      </a:schemeClr>
                    </a:solidFill>
                  </a:tcPr>
                </a:tc>
                <a:extLst>
                  <a:ext uri="{0D108BD9-81ED-4DB2-BD59-A6C34878D82A}">
                    <a16:rowId xmlns:a16="http://schemas.microsoft.com/office/drawing/2014/main" val="871805098"/>
                  </a:ext>
                </a:extLst>
              </a:tr>
            </a:tbl>
          </a:graphicData>
        </a:graphic>
      </p:graphicFrame>
      <p:sp>
        <p:nvSpPr>
          <p:cNvPr id="42" name="CuadroTexto 41">
            <a:extLst>
              <a:ext uri="{FF2B5EF4-FFF2-40B4-BE49-F238E27FC236}">
                <a16:creationId xmlns:a16="http://schemas.microsoft.com/office/drawing/2014/main" id="{C7BE7386-847F-D3C3-1C25-08508DD8A0A1}"/>
              </a:ext>
            </a:extLst>
          </p:cNvPr>
          <p:cNvSpPr txBox="1"/>
          <p:nvPr/>
        </p:nvSpPr>
        <p:spPr>
          <a:xfrm>
            <a:off x="7369146" y="1230169"/>
            <a:ext cx="506437"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200" b="0" i="0" u="none" strike="noStrike" kern="1200" cap="none" spc="0" normalizeH="0" baseline="0" noProof="0">
                <a:ln>
                  <a:noFill/>
                </a:ln>
                <a:solidFill>
                  <a:prstClr val="black"/>
                </a:solidFill>
                <a:effectLst/>
                <a:uLnTx/>
                <a:uFillTx/>
                <a:latin typeface="Calibri" panose="020F0502020204030204"/>
                <a:ea typeface="+mn-ea"/>
                <a:cs typeface="+mn-cs"/>
              </a:rPr>
              <a:t>X</a:t>
            </a:r>
          </a:p>
        </p:txBody>
      </p:sp>
      <p:sp>
        <p:nvSpPr>
          <p:cNvPr id="43" name="CuadroTexto 42">
            <a:extLst>
              <a:ext uri="{FF2B5EF4-FFF2-40B4-BE49-F238E27FC236}">
                <a16:creationId xmlns:a16="http://schemas.microsoft.com/office/drawing/2014/main" id="{859BE0A2-50E4-043A-41EF-77662E59E493}"/>
              </a:ext>
            </a:extLst>
          </p:cNvPr>
          <p:cNvSpPr txBox="1"/>
          <p:nvPr/>
        </p:nvSpPr>
        <p:spPr>
          <a:xfrm>
            <a:off x="7308652" y="3014200"/>
            <a:ext cx="506437"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200" b="0" i="0" u="none" strike="noStrike" kern="1200" cap="none" spc="0" normalizeH="0" baseline="0" noProof="0">
                <a:ln>
                  <a:noFill/>
                </a:ln>
                <a:solidFill>
                  <a:prstClr val="black"/>
                </a:solidFill>
                <a:effectLst/>
                <a:uLnTx/>
                <a:uFillTx/>
                <a:latin typeface="Calibri" panose="020F0502020204030204"/>
                <a:ea typeface="+mn-ea"/>
                <a:cs typeface="+mn-cs"/>
              </a:rPr>
              <a:t>X</a:t>
            </a:r>
          </a:p>
        </p:txBody>
      </p:sp>
      <p:sp>
        <p:nvSpPr>
          <p:cNvPr id="44" name="CuadroTexto 43">
            <a:extLst>
              <a:ext uri="{FF2B5EF4-FFF2-40B4-BE49-F238E27FC236}">
                <a16:creationId xmlns:a16="http://schemas.microsoft.com/office/drawing/2014/main" id="{BD216D41-0019-93B7-B5E4-DFAEA3E4E84D}"/>
              </a:ext>
            </a:extLst>
          </p:cNvPr>
          <p:cNvSpPr txBox="1"/>
          <p:nvPr/>
        </p:nvSpPr>
        <p:spPr>
          <a:xfrm>
            <a:off x="8051379" y="3038442"/>
            <a:ext cx="506437"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MX" sz="1200" b="0" i="0" u="none" strike="noStrike" kern="1200" cap="none" spc="0" normalizeH="0" baseline="0" noProof="0">
                <a:ln>
                  <a:noFill/>
                </a:ln>
                <a:solidFill>
                  <a:prstClr val="black"/>
                </a:solidFill>
                <a:effectLst/>
                <a:uLnTx/>
                <a:uFillTx/>
                <a:latin typeface="Calibri" panose="020F0502020204030204"/>
                <a:ea typeface="+mn-ea"/>
                <a:cs typeface="+mn-cs"/>
              </a:rPr>
              <a:t>X</a:t>
            </a:r>
          </a:p>
        </p:txBody>
      </p:sp>
      <p:sp>
        <p:nvSpPr>
          <p:cNvPr id="54" name="CuadroTexto 53">
            <a:extLst>
              <a:ext uri="{FF2B5EF4-FFF2-40B4-BE49-F238E27FC236}">
                <a16:creationId xmlns:a16="http://schemas.microsoft.com/office/drawing/2014/main" id="{F50D576C-E788-BDA9-63E3-260B788A03DB}"/>
              </a:ext>
            </a:extLst>
          </p:cNvPr>
          <p:cNvSpPr txBox="1"/>
          <p:nvPr/>
        </p:nvSpPr>
        <p:spPr>
          <a:xfrm>
            <a:off x="7459294" y="151075"/>
            <a:ext cx="1499597" cy="646331"/>
          </a:xfrm>
          <a:prstGeom prst="rect">
            <a:avLst/>
          </a:prstGeom>
          <a:noFill/>
        </p:spPr>
        <p:txBody>
          <a:bodyPr wrap="square" rtlCol="0">
            <a:spAutoFit/>
          </a:bodyPr>
          <a:lstStyle/>
          <a:p>
            <a:pPr algn="ctr"/>
            <a:r>
              <a:rPr lang="es-ES" b="1" dirty="0"/>
              <a:t>Colocar logo de </a:t>
            </a:r>
            <a:r>
              <a:rPr lang="es-ES" b="1" dirty="0" err="1"/>
              <a:t>ProxyLogis</a:t>
            </a:r>
            <a:endParaRPr lang="es-419" b="1" dirty="0"/>
          </a:p>
        </p:txBody>
      </p:sp>
    </p:spTree>
    <p:extLst>
      <p:ext uri="{BB962C8B-B14F-4D97-AF65-F5344CB8AC3E}">
        <p14:creationId xmlns:p14="http://schemas.microsoft.com/office/powerpoint/2010/main" val="6791055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34482B10-B1A2-5628-FA7B-1839E80B5DFC}"/>
              </a:ext>
            </a:extLst>
          </p:cNvPr>
          <p:cNvSpPr/>
          <p:nvPr/>
        </p:nvSpPr>
        <p:spPr>
          <a:xfrm>
            <a:off x="4031311" y="6647290"/>
            <a:ext cx="1081378" cy="17261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 name="Content Placeholder 4">
            <a:extLst>
              <a:ext uri="{FF2B5EF4-FFF2-40B4-BE49-F238E27FC236}">
                <a16:creationId xmlns:a16="http://schemas.microsoft.com/office/drawing/2014/main" id="{64FB9968-904F-456C-99C4-7BE14D39E913}"/>
              </a:ext>
            </a:extLst>
          </p:cNvPr>
          <p:cNvSpPr txBox="1">
            <a:spLocks/>
          </p:cNvSpPr>
          <p:nvPr/>
        </p:nvSpPr>
        <p:spPr bwMode="auto">
          <a:xfrm>
            <a:off x="139564" y="3705118"/>
            <a:ext cx="4388817" cy="2667974"/>
          </a:xfrm>
          <a:prstGeom prst="rect">
            <a:avLst/>
          </a:prstGeom>
          <a:noFill/>
          <a:ln w="6350">
            <a:solidFill>
              <a:srgbClr val="990021"/>
            </a:solidFill>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just" rtl="0" eaLnBrk="1" fontAlgn="base" hangingPunct="1">
              <a:spcBef>
                <a:spcPct val="20000"/>
              </a:spcBef>
              <a:spcAft>
                <a:spcPct val="0"/>
              </a:spcAft>
              <a:buClr>
                <a:srgbClr val="840E27"/>
              </a:buClr>
              <a:buFont typeface="Arial" charset="0"/>
              <a:buChar char="•"/>
              <a:defRPr kern="1200">
                <a:solidFill>
                  <a:schemeClr val="tx1"/>
                </a:solidFill>
                <a:latin typeface="Arial"/>
                <a:ea typeface="ＭＳ Ｐゴシック" charset="0"/>
                <a:cs typeface="Arial"/>
              </a:defRPr>
            </a:lvl1pPr>
            <a:lvl2pPr marL="742950" indent="-285750" algn="just" rtl="0" eaLnBrk="1" fontAlgn="base" hangingPunct="1">
              <a:spcBef>
                <a:spcPct val="20000"/>
              </a:spcBef>
              <a:spcAft>
                <a:spcPct val="0"/>
              </a:spcAft>
              <a:buClr>
                <a:srgbClr val="840E27"/>
              </a:buClr>
              <a:buFont typeface="Arial" charset="0"/>
              <a:buChar char="–"/>
              <a:defRPr kern="1200">
                <a:solidFill>
                  <a:schemeClr val="tx1"/>
                </a:solidFill>
                <a:latin typeface="Arial"/>
                <a:ea typeface="ＭＳ Ｐゴシック" charset="0"/>
                <a:cs typeface="Arial"/>
              </a:defRPr>
            </a:lvl2pPr>
            <a:lvl3pPr marL="1143000" indent="-228600" algn="just" rtl="0" eaLnBrk="1" fontAlgn="base" hangingPunct="1">
              <a:spcBef>
                <a:spcPct val="20000"/>
              </a:spcBef>
              <a:spcAft>
                <a:spcPct val="0"/>
              </a:spcAft>
              <a:buClr>
                <a:srgbClr val="840E27"/>
              </a:buClr>
              <a:buFont typeface="Wingdings" charset="0"/>
              <a:buChar char="§"/>
              <a:defRPr kern="1200">
                <a:solidFill>
                  <a:schemeClr val="tx1"/>
                </a:solidFill>
                <a:latin typeface="Arial"/>
                <a:ea typeface="ＭＳ Ｐゴシック" charset="0"/>
                <a:cs typeface="Arial"/>
              </a:defRPr>
            </a:lvl3pPr>
            <a:lvl4pPr marL="1600200" indent="-228600" algn="just" rtl="0" eaLnBrk="1" fontAlgn="base" hangingPunct="1">
              <a:spcBef>
                <a:spcPct val="20000"/>
              </a:spcBef>
              <a:spcAft>
                <a:spcPct val="0"/>
              </a:spcAft>
              <a:buClr>
                <a:srgbClr val="840E27"/>
              </a:buClr>
              <a:buSzPct val="90000"/>
              <a:buFont typeface="Lucida Grande" charset="0"/>
              <a:buChar char="&gt;"/>
              <a:defRPr kern="1200">
                <a:solidFill>
                  <a:schemeClr val="tx1"/>
                </a:solidFill>
                <a:latin typeface="Arial"/>
                <a:ea typeface="ＭＳ Ｐゴシック" charset="0"/>
                <a:cs typeface="Arial"/>
              </a:defRPr>
            </a:lvl4pPr>
            <a:lvl5pPr marL="2057400" indent="-228600" algn="just" rtl="0" eaLnBrk="1" fontAlgn="base" hangingPunct="1">
              <a:spcBef>
                <a:spcPct val="20000"/>
              </a:spcBef>
              <a:spcAft>
                <a:spcPct val="0"/>
              </a:spcAft>
              <a:buClr>
                <a:srgbClr val="840E27"/>
              </a:buClr>
              <a:buSzPct val="60000"/>
              <a:buFont typeface="Wingdings" charset="2"/>
              <a:buChar char="u"/>
              <a:defRPr kern="1200">
                <a:solidFill>
                  <a:schemeClr val="tx1"/>
                </a:solidFill>
                <a:latin typeface="Arial"/>
                <a:ea typeface="ＭＳ Ｐゴシック" charset="0"/>
                <a:cs typeface="Arial"/>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just" defTabSz="457200" rtl="0" eaLnBrk="1" fontAlgn="base" latinLnBrk="0" hangingPunct="1">
              <a:lnSpc>
                <a:spcPct val="100000"/>
              </a:lnSpc>
              <a:spcBef>
                <a:spcPct val="20000"/>
              </a:spcBef>
              <a:spcAft>
                <a:spcPct val="0"/>
              </a:spcAft>
              <a:buClr>
                <a:srgbClr val="840E27"/>
              </a:buClr>
              <a:buSzTx/>
              <a:buFont typeface="Arial" charset="0"/>
              <a:buNone/>
              <a:tabLst/>
              <a:defRPr/>
            </a:pPr>
            <a:r>
              <a:rPr kumimoji="0" lang="es-MX" sz="1200" b="1" i="0" u="sng" strike="noStrike" kern="1200" cap="none" spc="0" normalizeH="0" baseline="0" noProof="0" dirty="0">
                <a:ln>
                  <a:noFill/>
                </a:ln>
                <a:solidFill>
                  <a:prstClr val="black"/>
                </a:solidFill>
                <a:effectLst/>
                <a:uLnTx/>
                <a:uFillTx/>
                <a:latin typeface="Calibri Light" panose="020F0302020204030204"/>
                <a:ea typeface="ＭＳ Ｐゴシック" charset="0"/>
                <a:cs typeface="Arial"/>
              </a:rPr>
              <a:t>Dimensionamiento</a:t>
            </a:r>
          </a:p>
          <a:p>
            <a:pPr marL="0" marR="0" lvl="0" indent="0" algn="just" defTabSz="457200" rtl="0" eaLnBrk="1" fontAlgn="base" latinLnBrk="0" hangingPunct="1">
              <a:lnSpc>
                <a:spcPct val="100000"/>
              </a:lnSpc>
              <a:spcBef>
                <a:spcPct val="20000"/>
              </a:spcBef>
              <a:spcAft>
                <a:spcPct val="0"/>
              </a:spcAft>
              <a:buClr>
                <a:srgbClr val="840E27"/>
              </a:buClr>
              <a:buSzTx/>
              <a:buFont typeface="Arial" charset="0"/>
              <a:buNone/>
              <a:tabLst/>
              <a:defRPr/>
            </a:pPr>
            <a:endParaRPr kumimoji="0" lang="es-MX" sz="1200" b="1" i="0" u="none" strike="noStrike" kern="1200" cap="none" spc="0" normalizeH="0" baseline="0" noProof="0" dirty="0">
              <a:ln>
                <a:noFill/>
              </a:ln>
              <a:solidFill>
                <a:prstClr val="black"/>
              </a:solidFill>
              <a:effectLst/>
              <a:uLnTx/>
              <a:uFillTx/>
              <a:latin typeface="Calibri Light" panose="020F0302020204030204"/>
              <a:ea typeface="ＭＳ Ｐゴシック" charset="0"/>
              <a:cs typeface="Arial"/>
            </a:endParaRPr>
          </a:p>
          <a:p>
            <a:pPr marL="144000" marR="0" lvl="0" indent="180000" algn="just" defTabSz="457200" rtl="0" eaLnBrk="1" fontAlgn="base" latinLnBrk="0" hangingPunct="1">
              <a:lnSpc>
                <a:spcPct val="100000"/>
              </a:lnSpc>
              <a:spcBef>
                <a:spcPts val="0"/>
              </a:spcBef>
              <a:spcAft>
                <a:spcPct val="0"/>
              </a:spcAft>
              <a:buClr>
                <a:srgbClr val="840E27"/>
              </a:buClr>
              <a:buSzPct val="93000"/>
              <a:buFont typeface="Arial" charset="0"/>
              <a:buChar char="•"/>
              <a:tabLst/>
              <a:defRPr/>
            </a:pPr>
            <a:r>
              <a:rPr kumimoji="0" lang="es-MX" sz="1200" b="1" i="0" u="none" strike="noStrike" kern="1200" cap="none" spc="0" normalizeH="0" baseline="0" noProof="0" dirty="0">
                <a:ln>
                  <a:noFill/>
                </a:ln>
                <a:solidFill>
                  <a:prstClr val="black"/>
                </a:solidFill>
                <a:effectLst/>
                <a:uLnTx/>
                <a:uFillTx/>
                <a:latin typeface="Calibri Light" panose="020F0302020204030204"/>
                <a:ea typeface="ＭＳ Ｐゴシック" charset="0"/>
                <a:cs typeface="Arial"/>
              </a:rPr>
              <a:t>Negocios: OXXO México</a:t>
            </a:r>
            <a:endParaRPr kumimoji="0" lang="es-MX" sz="1200" b="0" i="0" u="none" strike="noStrike" kern="1200" cap="none" spc="0" normalizeH="0" baseline="0" noProof="0" dirty="0">
              <a:ln>
                <a:noFill/>
              </a:ln>
              <a:solidFill>
                <a:prstClr val="black"/>
              </a:solidFill>
              <a:effectLst/>
              <a:uLnTx/>
              <a:uFillTx/>
              <a:latin typeface="Calibri Light" panose="020F0302020204030204"/>
              <a:ea typeface="ＭＳ Ｐゴシック" charset="0"/>
              <a:cs typeface="Arial"/>
            </a:endParaRPr>
          </a:p>
          <a:p>
            <a:pPr marL="342900" marR="0" lvl="0" indent="180000" algn="just" defTabSz="457200" rtl="0" eaLnBrk="1" fontAlgn="base" latinLnBrk="0" hangingPunct="1">
              <a:lnSpc>
                <a:spcPct val="100000"/>
              </a:lnSpc>
              <a:spcBef>
                <a:spcPct val="20000"/>
              </a:spcBef>
              <a:spcAft>
                <a:spcPct val="0"/>
              </a:spcAft>
              <a:buClr>
                <a:srgbClr val="840E27"/>
              </a:buClr>
              <a:buSzPct val="93000"/>
              <a:buFont typeface="Arial" charset="0"/>
              <a:buChar char="•"/>
              <a:tabLst/>
              <a:defRPr/>
            </a:pPr>
            <a:endParaRPr kumimoji="0" lang="es-MX" sz="1200" b="1" i="0" u="none" strike="noStrike" kern="1200" cap="none" spc="0" normalizeH="0" baseline="0" noProof="0" dirty="0">
              <a:ln>
                <a:noFill/>
              </a:ln>
              <a:solidFill>
                <a:prstClr val="black"/>
              </a:solidFill>
              <a:effectLst/>
              <a:uLnTx/>
              <a:uFillTx/>
              <a:latin typeface="Calibri Light" panose="020F0302020204030204"/>
              <a:ea typeface="ＭＳ Ｐゴシック" charset="0"/>
              <a:cs typeface="Arial"/>
            </a:endParaRPr>
          </a:p>
          <a:p>
            <a:pPr marL="144000" marR="0" lvl="0" indent="180000" algn="just" defTabSz="457200" rtl="0" eaLnBrk="1" fontAlgn="base" latinLnBrk="0" hangingPunct="1">
              <a:lnSpc>
                <a:spcPct val="100000"/>
              </a:lnSpc>
              <a:spcBef>
                <a:spcPts val="0"/>
              </a:spcBef>
              <a:spcAft>
                <a:spcPct val="0"/>
              </a:spcAft>
              <a:buClr>
                <a:srgbClr val="840E27"/>
              </a:buClr>
              <a:buSzPct val="93000"/>
              <a:buFont typeface="Arial" charset="0"/>
              <a:buChar char="•"/>
              <a:tabLst/>
              <a:defRPr/>
            </a:pPr>
            <a:r>
              <a:rPr kumimoji="0" lang="es-MX" sz="1200" b="1" i="0" u="none" strike="noStrike" kern="1200" cap="none" spc="0" normalizeH="0" baseline="0" noProof="0" dirty="0">
                <a:ln>
                  <a:noFill/>
                </a:ln>
                <a:solidFill>
                  <a:prstClr val="black"/>
                </a:solidFill>
                <a:effectLst/>
                <a:uLnTx/>
                <a:uFillTx/>
                <a:latin typeface="Calibri Light" panose="020F0302020204030204"/>
                <a:ea typeface="ＭＳ Ｐゴシック" charset="0"/>
                <a:cs typeface="Arial"/>
              </a:rPr>
              <a:t>Alcance Geográfico: Nacional</a:t>
            </a:r>
            <a:endParaRPr kumimoji="0" lang="es-MX" sz="1200" b="0" i="0" u="none" strike="noStrike" kern="1200" cap="none" spc="0" normalizeH="0" baseline="0" noProof="0" dirty="0">
              <a:ln>
                <a:noFill/>
              </a:ln>
              <a:solidFill>
                <a:prstClr val="black"/>
              </a:solidFill>
              <a:effectLst/>
              <a:uLnTx/>
              <a:uFillTx/>
              <a:latin typeface="Calibri Light" panose="020F0302020204030204"/>
              <a:ea typeface="ＭＳ Ｐゴシック" charset="0"/>
              <a:cs typeface="Arial"/>
            </a:endParaRPr>
          </a:p>
          <a:p>
            <a:pPr marL="144000" marR="0" lvl="0" indent="180000" algn="just" defTabSz="457200" rtl="0" eaLnBrk="1" fontAlgn="base" latinLnBrk="0" hangingPunct="1">
              <a:lnSpc>
                <a:spcPct val="100000"/>
              </a:lnSpc>
              <a:spcBef>
                <a:spcPts val="0"/>
              </a:spcBef>
              <a:spcAft>
                <a:spcPct val="0"/>
              </a:spcAft>
              <a:buClr>
                <a:srgbClr val="840E27"/>
              </a:buClr>
              <a:buSzPct val="93000"/>
              <a:buFont typeface="Arial" charset="0"/>
              <a:buChar char="•"/>
              <a:tabLst/>
              <a:defRPr/>
            </a:pPr>
            <a:endParaRPr kumimoji="0" lang="es-MX" sz="1200" b="1" i="0" u="none" strike="noStrike" kern="1200" cap="none" spc="0" normalizeH="0" baseline="0" noProof="0" dirty="0">
              <a:ln>
                <a:noFill/>
              </a:ln>
              <a:solidFill>
                <a:prstClr val="black"/>
              </a:solidFill>
              <a:effectLst/>
              <a:uLnTx/>
              <a:uFillTx/>
              <a:latin typeface="Calibri Light" panose="020F0302020204030204"/>
              <a:ea typeface="ＭＳ Ｐゴシック" charset="0"/>
              <a:cs typeface="Arial"/>
            </a:endParaRPr>
          </a:p>
          <a:p>
            <a:pPr marL="144000" marR="0" lvl="0" indent="180000" algn="just" defTabSz="457200" rtl="0" eaLnBrk="1" fontAlgn="base" latinLnBrk="0" hangingPunct="1">
              <a:lnSpc>
                <a:spcPct val="100000"/>
              </a:lnSpc>
              <a:spcBef>
                <a:spcPts val="0"/>
              </a:spcBef>
              <a:spcAft>
                <a:spcPct val="0"/>
              </a:spcAft>
              <a:buClr>
                <a:srgbClr val="840E27"/>
              </a:buClr>
              <a:buSzPct val="93000"/>
              <a:buFont typeface="Arial" charset="0"/>
              <a:buChar char="•"/>
              <a:tabLst/>
              <a:defRPr/>
            </a:pPr>
            <a:r>
              <a:rPr kumimoji="0" lang="es-MX" sz="1200" b="1" i="0" u="none" strike="noStrike" kern="1200" cap="none" spc="0" normalizeH="0" baseline="0" noProof="0" dirty="0">
                <a:ln>
                  <a:noFill/>
                </a:ln>
                <a:solidFill>
                  <a:prstClr val="black"/>
                </a:solidFill>
                <a:effectLst/>
                <a:uLnTx/>
                <a:uFillTx/>
                <a:latin typeface="Calibri Light" panose="020F0302020204030204"/>
                <a:ea typeface="ＭＳ Ｐゴシック" charset="0"/>
                <a:cs typeface="Arial"/>
              </a:rPr>
              <a:t>Tramo de supervisión: 5 reportes directos</a:t>
            </a:r>
          </a:p>
          <a:p>
            <a:pPr marL="144000" marR="0" lvl="0" indent="0" algn="just" defTabSz="457200" rtl="0" eaLnBrk="1" fontAlgn="base" latinLnBrk="0" hangingPunct="1">
              <a:lnSpc>
                <a:spcPct val="100000"/>
              </a:lnSpc>
              <a:spcBef>
                <a:spcPts val="0"/>
              </a:spcBef>
              <a:spcAft>
                <a:spcPct val="0"/>
              </a:spcAft>
              <a:buClr>
                <a:srgbClr val="840E27"/>
              </a:buClr>
              <a:buSzPct val="93000"/>
              <a:buNone/>
              <a:tabLst/>
              <a:defRPr/>
            </a:pPr>
            <a:endParaRPr kumimoji="0" lang="es-MX" sz="1200" b="1" i="0" u="none" strike="noStrike" kern="1200" cap="none" spc="0" normalizeH="0" baseline="0" noProof="0" dirty="0">
              <a:ln>
                <a:noFill/>
              </a:ln>
              <a:solidFill>
                <a:prstClr val="black"/>
              </a:solidFill>
              <a:effectLst/>
              <a:uLnTx/>
              <a:uFillTx/>
              <a:latin typeface="Calibri Light" panose="020F0302020204030204"/>
              <a:ea typeface="ＭＳ Ｐゴシック" charset="0"/>
              <a:cs typeface="Arial"/>
            </a:endParaRPr>
          </a:p>
          <a:p>
            <a:pPr marL="144000" marR="0" lvl="0" indent="180000" algn="just" defTabSz="457200" rtl="0" eaLnBrk="1" fontAlgn="base" latinLnBrk="0" hangingPunct="1">
              <a:lnSpc>
                <a:spcPct val="100000"/>
              </a:lnSpc>
              <a:spcBef>
                <a:spcPts val="0"/>
              </a:spcBef>
              <a:spcAft>
                <a:spcPct val="0"/>
              </a:spcAft>
              <a:buClr>
                <a:srgbClr val="840E27"/>
              </a:buClr>
              <a:buSzPct val="93000"/>
              <a:buFont typeface="Arial" charset="0"/>
              <a:buChar char="•"/>
              <a:tabLst/>
              <a:defRPr/>
            </a:pPr>
            <a:r>
              <a:rPr kumimoji="0" lang="es-MX" sz="1200" b="1" i="0" u="none" strike="noStrike" kern="1200" cap="none" spc="0" normalizeH="0" baseline="0" noProof="0" dirty="0">
                <a:ln>
                  <a:noFill/>
                </a:ln>
                <a:solidFill>
                  <a:prstClr val="black"/>
                </a:solidFill>
                <a:effectLst/>
                <a:uLnTx/>
                <a:uFillTx/>
                <a:latin typeface="Calibri Light" panose="020F0302020204030204"/>
                <a:ea typeface="ＭＳ Ｐゴシック" charset="0"/>
                <a:cs typeface="Arial"/>
              </a:rPr>
              <a:t>Otros indicadores financieros / operativos (si aplica):</a:t>
            </a:r>
          </a:p>
        </p:txBody>
      </p:sp>
      <p:sp>
        <p:nvSpPr>
          <p:cNvPr id="3" name="Content Placeholder 4">
            <a:extLst>
              <a:ext uri="{FF2B5EF4-FFF2-40B4-BE49-F238E27FC236}">
                <a16:creationId xmlns:a16="http://schemas.microsoft.com/office/drawing/2014/main" id="{DA15F688-1F35-45B1-A68C-41935C35F8B0}"/>
              </a:ext>
            </a:extLst>
          </p:cNvPr>
          <p:cNvSpPr txBox="1">
            <a:spLocks/>
          </p:cNvSpPr>
          <p:nvPr/>
        </p:nvSpPr>
        <p:spPr bwMode="auto">
          <a:xfrm>
            <a:off x="4620903" y="3704137"/>
            <a:ext cx="4392000" cy="1056303"/>
          </a:xfrm>
          <a:prstGeom prst="rect">
            <a:avLst/>
          </a:prstGeom>
          <a:noFill/>
          <a:ln w="6350">
            <a:solidFill>
              <a:srgbClr val="990021"/>
            </a:solidFill>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just" rtl="0" eaLnBrk="1" fontAlgn="base" hangingPunct="1">
              <a:spcBef>
                <a:spcPct val="20000"/>
              </a:spcBef>
              <a:spcAft>
                <a:spcPct val="0"/>
              </a:spcAft>
              <a:buClr>
                <a:srgbClr val="840E27"/>
              </a:buClr>
              <a:buFont typeface="Arial" charset="0"/>
              <a:buChar char="•"/>
              <a:defRPr kern="1200">
                <a:solidFill>
                  <a:schemeClr val="tx1"/>
                </a:solidFill>
                <a:latin typeface="Arial"/>
                <a:ea typeface="ＭＳ Ｐゴシック" charset="0"/>
                <a:cs typeface="Arial"/>
              </a:defRPr>
            </a:lvl1pPr>
            <a:lvl2pPr marL="742950" indent="-285750" algn="just" rtl="0" eaLnBrk="1" fontAlgn="base" hangingPunct="1">
              <a:spcBef>
                <a:spcPct val="20000"/>
              </a:spcBef>
              <a:spcAft>
                <a:spcPct val="0"/>
              </a:spcAft>
              <a:buClr>
                <a:srgbClr val="840E27"/>
              </a:buClr>
              <a:buFont typeface="Arial" charset="0"/>
              <a:buChar char="–"/>
              <a:defRPr kern="1200">
                <a:solidFill>
                  <a:schemeClr val="tx1"/>
                </a:solidFill>
                <a:latin typeface="Arial"/>
                <a:ea typeface="ＭＳ Ｐゴシック" charset="0"/>
                <a:cs typeface="Arial"/>
              </a:defRPr>
            </a:lvl2pPr>
            <a:lvl3pPr marL="1143000" indent="-228600" algn="just" rtl="0" eaLnBrk="1" fontAlgn="base" hangingPunct="1">
              <a:spcBef>
                <a:spcPct val="20000"/>
              </a:spcBef>
              <a:spcAft>
                <a:spcPct val="0"/>
              </a:spcAft>
              <a:buClr>
                <a:srgbClr val="840E27"/>
              </a:buClr>
              <a:buFont typeface="Wingdings" charset="0"/>
              <a:buChar char="§"/>
              <a:defRPr kern="1200">
                <a:solidFill>
                  <a:schemeClr val="tx1"/>
                </a:solidFill>
                <a:latin typeface="Arial"/>
                <a:ea typeface="ＭＳ Ｐゴシック" charset="0"/>
                <a:cs typeface="Arial"/>
              </a:defRPr>
            </a:lvl3pPr>
            <a:lvl4pPr marL="1600200" indent="-228600" algn="just" rtl="0" eaLnBrk="1" fontAlgn="base" hangingPunct="1">
              <a:spcBef>
                <a:spcPct val="20000"/>
              </a:spcBef>
              <a:spcAft>
                <a:spcPct val="0"/>
              </a:spcAft>
              <a:buClr>
                <a:srgbClr val="840E27"/>
              </a:buClr>
              <a:buSzPct val="90000"/>
              <a:buFont typeface="Lucida Grande" charset="0"/>
              <a:buChar char="&gt;"/>
              <a:defRPr kern="1200">
                <a:solidFill>
                  <a:schemeClr val="tx1"/>
                </a:solidFill>
                <a:latin typeface="Arial"/>
                <a:ea typeface="ＭＳ Ｐゴシック" charset="0"/>
                <a:cs typeface="Arial"/>
              </a:defRPr>
            </a:lvl4pPr>
            <a:lvl5pPr marL="2057400" indent="-228600" algn="just" rtl="0" eaLnBrk="1" fontAlgn="base" hangingPunct="1">
              <a:spcBef>
                <a:spcPct val="20000"/>
              </a:spcBef>
              <a:spcAft>
                <a:spcPct val="0"/>
              </a:spcAft>
              <a:buClr>
                <a:srgbClr val="840E27"/>
              </a:buClr>
              <a:buSzPct val="60000"/>
              <a:buFont typeface="Wingdings" charset="2"/>
              <a:buChar char="u"/>
              <a:defRPr kern="1200">
                <a:solidFill>
                  <a:schemeClr val="tx1"/>
                </a:solidFill>
                <a:latin typeface="Arial"/>
                <a:ea typeface="ＭＳ Ｐゴシック" charset="0"/>
                <a:cs typeface="Arial"/>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just" defTabSz="457200" rtl="0" eaLnBrk="1" fontAlgn="base" latinLnBrk="0" hangingPunct="1">
              <a:lnSpc>
                <a:spcPct val="100000"/>
              </a:lnSpc>
              <a:spcBef>
                <a:spcPct val="20000"/>
              </a:spcBef>
              <a:spcAft>
                <a:spcPct val="0"/>
              </a:spcAft>
              <a:buClr>
                <a:srgbClr val="840E27"/>
              </a:buClr>
              <a:buSzTx/>
              <a:buFont typeface="Arial" charset="0"/>
              <a:buNone/>
              <a:tabLst/>
              <a:defRPr/>
            </a:pPr>
            <a:r>
              <a:rPr kumimoji="0" lang="es-MX" sz="1200" b="1" i="0" u="sng" strike="noStrike" kern="1200" cap="none" spc="0" normalizeH="0" baseline="0" noProof="0" dirty="0">
                <a:ln>
                  <a:noFill/>
                </a:ln>
                <a:solidFill>
                  <a:prstClr val="black"/>
                </a:solidFill>
                <a:effectLst/>
                <a:uLnTx/>
                <a:uFillTx/>
                <a:latin typeface="Calibri Light" panose="020F0302020204030204"/>
                <a:ea typeface="ＭＳ Ｐゴシック" charset="0"/>
                <a:cs typeface="Arial"/>
              </a:rPr>
              <a:t>Estructura Organizacional</a:t>
            </a:r>
          </a:p>
          <a:p>
            <a:pPr marL="342900" marR="0" lvl="0" indent="-180000" algn="just" defTabSz="457200" rtl="0" eaLnBrk="1" fontAlgn="base" latinLnBrk="0" hangingPunct="1">
              <a:lnSpc>
                <a:spcPct val="100000"/>
              </a:lnSpc>
              <a:spcBef>
                <a:spcPct val="20000"/>
              </a:spcBef>
              <a:spcAft>
                <a:spcPct val="0"/>
              </a:spcAft>
              <a:buClr>
                <a:srgbClr val="840E27"/>
              </a:buClr>
              <a:buSzTx/>
              <a:buFont typeface="Arial" charset="0"/>
              <a:buChar char="•"/>
              <a:tabLst/>
              <a:defRPr/>
            </a:pPr>
            <a:r>
              <a:rPr kumimoji="0" lang="es-MX" sz="1200" b="1" i="0" u="none" strike="noStrike" kern="1200" cap="none" spc="0" normalizeH="0" baseline="0" noProof="0" dirty="0">
                <a:ln>
                  <a:noFill/>
                </a:ln>
                <a:solidFill>
                  <a:prstClr val="black"/>
                </a:solidFill>
                <a:effectLst/>
                <a:uLnTx/>
                <a:uFillTx/>
                <a:latin typeface="Calibri Light" panose="020F0302020204030204"/>
                <a:ea typeface="ＭＳ Ｐゴシック" charset="0"/>
                <a:cs typeface="Arial"/>
              </a:rPr>
              <a:t>Reportes Directos: Responsable Comercial Medios Pago (Vacante), Gerente Área Operaciones iCash (Juan Manuel Vazquez), Gerente Área Comercial Dispersión Efectivo (Jorge Castaños), Gerente Área Producto (José Manuel Vallejo), Gerente Área Comercial Corresponsalías (Fernando Bernal)</a:t>
            </a:r>
            <a:endParaRPr kumimoji="0" lang="es-MX" sz="1200" b="0" i="0" u="none" strike="noStrike" kern="1200" cap="none" spc="0" normalizeH="0" baseline="0" noProof="0" dirty="0">
              <a:ln>
                <a:noFill/>
              </a:ln>
              <a:solidFill>
                <a:prstClr val="black"/>
              </a:solidFill>
              <a:effectLst/>
              <a:uLnTx/>
              <a:uFillTx/>
              <a:latin typeface="Calibri Light" panose="020F0302020204030204"/>
              <a:ea typeface="ＭＳ Ｐゴシック" charset="0"/>
              <a:cs typeface="Arial"/>
            </a:endParaRPr>
          </a:p>
          <a:p>
            <a:pPr marL="342900" marR="0" lvl="0" indent="-180000" algn="just" defTabSz="457200" rtl="0" eaLnBrk="1" fontAlgn="base" latinLnBrk="0" hangingPunct="1">
              <a:lnSpc>
                <a:spcPct val="100000"/>
              </a:lnSpc>
              <a:spcBef>
                <a:spcPct val="20000"/>
              </a:spcBef>
              <a:spcAft>
                <a:spcPct val="0"/>
              </a:spcAft>
              <a:buClr>
                <a:srgbClr val="840E27"/>
              </a:buClr>
              <a:buSzTx/>
              <a:buFont typeface="Arial" charset="0"/>
              <a:buChar char="•"/>
              <a:tabLst/>
              <a:defRPr/>
            </a:pPr>
            <a:r>
              <a:rPr kumimoji="0" lang="es-MX" sz="1200" b="1" i="0" u="none" strike="noStrike" kern="1200" cap="none" spc="0" normalizeH="0" baseline="0" noProof="0" dirty="0">
                <a:ln>
                  <a:noFill/>
                </a:ln>
                <a:solidFill>
                  <a:prstClr val="black"/>
                </a:solidFill>
                <a:effectLst/>
                <a:uLnTx/>
                <a:uFillTx/>
                <a:latin typeface="Calibri Light" panose="020F0302020204030204"/>
                <a:ea typeface="ＭＳ Ｐゴシック" charset="0"/>
                <a:cs typeface="Arial"/>
              </a:rPr>
              <a:t>Pares: Gerente Sr Fullfilment, Gerente OXXO Cel, Gerente Sr Comercial Comercio Electrónico</a:t>
            </a:r>
            <a:endParaRPr kumimoji="0" lang="es-MX" sz="1200" b="0" i="0" u="none" strike="noStrike" kern="1200" cap="none" spc="0" normalizeH="0" baseline="0" noProof="0" dirty="0">
              <a:ln>
                <a:noFill/>
              </a:ln>
              <a:solidFill>
                <a:prstClr val="black"/>
              </a:solidFill>
              <a:effectLst/>
              <a:uLnTx/>
              <a:uFillTx/>
              <a:latin typeface="Calibri Light" panose="020F0302020204030204"/>
              <a:ea typeface="ＭＳ Ｐゴシック" charset="0"/>
              <a:cs typeface="Arial"/>
            </a:endParaRPr>
          </a:p>
          <a:p>
            <a:pPr marL="0" marR="0" lvl="0" indent="0" algn="just" defTabSz="457200" rtl="0" eaLnBrk="1" fontAlgn="base" latinLnBrk="0" hangingPunct="1">
              <a:lnSpc>
                <a:spcPct val="100000"/>
              </a:lnSpc>
              <a:spcBef>
                <a:spcPct val="20000"/>
              </a:spcBef>
              <a:spcAft>
                <a:spcPct val="0"/>
              </a:spcAft>
              <a:buClr>
                <a:srgbClr val="840E27"/>
              </a:buClr>
              <a:buSzTx/>
              <a:buFont typeface="Arial" charset="0"/>
              <a:buNone/>
              <a:tabLst/>
              <a:defRPr/>
            </a:pPr>
            <a:r>
              <a:rPr kumimoji="0" lang="es-MX" sz="1200" b="1" i="0" u="none" strike="noStrike" kern="1200" cap="none" spc="0" normalizeH="0" baseline="0" noProof="0" dirty="0">
                <a:ln>
                  <a:noFill/>
                </a:ln>
                <a:solidFill>
                  <a:prstClr val="black"/>
                </a:solidFill>
                <a:effectLst/>
                <a:uLnTx/>
                <a:uFillTx/>
                <a:latin typeface="Calibri Light" panose="020F0302020204030204"/>
                <a:ea typeface="ＭＳ Ｐゴシック" charset="0"/>
                <a:cs typeface="Arial"/>
              </a:rPr>
              <a:t> </a:t>
            </a:r>
            <a:endParaRPr kumimoji="0" lang="es-MX" sz="1050" b="0" i="0" u="none" strike="noStrike" kern="1200" cap="none" spc="0" normalizeH="0" baseline="0" noProof="0" dirty="0">
              <a:ln>
                <a:noFill/>
              </a:ln>
              <a:solidFill>
                <a:prstClr val="black"/>
              </a:solidFill>
              <a:effectLst/>
              <a:uLnTx/>
              <a:uFillTx/>
              <a:latin typeface="Calibri Light" panose="020F0302020204030204"/>
              <a:ea typeface="ＭＳ Ｐゴシック" charset="0"/>
              <a:cs typeface="Arial"/>
            </a:endParaRPr>
          </a:p>
        </p:txBody>
      </p:sp>
      <p:sp>
        <p:nvSpPr>
          <p:cNvPr id="5" name="8 Rectángulo">
            <a:extLst>
              <a:ext uri="{FF2B5EF4-FFF2-40B4-BE49-F238E27FC236}">
                <a16:creationId xmlns:a16="http://schemas.microsoft.com/office/drawing/2014/main" id="{4A221944-25B5-4C13-A032-54EBDF8E37BE}"/>
              </a:ext>
            </a:extLst>
          </p:cNvPr>
          <p:cNvSpPr/>
          <p:nvPr/>
        </p:nvSpPr>
        <p:spPr>
          <a:xfrm>
            <a:off x="59500" y="816255"/>
            <a:ext cx="881908" cy="292388"/>
          </a:xfrm>
          <a:prstGeom prst="rect">
            <a:avLst/>
          </a:prstGeom>
          <a:ln>
            <a:noFill/>
          </a:ln>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300" b="1" i="0" u="none" strike="noStrike" kern="1200" cap="none" spc="0" normalizeH="0" baseline="0" noProof="0">
                <a:ln>
                  <a:noFill/>
                </a:ln>
                <a:solidFill>
                  <a:prstClr val="black"/>
                </a:solidFill>
                <a:effectLst/>
                <a:uLnTx/>
                <a:uFillTx/>
                <a:latin typeface="Calibri Light" panose="020F0302020204030204"/>
                <a:ea typeface="+mn-ea"/>
                <a:cs typeface="+mn-cs"/>
              </a:rPr>
              <a:t>Relaciones</a:t>
            </a:r>
            <a:endParaRPr kumimoji="0" lang="es-MX" sz="130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sp>
        <p:nvSpPr>
          <p:cNvPr id="7" name="Content Placeholder 4">
            <a:extLst>
              <a:ext uri="{FF2B5EF4-FFF2-40B4-BE49-F238E27FC236}">
                <a16:creationId xmlns:a16="http://schemas.microsoft.com/office/drawing/2014/main" id="{C7B3F606-9CA3-40DB-8A25-752D9FAB2FA7}"/>
              </a:ext>
            </a:extLst>
          </p:cNvPr>
          <p:cNvSpPr txBox="1">
            <a:spLocks/>
          </p:cNvSpPr>
          <p:nvPr/>
        </p:nvSpPr>
        <p:spPr bwMode="auto">
          <a:xfrm>
            <a:off x="139564" y="6453259"/>
            <a:ext cx="4388817" cy="338552"/>
          </a:xfrm>
          <a:prstGeom prst="rect">
            <a:avLst/>
          </a:prstGeom>
          <a:noFill/>
          <a:ln w="6350">
            <a:solidFill>
              <a:srgbClr val="990021"/>
            </a:solidFill>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just" rtl="0" eaLnBrk="1" fontAlgn="base" hangingPunct="1">
              <a:spcBef>
                <a:spcPct val="20000"/>
              </a:spcBef>
              <a:spcAft>
                <a:spcPct val="0"/>
              </a:spcAft>
              <a:buClr>
                <a:srgbClr val="840E27"/>
              </a:buClr>
              <a:buFont typeface="Arial" charset="0"/>
              <a:buChar char="•"/>
              <a:defRPr kern="1200">
                <a:solidFill>
                  <a:schemeClr val="tx1"/>
                </a:solidFill>
                <a:latin typeface="Arial"/>
                <a:ea typeface="ＭＳ Ｐゴシック" charset="0"/>
                <a:cs typeface="Arial"/>
              </a:defRPr>
            </a:lvl1pPr>
            <a:lvl2pPr marL="742950" indent="-285750" algn="just" rtl="0" eaLnBrk="1" fontAlgn="base" hangingPunct="1">
              <a:spcBef>
                <a:spcPct val="20000"/>
              </a:spcBef>
              <a:spcAft>
                <a:spcPct val="0"/>
              </a:spcAft>
              <a:buClr>
                <a:srgbClr val="840E27"/>
              </a:buClr>
              <a:buFont typeface="Arial" charset="0"/>
              <a:buChar char="–"/>
              <a:defRPr kern="1200">
                <a:solidFill>
                  <a:schemeClr val="tx1"/>
                </a:solidFill>
                <a:latin typeface="Arial"/>
                <a:ea typeface="ＭＳ Ｐゴシック" charset="0"/>
                <a:cs typeface="Arial"/>
              </a:defRPr>
            </a:lvl2pPr>
            <a:lvl3pPr marL="1143000" indent="-228600" algn="just" rtl="0" eaLnBrk="1" fontAlgn="base" hangingPunct="1">
              <a:spcBef>
                <a:spcPct val="20000"/>
              </a:spcBef>
              <a:spcAft>
                <a:spcPct val="0"/>
              </a:spcAft>
              <a:buClr>
                <a:srgbClr val="840E27"/>
              </a:buClr>
              <a:buFont typeface="Wingdings" charset="0"/>
              <a:buChar char="§"/>
              <a:defRPr kern="1200">
                <a:solidFill>
                  <a:schemeClr val="tx1"/>
                </a:solidFill>
                <a:latin typeface="Arial"/>
                <a:ea typeface="ＭＳ Ｐゴシック" charset="0"/>
                <a:cs typeface="Arial"/>
              </a:defRPr>
            </a:lvl3pPr>
            <a:lvl4pPr marL="1600200" indent="-228600" algn="just" rtl="0" eaLnBrk="1" fontAlgn="base" hangingPunct="1">
              <a:spcBef>
                <a:spcPct val="20000"/>
              </a:spcBef>
              <a:spcAft>
                <a:spcPct val="0"/>
              </a:spcAft>
              <a:buClr>
                <a:srgbClr val="840E27"/>
              </a:buClr>
              <a:buSzPct val="90000"/>
              <a:buFont typeface="Lucida Grande" charset="0"/>
              <a:buChar char="&gt;"/>
              <a:defRPr kern="1200">
                <a:solidFill>
                  <a:schemeClr val="tx1"/>
                </a:solidFill>
                <a:latin typeface="Arial"/>
                <a:ea typeface="ＭＳ Ｐゴシック" charset="0"/>
                <a:cs typeface="Arial"/>
              </a:defRPr>
            </a:lvl4pPr>
            <a:lvl5pPr marL="2057400" indent="-228600" algn="just" rtl="0" eaLnBrk="1" fontAlgn="base" hangingPunct="1">
              <a:spcBef>
                <a:spcPct val="20000"/>
              </a:spcBef>
              <a:spcAft>
                <a:spcPct val="0"/>
              </a:spcAft>
              <a:buClr>
                <a:srgbClr val="840E27"/>
              </a:buClr>
              <a:buSzPct val="60000"/>
              <a:buFont typeface="Wingdings" charset="2"/>
              <a:buChar char="u"/>
              <a:defRPr kern="1200">
                <a:solidFill>
                  <a:schemeClr val="tx1"/>
                </a:solidFill>
                <a:latin typeface="Arial"/>
                <a:ea typeface="ＭＳ Ｐゴシック" charset="0"/>
                <a:cs typeface="Arial"/>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just" defTabSz="457200" rtl="0" eaLnBrk="1" fontAlgn="base" latinLnBrk="0" hangingPunct="1">
              <a:lnSpc>
                <a:spcPct val="100000"/>
              </a:lnSpc>
              <a:spcBef>
                <a:spcPct val="20000"/>
              </a:spcBef>
              <a:spcAft>
                <a:spcPct val="0"/>
              </a:spcAft>
              <a:buClr>
                <a:srgbClr val="840E27"/>
              </a:buClr>
              <a:buSzTx/>
              <a:buFont typeface="Arial" charset="0"/>
              <a:buNone/>
              <a:tabLst/>
              <a:defRPr/>
            </a:pPr>
            <a:r>
              <a:rPr kumimoji="0" lang="es-MX" sz="1300" b="1" i="0" u="none" strike="noStrike" kern="1200" cap="none" spc="0" normalizeH="0" baseline="0" noProof="0">
                <a:ln>
                  <a:noFill/>
                </a:ln>
                <a:solidFill>
                  <a:prstClr val="black"/>
                </a:solidFill>
                <a:effectLst/>
                <a:uLnTx/>
                <a:uFillTx/>
                <a:latin typeface="Calibri Light" panose="020F0302020204030204"/>
                <a:ea typeface="ＭＳ Ｐゴシック" charset="0"/>
                <a:cs typeface="Arial"/>
              </a:rPr>
              <a:t>Fecha de Modificación:</a:t>
            </a:r>
            <a:endParaRPr kumimoji="0" lang="es-MX" sz="1100" b="0" i="0" u="none" strike="noStrike" kern="1200" cap="none" spc="0" normalizeH="0" baseline="0" noProof="0">
              <a:ln>
                <a:noFill/>
              </a:ln>
              <a:solidFill>
                <a:prstClr val="black"/>
              </a:solidFill>
              <a:effectLst/>
              <a:uLnTx/>
              <a:uFillTx/>
              <a:latin typeface="Calibri Light" panose="020F0302020204030204"/>
              <a:ea typeface="ＭＳ Ｐゴシック" charset="0"/>
              <a:cs typeface="Arial"/>
            </a:endParaRPr>
          </a:p>
        </p:txBody>
      </p:sp>
      <p:sp>
        <p:nvSpPr>
          <p:cNvPr id="8" name="Content Placeholder 4">
            <a:extLst>
              <a:ext uri="{FF2B5EF4-FFF2-40B4-BE49-F238E27FC236}">
                <a16:creationId xmlns:a16="http://schemas.microsoft.com/office/drawing/2014/main" id="{36CD99BF-11C5-43DE-95EA-A8DD82AA880F}"/>
              </a:ext>
            </a:extLst>
          </p:cNvPr>
          <p:cNvSpPr txBox="1">
            <a:spLocks/>
          </p:cNvSpPr>
          <p:nvPr/>
        </p:nvSpPr>
        <p:spPr bwMode="auto">
          <a:xfrm>
            <a:off x="4615620" y="6453258"/>
            <a:ext cx="4392000" cy="338553"/>
          </a:xfrm>
          <a:prstGeom prst="rect">
            <a:avLst/>
          </a:prstGeom>
          <a:noFill/>
          <a:ln w="6350">
            <a:solidFill>
              <a:srgbClr val="990021"/>
            </a:solidFill>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just" rtl="0" eaLnBrk="1" fontAlgn="base" hangingPunct="1">
              <a:spcBef>
                <a:spcPct val="20000"/>
              </a:spcBef>
              <a:spcAft>
                <a:spcPct val="0"/>
              </a:spcAft>
              <a:buClr>
                <a:srgbClr val="840E27"/>
              </a:buClr>
              <a:buFont typeface="Arial" charset="0"/>
              <a:buChar char="•"/>
              <a:defRPr kern="1200">
                <a:solidFill>
                  <a:schemeClr val="tx1"/>
                </a:solidFill>
                <a:latin typeface="Arial"/>
                <a:ea typeface="ＭＳ Ｐゴシック" charset="0"/>
                <a:cs typeface="Arial"/>
              </a:defRPr>
            </a:lvl1pPr>
            <a:lvl2pPr marL="742950" indent="-285750" algn="just" rtl="0" eaLnBrk="1" fontAlgn="base" hangingPunct="1">
              <a:spcBef>
                <a:spcPct val="20000"/>
              </a:spcBef>
              <a:spcAft>
                <a:spcPct val="0"/>
              </a:spcAft>
              <a:buClr>
                <a:srgbClr val="840E27"/>
              </a:buClr>
              <a:buFont typeface="Arial" charset="0"/>
              <a:buChar char="–"/>
              <a:defRPr kern="1200">
                <a:solidFill>
                  <a:schemeClr val="tx1"/>
                </a:solidFill>
                <a:latin typeface="Arial"/>
                <a:ea typeface="ＭＳ Ｐゴシック" charset="0"/>
                <a:cs typeface="Arial"/>
              </a:defRPr>
            </a:lvl2pPr>
            <a:lvl3pPr marL="1143000" indent="-228600" algn="just" rtl="0" eaLnBrk="1" fontAlgn="base" hangingPunct="1">
              <a:spcBef>
                <a:spcPct val="20000"/>
              </a:spcBef>
              <a:spcAft>
                <a:spcPct val="0"/>
              </a:spcAft>
              <a:buClr>
                <a:srgbClr val="840E27"/>
              </a:buClr>
              <a:buFont typeface="Wingdings" charset="0"/>
              <a:buChar char="§"/>
              <a:defRPr kern="1200">
                <a:solidFill>
                  <a:schemeClr val="tx1"/>
                </a:solidFill>
                <a:latin typeface="Arial"/>
                <a:ea typeface="ＭＳ Ｐゴシック" charset="0"/>
                <a:cs typeface="Arial"/>
              </a:defRPr>
            </a:lvl3pPr>
            <a:lvl4pPr marL="1600200" indent="-228600" algn="just" rtl="0" eaLnBrk="1" fontAlgn="base" hangingPunct="1">
              <a:spcBef>
                <a:spcPct val="20000"/>
              </a:spcBef>
              <a:spcAft>
                <a:spcPct val="0"/>
              </a:spcAft>
              <a:buClr>
                <a:srgbClr val="840E27"/>
              </a:buClr>
              <a:buSzPct val="90000"/>
              <a:buFont typeface="Lucida Grande" charset="0"/>
              <a:buChar char="&gt;"/>
              <a:defRPr kern="1200">
                <a:solidFill>
                  <a:schemeClr val="tx1"/>
                </a:solidFill>
                <a:latin typeface="Arial"/>
                <a:ea typeface="ＭＳ Ｐゴシック" charset="0"/>
                <a:cs typeface="Arial"/>
              </a:defRPr>
            </a:lvl4pPr>
            <a:lvl5pPr marL="2057400" indent="-228600" algn="just" rtl="0" eaLnBrk="1" fontAlgn="base" hangingPunct="1">
              <a:spcBef>
                <a:spcPct val="20000"/>
              </a:spcBef>
              <a:spcAft>
                <a:spcPct val="0"/>
              </a:spcAft>
              <a:buClr>
                <a:srgbClr val="840E27"/>
              </a:buClr>
              <a:buSzPct val="60000"/>
              <a:buFont typeface="Wingdings" charset="2"/>
              <a:buChar char="u"/>
              <a:defRPr kern="1200">
                <a:solidFill>
                  <a:schemeClr val="tx1"/>
                </a:solidFill>
                <a:latin typeface="Arial"/>
                <a:ea typeface="ＭＳ Ｐゴシック" charset="0"/>
                <a:cs typeface="Arial"/>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just" defTabSz="457200" rtl="0" eaLnBrk="1" fontAlgn="base" latinLnBrk="0" hangingPunct="1">
              <a:lnSpc>
                <a:spcPct val="100000"/>
              </a:lnSpc>
              <a:spcBef>
                <a:spcPct val="20000"/>
              </a:spcBef>
              <a:spcAft>
                <a:spcPct val="0"/>
              </a:spcAft>
              <a:buClr>
                <a:srgbClr val="840E27"/>
              </a:buClr>
              <a:buSzTx/>
              <a:buFont typeface="Arial" charset="0"/>
              <a:buNone/>
              <a:tabLst/>
              <a:defRPr/>
            </a:pPr>
            <a:r>
              <a:rPr kumimoji="0" lang="es-MX" sz="1300" b="1" i="0" u="none" strike="noStrike" kern="1200" cap="none" spc="0" normalizeH="0" baseline="0" noProof="0">
                <a:ln>
                  <a:noFill/>
                </a:ln>
                <a:solidFill>
                  <a:prstClr val="black"/>
                </a:solidFill>
                <a:effectLst/>
                <a:uLnTx/>
                <a:uFillTx/>
                <a:latin typeface="Calibri Light" panose="020F0302020204030204"/>
                <a:ea typeface="ＭＳ Ｐゴシック" charset="0"/>
                <a:cs typeface="Arial"/>
              </a:rPr>
              <a:t>Modificado por:</a:t>
            </a:r>
            <a:endParaRPr kumimoji="0" lang="es-MX" sz="1300" b="0" i="0" u="none" strike="noStrike" kern="1200" cap="none" spc="0" normalizeH="0" baseline="0" noProof="0">
              <a:ln>
                <a:noFill/>
              </a:ln>
              <a:solidFill>
                <a:prstClr val="black"/>
              </a:solidFill>
              <a:effectLst/>
              <a:uLnTx/>
              <a:uFillTx/>
              <a:latin typeface="Calibri Light" panose="020F0302020204030204"/>
              <a:ea typeface="ＭＳ Ｐゴシック" charset="0"/>
              <a:cs typeface="Arial"/>
            </a:endParaRPr>
          </a:p>
          <a:p>
            <a:pPr marL="0" marR="0" lvl="0" indent="0" algn="just" defTabSz="457200" rtl="0" eaLnBrk="1" fontAlgn="base" latinLnBrk="0" hangingPunct="1">
              <a:lnSpc>
                <a:spcPct val="100000"/>
              </a:lnSpc>
              <a:spcBef>
                <a:spcPct val="20000"/>
              </a:spcBef>
              <a:spcAft>
                <a:spcPct val="0"/>
              </a:spcAft>
              <a:buClr>
                <a:srgbClr val="840E27"/>
              </a:buClr>
              <a:buSzTx/>
              <a:buFont typeface="Arial" charset="0"/>
              <a:buNone/>
              <a:tabLst/>
              <a:defRPr/>
            </a:pPr>
            <a:endParaRPr kumimoji="0" lang="es-MX" sz="1100" b="0" i="0" u="none" strike="noStrike" kern="1200" cap="none" spc="0" normalizeH="0" baseline="0" noProof="0">
              <a:ln>
                <a:noFill/>
              </a:ln>
              <a:solidFill>
                <a:prstClr val="black"/>
              </a:solidFill>
              <a:effectLst/>
              <a:uLnTx/>
              <a:uFillTx/>
              <a:latin typeface="Calibri Light" panose="020F0302020204030204"/>
              <a:ea typeface="ＭＳ Ｐゴシック" charset="0"/>
              <a:cs typeface="Arial"/>
            </a:endParaRPr>
          </a:p>
        </p:txBody>
      </p:sp>
      <p:sp>
        <p:nvSpPr>
          <p:cNvPr id="9" name="Arrow: Pentagon 3">
            <a:extLst>
              <a:ext uri="{FF2B5EF4-FFF2-40B4-BE49-F238E27FC236}">
                <a16:creationId xmlns:a16="http://schemas.microsoft.com/office/drawing/2014/main" id="{2541D061-157A-4306-BB5B-B6202478BDDF}"/>
              </a:ext>
            </a:extLst>
          </p:cNvPr>
          <p:cNvSpPr/>
          <p:nvPr/>
        </p:nvSpPr>
        <p:spPr>
          <a:xfrm>
            <a:off x="1" y="0"/>
            <a:ext cx="7223196" cy="850015"/>
          </a:xfrm>
          <a:prstGeom prst="homePlate">
            <a:avLst/>
          </a:prstGeom>
          <a:solidFill>
            <a:srgbClr val="990021"/>
          </a:solidFill>
          <a:ln>
            <a:solidFill>
              <a:srgbClr val="99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Content Placeholder 4">
            <a:extLst>
              <a:ext uri="{FF2B5EF4-FFF2-40B4-BE49-F238E27FC236}">
                <a16:creationId xmlns:a16="http://schemas.microsoft.com/office/drawing/2014/main" id="{1D756498-9794-42F0-B5EF-4A13E5D07DC5}"/>
              </a:ext>
            </a:extLst>
          </p:cNvPr>
          <p:cNvSpPr txBox="1">
            <a:spLocks/>
          </p:cNvSpPr>
          <p:nvPr/>
        </p:nvSpPr>
        <p:spPr bwMode="auto">
          <a:xfrm>
            <a:off x="4615620" y="4880609"/>
            <a:ext cx="4392000" cy="1492483"/>
          </a:xfrm>
          <a:prstGeom prst="rect">
            <a:avLst/>
          </a:prstGeom>
          <a:noFill/>
          <a:ln w="6350">
            <a:solidFill>
              <a:srgbClr val="990021"/>
            </a:solidFill>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just" rtl="0" eaLnBrk="1" fontAlgn="base" hangingPunct="1">
              <a:spcBef>
                <a:spcPct val="20000"/>
              </a:spcBef>
              <a:spcAft>
                <a:spcPct val="0"/>
              </a:spcAft>
              <a:buClr>
                <a:srgbClr val="840E27"/>
              </a:buClr>
              <a:buFont typeface="Arial" charset="0"/>
              <a:buChar char="•"/>
              <a:defRPr kern="1200">
                <a:solidFill>
                  <a:schemeClr val="tx1"/>
                </a:solidFill>
                <a:latin typeface="Arial"/>
                <a:ea typeface="ＭＳ Ｐゴシック" charset="0"/>
                <a:cs typeface="Arial"/>
              </a:defRPr>
            </a:lvl1pPr>
            <a:lvl2pPr marL="742950" indent="-285750" algn="just" rtl="0" eaLnBrk="1" fontAlgn="base" hangingPunct="1">
              <a:spcBef>
                <a:spcPct val="20000"/>
              </a:spcBef>
              <a:spcAft>
                <a:spcPct val="0"/>
              </a:spcAft>
              <a:buClr>
                <a:srgbClr val="840E27"/>
              </a:buClr>
              <a:buFont typeface="Arial" charset="0"/>
              <a:buChar char="–"/>
              <a:defRPr kern="1200">
                <a:solidFill>
                  <a:schemeClr val="tx1"/>
                </a:solidFill>
                <a:latin typeface="Arial"/>
                <a:ea typeface="ＭＳ Ｐゴシック" charset="0"/>
                <a:cs typeface="Arial"/>
              </a:defRPr>
            </a:lvl2pPr>
            <a:lvl3pPr marL="1143000" indent="-228600" algn="just" rtl="0" eaLnBrk="1" fontAlgn="base" hangingPunct="1">
              <a:spcBef>
                <a:spcPct val="20000"/>
              </a:spcBef>
              <a:spcAft>
                <a:spcPct val="0"/>
              </a:spcAft>
              <a:buClr>
                <a:srgbClr val="840E27"/>
              </a:buClr>
              <a:buFont typeface="Wingdings" charset="0"/>
              <a:buChar char="§"/>
              <a:defRPr kern="1200">
                <a:solidFill>
                  <a:schemeClr val="tx1"/>
                </a:solidFill>
                <a:latin typeface="Arial"/>
                <a:ea typeface="ＭＳ Ｐゴシック" charset="0"/>
                <a:cs typeface="Arial"/>
              </a:defRPr>
            </a:lvl3pPr>
            <a:lvl4pPr marL="1600200" indent="-228600" algn="just" rtl="0" eaLnBrk="1" fontAlgn="base" hangingPunct="1">
              <a:spcBef>
                <a:spcPct val="20000"/>
              </a:spcBef>
              <a:spcAft>
                <a:spcPct val="0"/>
              </a:spcAft>
              <a:buClr>
                <a:srgbClr val="840E27"/>
              </a:buClr>
              <a:buSzPct val="90000"/>
              <a:buFont typeface="Lucida Grande" charset="0"/>
              <a:buChar char="&gt;"/>
              <a:defRPr kern="1200">
                <a:solidFill>
                  <a:schemeClr val="tx1"/>
                </a:solidFill>
                <a:latin typeface="Arial"/>
                <a:ea typeface="ＭＳ Ｐゴシック" charset="0"/>
                <a:cs typeface="Arial"/>
              </a:defRPr>
            </a:lvl4pPr>
            <a:lvl5pPr marL="2057400" indent="-228600" algn="just" rtl="0" eaLnBrk="1" fontAlgn="base" hangingPunct="1">
              <a:spcBef>
                <a:spcPct val="20000"/>
              </a:spcBef>
              <a:spcAft>
                <a:spcPct val="0"/>
              </a:spcAft>
              <a:buClr>
                <a:srgbClr val="840E27"/>
              </a:buClr>
              <a:buSzPct val="60000"/>
              <a:buFont typeface="Wingdings" charset="2"/>
              <a:buChar char="u"/>
              <a:defRPr kern="1200">
                <a:solidFill>
                  <a:schemeClr val="tx1"/>
                </a:solidFill>
                <a:latin typeface="Arial"/>
                <a:ea typeface="ＭＳ Ｐゴシック" charset="0"/>
                <a:cs typeface="Arial"/>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 typeface="Arial" charset="0"/>
              <a:buNone/>
              <a:tabLst/>
              <a:defRPr/>
            </a:pPr>
            <a:r>
              <a:rPr kumimoji="0" lang="es-MX" sz="1200" b="1" i="0" u="sng" strike="noStrike" kern="1200" cap="none" spc="0" normalizeH="0" baseline="0" noProof="0" dirty="0">
                <a:ln>
                  <a:noFill/>
                </a:ln>
                <a:solidFill>
                  <a:prstClr val="black"/>
                </a:solidFill>
                <a:effectLst/>
                <a:uLnTx/>
                <a:uFillTx/>
                <a:latin typeface="Calibri Light" panose="020F0302020204030204"/>
                <a:ea typeface="ＭＳ Ｐゴシック" charset="0"/>
                <a:cs typeface="Arial"/>
              </a:rPr>
              <a:t>Características del rol:</a:t>
            </a:r>
          </a:p>
          <a:p>
            <a:pPr marL="144000" marR="0" lvl="0" indent="180000" algn="l" defTabSz="457200" rtl="0" eaLnBrk="1" fontAlgn="auto" latinLnBrk="0" hangingPunct="1">
              <a:lnSpc>
                <a:spcPct val="100000"/>
              </a:lnSpc>
              <a:spcBef>
                <a:spcPts val="0"/>
              </a:spcBef>
              <a:spcAft>
                <a:spcPts val="0"/>
              </a:spcAft>
              <a:buClrTx/>
              <a:buSzPct val="93000"/>
              <a:buFont typeface="Arial" charset="0"/>
              <a:buNone/>
              <a:tabLst/>
              <a:defRPr/>
            </a:pPr>
            <a:r>
              <a:rPr kumimoji="0" lang="es-MX" sz="1100" b="1" i="0" u="none" strike="noStrike" kern="1200" cap="none" spc="0" normalizeH="0" baseline="0" noProof="0" dirty="0">
                <a:ln>
                  <a:noFill/>
                </a:ln>
                <a:solidFill>
                  <a:prstClr val="black"/>
                </a:solidFill>
                <a:effectLst/>
                <a:uLnTx/>
                <a:uFillTx/>
                <a:latin typeface="Calibri Light" panose="020F0302020204030204"/>
                <a:ea typeface="ＭＳ Ｐゴシック" charset="0"/>
                <a:cs typeface="Arial"/>
              </a:rPr>
              <a:t>% de tiempo dedicado a actividades que el rol </a:t>
            </a:r>
            <a:r>
              <a:rPr kumimoji="0" lang="es-MX" sz="1100" b="1" i="0" u="sng" strike="noStrike" kern="1200" cap="none" spc="0" normalizeH="0" baseline="0" noProof="0" dirty="0">
                <a:ln>
                  <a:noFill/>
                </a:ln>
                <a:solidFill>
                  <a:prstClr val="black"/>
                </a:solidFill>
                <a:effectLst/>
                <a:uLnTx/>
                <a:uFillTx/>
                <a:latin typeface="Calibri Light" panose="020F0302020204030204"/>
                <a:ea typeface="ＭＳ Ｐゴシック" charset="0"/>
                <a:cs typeface="Arial"/>
              </a:rPr>
              <a:t>obligatoriamente </a:t>
            </a:r>
            <a:r>
              <a:rPr kumimoji="0" lang="es-MX" sz="1100" b="1" i="0" u="none" strike="noStrike" kern="1200" cap="none" spc="0" normalizeH="0" baseline="0" noProof="0" dirty="0">
                <a:ln>
                  <a:noFill/>
                </a:ln>
                <a:solidFill>
                  <a:prstClr val="black"/>
                </a:solidFill>
                <a:effectLst/>
                <a:uLnTx/>
                <a:uFillTx/>
                <a:latin typeface="Calibri Light" panose="020F0302020204030204"/>
                <a:ea typeface="ＭＳ Ｐゴシック" charset="0"/>
                <a:cs typeface="Arial"/>
              </a:rPr>
              <a:t>debe de realizar </a:t>
            </a:r>
            <a:r>
              <a:rPr kumimoji="0" lang="es-MX" sz="1100" b="1" i="0" u="sng" strike="noStrike" kern="1200" cap="none" spc="0" normalizeH="0" baseline="0" noProof="0" dirty="0">
                <a:ln>
                  <a:noFill/>
                </a:ln>
                <a:solidFill>
                  <a:prstClr val="black"/>
                </a:solidFill>
                <a:effectLst/>
                <a:uLnTx/>
                <a:uFillTx/>
                <a:latin typeface="Calibri Light" panose="020F0302020204030204"/>
                <a:ea typeface="ＭＳ Ｐゴシック" charset="0"/>
                <a:cs typeface="Arial"/>
              </a:rPr>
              <a:t>en oficina</a:t>
            </a:r>
            <a:r>
              <a:rPr kumimoji="0" lang="es-MX" sz="1100" b="1" i="0" u="none" strike="noStrike" kern="1200" cap="none" spc="0" normalizeH="0" baseline="0" noProof="0" dirty="0">
                <a:ln>
                  <a:noFill/>
                </a:ln>
                <a:solidFill>
                  <a:prstClr val="black"/>
                </a:solidFill>
                <a:effectLst/>
                <a:uLnTx/>
                <a:uFillTx/>
                <a:latin typeface="Calibri Light" panose="020F0302020204030204"/>
                <a:ea typeface="ＭＳ Ｐゴシック" charset="0"/>
                <a:cs typeface="Arial"/>
              </a:rPr>
              <a:t> </a:t>
            </a:r>
          </a:p>
          <a:p>
            <a:pPr marL="144000" marR="0" lvl="0" indent="180000" algn="l" defTabSz="457200" rtl="0" eaLnBrk="1" fontAlgn="auto" latinLnBrk="0" hangingPunct="1">
              <a:lnSpc>
                <a:spcPct val="100000"/>
              </a:lnSpc>
              <a:spcBef>
                <a:spcPts val="0"/>
              </a:spcBef>
              <a:spcAft>
                <a:spcPts val="0"/>
              </a:spcAft>
              <a:buClrTx/>
              <a:buSzPct val="93000"/>
              <a:buFont typeface="Arial" charset="0"/>
              <a:buNone/>
              <a:tabLst/>
              <a:defRPr/>
            </a:pPr>
            <a:endParaRPr kumimoji="0" lang="es-MX" sz="1100" b="0" i="1" u="none" strike="noStrike" kern="1200" cap="none" spc="0" normalizeH="0" baseline="0" noProof="0" dirty="0">
              <a:ln>
                <a:noFill/>
              </a:ln>
              <a:solidFill>
                <a:prstClr val="black"/>
              </a:solidFill>
              <a:effectLst/>
              <a:uLnTx/>
              <a:uFillTx/>
              <a:latin typeface="Calibri Light" panose="020F0302020204030204"/>
              <a:ea typeface="ＭＳ Ｐゴシック" charset="0"/>
              <a:cs typeface="Arial"/>
            </a:endParaRPr>
          </a:p>
          <a:p>
            <a:pPr marL="0" marR="0" lvl="0" indent="0" algn="l" defTabSz="457200" rtl="0" eaLnBrk="1" fontAlgn="auto" latinLnBrk="0" hangingPunct="1">
              <a:lnSpc>
                <a:spcPct val="100000"/>
              </a:lnSpc>
              <a:spcBef>
                <a:spcPts val="0"/>
              </a:spcBef>
              <a:spcAft>
                <a:spcPts val="0"/>
              </a:spcAft>
              <a:buClrTx/>
              <a:buSzTx/>
              <a:buFont typeface="Arial" charset="0"/>
              <a:buNone/>
              <a:tabLst/>
              <a:defRPr/>
            </a:pPr>
            <a:r>
              <a:rPr kumimoji="0" lang="es-MX" sz="1100" b="1" i="0" u="none" strike="noStrike" kern="1200" cap="none" spc="0" normalizeH="0" baseline="0" noProof="0" dirty="0">
                <a:ln>
                  <a:noFill/>
                </a:ln>
                <a:solidFill>
                  <a:prstClr val="black"/>
                </a:solidFill>
                <a:effectLst/>
                <a:uLnTx/>
                <a:uFillTx/>
                <a:latin typeface="Calibri Light" panose="020F0302020204030204"/>
                <a:ea typeface="ＭＳ Ｐゴシック" charset="0"/>
                <a:cs typeface="Arial"/>
              </a:rPr>
              <a:t> </a:t>
            </a:r>
          </a:p>
          <a:p>
            <a:pPr marL="144000" marR="0" lvl="0" indent="180000" algn="l" defTabSz="457200" rtl="0" eaLnBrk="1" fontAlgn="auto" latinLnBrk="0" hangingPunct="1">
              <a:lnSpc>
                <a:spcPct val="100000"/>
              </a:lnSpc>
              <a:spcBef>
                <a:spcPts val="0"/>
              </a:spcBef>
              <a:spcAft>
                <a:spcPts val="0"/>
              </a:spcAft>
              <a:buClrTx/>
              <a:buSzPct val="93000"/>
              <a:buFont typeface="Arial" charset="0"/>
              <a:buNone/>
              <a:tabLst/>
              <a:defRPr/>
            </a:pPr>
            <a:r>
              <a:rPr kumimoji="0" lang="es-MX" sz="1100" b="1" i="0" u="none" strike="noStrike" kern="1200" cap="none" spc="0" normalizeH="0" baseline="0" noProof="0" dirty="0">
                <a:ln>
                  <a:noFill/>
                </a:ln>
                <a:solidFill>
                  <a:prstClr val="black"/>
                </a:solidFill>
                <a:effectLst/>
                <a:uLnTx/>
                <a:uFillTx/>
                <a:latin typeface="Calibri Light" panose="020F0302020204030204"/>
                <a:ea typeface="ＭＳ Ｐゴシック" charset="0"/>
                <a:cs typeface="Arial"/>
              </a:rPr>
              <a:t>¿Cuántos días de la semana el rol realiza actividades </a:t>
            </a:r>
            <a:r>
              <a:rPr kumimoji="0" lang="es-MX" sz="1100" b="1" i="0" u="sng" strike="noStrike" kern="1200" cap="none" spc="0" normalizeH="0" baseline="0" noProof="0" dirty="0">
                <a:ln>
                  <a:noFill/>
                </a:ln>
                <a:solidFill>
                  <a:prstClr val="black"/>
                </a:solidFill>
                <a:effectLst/>
                <a:uLnTx/>
                <a:uFillTx/>
                <a:latin typeface="Calibri Light" panose="020F0302020204030204"/>
                <a:ea typeface="ＭＳ Ｐゴシック" charset="0"/>
                <a:cs typeface="Arial"/>
              </a:rPr>
              <a:t>fuera de oficina</a:t>
            </a:r>
            <a:r>
              <a:rPr kumimoji="0" lang="es-MX" sz="1100" b="1" i="0" u="none" strike="noStrike" kern="1200" cap="none" spc="0" normalizeH="0" baseline="0" noProof="0" dirty="0">
                <a:ln>
                  <a:noFill/>
                </a:ln>
                <a:solidFill>
                  <a:prstClr val="black"/>
                </a:solidFill>
                <a:effectLst/>
                <a:uLnTx/>
                <a:uFillTx/>
                <a:latin typeface="Calibri Light" panose="020F0302020204030204"/>
                <a:ea typeface="ＭＳ Ｐゴシック" charset="0"/>
                <a:cs typeface="Arial"/>
              </a:rPr>
              <a:t>? </a:t>
            </a:r>
            <a:endParaRPr kumimoji="0" lang="es-MX" sz="1100" b="0" i="0" u="none" strike="noStrike" kern="1200" cap="none" spc="0" normalizeH="0" baseline="0" noProof="0" dirty="0">
              <a:ln>
                <a:noFill/>
              </a:ln>
              <a:solidFill>
                <a:prstClr val="black"/>
              </a:solidFill>
              <a:effectLst/>
              <a:uLnTx/>
              <a:uFillTx/>
              <a:latin typeface="Calibri Light" panose="020F0302020204030204"/>
              <a:ea typeface="ＭＳ Ｐゴシック" charset="0"/>
              <a:cs typeface="Arial"/>
            </a:endParaRPr>
          </a:p>
        </p:txBody>
      </p:sp>
      <p:graphicFrame>
        <p:nvGraphicFramePr>
          <p:cNvPr id="22" name="5 Tabla">
            <a:extLst>
              <a:ext uri="{FF2B5EF4-FFF2-40B4-BE49-F238E27FC236}">
                <a16:creationId xmlns:a16="http://schemas.microsoft.com/office/drawing/2014/main" id="{EF6C9303-C9C7-4800-BB1F-62587661A828}"/>
              </a:ext>
            </a:extLst>
          </p:cNvPr>
          <p:cNvGraphicFramePr>
            <a:graphicFrameLocks noGrp="1"/>
          </p:cNvGraphicFramePr>
          <p:nvPr>
            <p:extLst>
              <p:ext uri="{D42A27DB-BD31-4B8C-83A1-F6EECF244321}">
                <p14:modId xmlns:p14="http://schemas.microsoft.com/office/powerpoint/2010/main" val="82224464"/>
              </p:ext>
            </p:extLst>
          </p:nvPr>
        </p:nvGraphicFramePr>
        <p:xfrm>
          <a:off x="59500" y="1064578"/>
          <a:ext cx="8775539" cy="2147913"/>
        </p:xfrm>
        <a:graphic>
          <a:graphicData uri="http://schemas.openxmlformats.org/drawingml/2006/table">
            <a:tbl>
              <a:tblPr/>
              <a:tblGrid>
                <a:gridCol w="156210">
                  <a:extLst>
                    <a:ext uri="{9D8B030D-6E8A-4147-A177-3AD203B41FA5}">
                      <a16:colId xmlns:a16="http://schemas.microsoft.com/office/drawing/2014/main" val="20000"/>
                    </a:ext>
                  </a:extLst>
                </a:gridCol>
                <a:gridCol w="3028413">
                  <a:extLst>
                    <a:ext uri="{9D8B030D-6E8A-4147-A177-3AD203B41FA5}">
                      <a16:colId xmlns:a16="http://schemas.microsoft.com/office/drawing/2014/main" val="20001"/>
                    </a:ext>
                  </a:extLst>
                </a:gridCol>
                <a:gridCol w="4270838">
                  <a:extLst>
                    <a:ext uri="{9D8B030D-6E8A-4147-A177-3AD203B41FA5}">
                      <a16:colId xmlns:a16="http://schemas.microsoft.com/office/drawing/2014/main" val="20002"/>
                    </a:ext>
                  </a:extLst>
                </a:gridCol>
                <a:gridCol w="1320078">
                  <a:extLst>
                    <a:ext uri="{9D8B030D-6E8A-4147-A177-3AD203B41FA5}">
                      <a16:colId xmlns:a16="http://schemas.microsoft.com/office/drawing/2014/main" val="20003"/>
                    </a:ext>
                  </a:extLst>
                </a:gridCol>
              </a:tblGrid>
              <a:tr h="412220">
                <a:tc>
                  <a:txBody>
                    <a:bodyPr/>
                    <a:lstStyle/>
                    <a:p>
                      <a:pPr algn="l" fontAlgn="b"/>
                      <a:r>
                        <a:rPr lang="es-MX" sz="900" b="0" i="0" u="none" strike="noStrike">
                          <a:solidFill>
                            <a:srgbClr val="000000"/>
                          </a:solidFill>
                          <a:effectLst/>
                          <a:latin typeface="Calibri"/>
                        </a:rPr>
                        <a:t> a</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ctr" fontAlgn="ctr"/>
                      <a:r>
                        <a:rPr lang="es-MX" sz="1000" b="1" i="0" u="none" strike="noStrike">
                          <a:solidFill>
                            <a:srgbClr val="000000"/>
                          </a:solidFill>
                          <a:effectLst/>
                          <a:latin typeface="Verdana"/>
                          <a:cs typeface="Arial"/>
                        </a:rPr>
                        <a:t>Puesto/ Área</a:t>
                      </a:r>
                      <a:endParaRPr lang="es-MX" sz="1000" b="1" i="0" u="none" strike="noStrike">
                        <a:solidFill>
                          <a:srgbClr val="000000"/>
                        </a:solidFill>
                        <a:effectLst/>
                        <a:latin typeface="Verdana"/>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s-MX" sz="1000" b="1" i="0" u="none" strike="noStrike">
                          <a:solidFill>
                            <a:srgbClr val="000000"/>
                          </a:solidFill>
                          <a:effectLst/>
                          <a:latin typeface="Verdana"/>
                          <a:cs typeface="Arial"/>
                        </a:rPr>
                        <a:t>Objetivo Relación: </a:t>
                      </a:r>
                      <a:endParaRPr lang="es-MX" sz="1000" b="1" i="0" u="none" strike="noStrike">
                        <a:solidFill>
                          <a:srgbClr val="000000"/>
                        </a:solidFill>
                        <a:effectLst/>
                        <a:latin typeface="Verdana"/>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s-MX" sz="1000" b="1" i="0" u="none" strike="noStrike">
                          <a:solidFill>
                            <a:srgbClr val="000000"/>
                          </a:solidFill>
                          <a:effectLst/>
                          <a:latin typeface="Verdana"/>
                          <a:cs typeface="Arial"/>
                        </a:rPr>
                        <a:t>Frecuencia:</a:t>
                      </a:r>
                    </a:p>
                    <a:p>
                      <a:pPr algn="ctr" fontAlgn="ctr"/>
                      <a:r>
                        <a:rPr lang="es-MX" sz="600" b="0" i="0" u="none" strike="noStrike">
                          <a:solidFill>
                            <a:srgbClr val="000000"/>
                          </a:solidFill>
                          <a:effectLst/>
                          <a:latin typeface="Verdana"/>
                          <a:cs typeface="Arial"/>
                        </a:rPr>
                        <a:t>(Diario, Semanal, Mes, Anual)</a:t>
                      </a:r>
                      <a:endParaRPr lang="es-MX" sz="600" b="0" i="0" u="none" strike="noStrike">
                        <a:solidFill>
                          <a:srgbClr val="000000"/>
                        </a:solidFill>
                        <a:effectLst/>
                        <a:latin typeface="Verdana"/>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204199">
                <a:tc rowSpan="7">
                  <a:txBody>
                    <a:bodyPr/>
                    <a:lstStyle/>
                    <a:p>
                      <a:pPr algn="ctr" fontAlgn="ctr"/>
                      <a:r>
                        <a:rPr lang="es-MX" sz="900" b="1" i="0" u="none" strike="noStrike">
                          <a:solidFill>
                            <a:srgbClr val="FFFFFF"/>
                          </a:solidFill>
                          <a:effectLst/>
                          <a:latin typeface="Verdana"/>
                        </a:rPr>
                        <a:t>INTERNAS</a:t>
                      </a:r>
                    </a:p>
                  </a:txBody>
                  <a:tcPr marL="9525" marR="9525" marT="9525" marB="0" vert="vert27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0000"/>
                    </a:solidFill>
                  </a:tcPr>
                </a:tc>
                <a:tc>
                  <a:txBody>
                    <a:bodyPr/>
                    <a:lstStyle/>
                    <a:p>
                      <a:pPr algn="l">
                        <a:spcAft>
                          <a:spcPts val="0"/>
                        </a:spcAft>
                        <a:tabLst>
                          <a:tab pos="5943600" algn="l"/>
                        </a:tabLst>
                      </a:pPr>
                      <a:endParaRPr lang="es-MX" sz="1050" dirty="0">
                        <a:effectLst/>
                        <a:latin typeface="+mj-lt"/>
                        <a:ea typeface="Times New Roman" panose="02020603050405020304" pitchFamily="18" charset="0"/>
                        <a:cs typeface="Arial" panose="020B0604020202020204" pitchFamily="34" charset="0"/>
                      </a:endParaRPr>
                      <a:r>
                        <a:t>Director Estrategia y Transformación</a:t>
                      </a: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a:spcAft>
                          <a:spcPts val="0"/>
                        </a:spcAft>
                        <a:tabLst>
                          <a:tab pos="5943600" algn="l"/>
                        </a:tabLst>
                      </a:pPr>
                      <a:endParaRPr lang="es-MX" sz="900" dirty="0">
                        <a:effectLst/>
                        <a:latin typeface="+mj-lt"/>
                        <a:ea typeface="Times New Roman" panose="02020603050405020304" pitchFamily="18" charset="0"/>
                        <a:cs typeface="Arial" panose="020B0604020202020204" pitchFamily="34" charset="0"/>
                      </a:endParaRPr>
                      <a:r>
                        <a:t>Alineación estratégica y rendición de cuentas del área</a:t>
                      </a: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5943600" algn="l"/>
                        </a:tabLst>
                        <a:defRPr/>
                      </a:pPr>
                      <a:endParaRPr lang="es-MX" sz="900" kern="1200" dirty="0">
                        <a:solidFill>
                          <a:schemeClr val="tx1"/>
                        </a:solidFill>
                        <a:effectLst/>
                        <a:latin typeface="+mj-lt"/>
                        <a:ea typeface="+mn-ea"/>
                        <a:cs typeface="Arial" panose="020B0604020202020204" pitchFamily="34" charset="0"/>
                      </a:endParaRPr>
                      <a:r>
                        <a:t>Mensual</a:t>
                      </a:r>
                    </a:p>
                  </a:txBody>
                  <a:tcPr marL="68580" marR="6858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06299">
                <a:tc vMerge="1">
                  <a:txBody>
                    <a:bodyPr/>
                    <a:lstStyle/>
                    <a:p>
                      <a:endParaRPr lang="es-MX"/>
                      <a:r>
                        <a:t/>
                      </a:r>
                    </a:p>
                  </a:txBody>
                  <a:tcPr/>
                </a:tc>
                <a:tc>
                  <a:txBody>
                    <a:bodyPr/>
                    <a:lstStyle/>
                    <a:p>
                      <a:pPr algn="l">
                        <a:spcAft>
                          <a:spcPts val="0"/>
                        </a:spcAft>
                        <a:tabLst>
                          <a:tab pos="5943600" algn="l"/>
                        </a:tabLst>
                      </a:pPr>
                      <a:endParaRPr lang="es-MX" sz="1050" dirty="0">
                        <a:effectLst/>
                        <a:latin typeface="+mj-lt"/>
                        <a:ea typeface="Times New Roman" panose="02020603050405020304" pitchFamily="18" charset="0"/>
                        <a:cs typeface="Arial" panose="020B0604020202020204" pitchFamily="34" charset="0"/>
                      </a:endParaRPr>
                      <a:r>
                        <a:t>TI</a:t>
                      </a: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a:spcAft>
                          <a:spcPts val="0"/>
                        </a:spcAft>
                        <a:tabLst>
                          <a:tab pos="5943600" algn="l"/>
                        </a:tabLst>
                      </a:pPr>
                      <a:endParaRPr lang="es-MX" sz="900" kern="1200" dirty="0">
                        <a:solidFill>
                          <a:schemeClr val="tx1"/>
                        </a:solidFill>
                        <a:effectLst/>
                        <a:latin typeface="+mj-lt"/>
                        <a:ea typeface="Times New Roman" panose="02020603050405020304" pitchFamily="18" charset="0"/>
                        <a:cs typeface="Arial" panose="020B0604020202020204" pitchFamily="34" charset="0"/>
                      </a:endParaRPr>
                      <a:r>
                        <a:t>Integración tecnológica y habilitación de servicios financieros</a:t>
                      </a: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5943600" algn="l"/>
                        </a:tabLst>
                        <a:defRPr/>
                      </a:pPr>
                      <a:endParaRPr lang="es-MX" sz="900" kern="1200" dirty="0">
                        <a:solidFill>
                          <a:schemeClr val="tx1"/>
                        </a:solidFill>
                        <a:effectLst/>
                        <a:latin typeface="+mj-lt"/>
                        <a:ea typeface="+mn-ea"/>
                        <a:cs typeface="Arial" panose="020B0604020202020204" pitchFamily="34" charset="0"/>
                      </a:endParaRPr>
                      <a:r>
                        <a:t>Semanal</a:t>
                      </a:r>
                    </a:p>
                  </a:txBody>
                  <a:tcPr marL="68580" marR="6858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04199">
                <a:tc vMerge="1">
                  <a:txBody>
                    <a:bodyPr/>
                    <a:lstStyle/>
                    <a:p>
                      <a:endParaRPr lang="es-MX"/>
                      <a:r>
                        <a:t/>
                      </a:r>
                    </a:p>
                  </a:txBody>
                  <a:tcPr/>
                </a:tc>
                <a:tc>
                  <a:txBody>
                    <a:bodyPr/>
                    <a:lstStyle/>
                    <a:p>
                      <a:pPr algn="l">
                        <a:spcAft>
                          <a:spcPts val="0"/>
                        </a:spcAft>
                        <a:tabLst>
                          <a:tab pos="5943600" algn="l"/>
                        </a:tabLst>
                      </a:pPr>
                      <a:endParaRPr lang="es-MX" sz="1050" dirty="0">
                        <a:effectLst/>
                        <a:latin typeface="+mj-lt"/>
                        <a:ea typeface="Times New Roman" panose="02020603050405020304" pitchFamily="18" charset="0"/>
                        <a:cs typeface="Arial" panose="020B0604020202020204" pitchFamily="34" charset="0"/>
                      </a:endParaRPr>
                      <a:r>
                        <a:t>Finanzas y Legal</a:t>
                      </a: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5943600" algn="l"/>
                        </a:tabLst>
                        <a:defRPr/>
                      </a:pPr>
                      <a:endParaRPr lang="es-MX" sz="900" kern="1200" dirty="0">
                        <a:solidFill>
                          <a:schemeClr val="tx1"/>
                        </a:solidFill>
                        <a:effectLst/>
                        <a:latin typeface="+mj-lt"/>
                        <a:ea typeface="Times New Roman" panose="02020603050405020304" pitchFamily="18" charset="0"/>
                        <a:cs typeface="Arial" panose="020B0604020202020204" pitchFamily="34" charset="0"/>
                      </a:endParaRPr>
                      <a:r>
                        <a:t>Cumplimiento regulatorio y gestión de riesgos financieros</a:t>
                      </a: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5943600" algn="l"/>
                        </a:tabLst>
                        <a:defRPr/>
                      </a:pPr>
                      <a:endParaRPr lang="es-MX" sz="900" kern="1200" dirty="0">
                        <a:solidFill>
                          <a:schemeClr val="tx1"/>
                        </a:solidFill>
                        <a:effectLst/>
                        <a:latin typeface="+mj-lt"/>
                        <a:ea typeface="+mn-ea"/>
                        <a:cs typeface="Arial" panose="020B0604020202020204" pitchFamily="34" charset="0"/>
                      </a:endParaRPr>
                      <a:r>
                        <a:t>Mensual</a:t>
                      </a:r>
                    </a:p>
                  </a:txBody>
                  <a:tcPr marL="68580" marR="6858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04199">
                <a:tc vMerge="1">
                  <a:txBody>
                    <a:bodyPr/>
                    <a:lstStyle/>
                    <a:p>
                      <a:endParaRPr lang="es-MX"/>
                      <a:r>
                        <a:t/>
                      </a:r>
                    </a:p>
                  </a:txBody>
                  <a:tcPr/>
                </a:tc>
                <a:tc>
                  <a:txBody>
                    <a:bodyPr/>
                    <a:lstStyle/>
                    <a:p>
                      <a:pPr algn="l">
                        <a:spcAft>
                          <a:spcPts val="0"/>
                        </a:spcAft>
                        <a:tabLst>
                          <a:tab pos="5943600" algn="l"/>
                        </a:tabLst>
                      </a:pPr>
                      <a:endParaRPr lang="es-MX" sz="1050" dirty="0">
                        <a:effectLst/>
                        <a:latin typeface="+mj-lt"/>
                        <a:ea typeface="Times New Roman" panose="02020603050405020304" pitchFamily="18" charset="0"/>
                        <a:cs typeface="Arial" panose="020B0604020202020204" pitchFamily="34" charset="0"/>
                      </a:endParaRPr>
                      <a:r>
                        <a:t>Operaciones</a:t>
                      </a: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5943600" algn="l"/>
                        </a:tabLst>
                        <a:defRPr/>
                      </a:pPr>
                      <a:endParaRPr lang="es-MX" sz="900" kern="1200" dirty="0">
                        <a:solidFill>
                          <a:schemeClr val="tx1"/>
                        </a:solidFill>
                        <a:effectLst/>
                        <a:latin typeface="+mj-lt"/>
                        <a:ea typeface="Times New Roman" panose="02020603050405020304" pitchFamily="18" charset="0"/>
                        <a:cs typeface="Arial" panose="020B0604020202020204" pitchFamily="34" charset="0"/>
                      </a:endParaRPr>
                      <a:r>
                        <a:t>Ejecución y habilitación de servicios financieros en tienda</a:t>
                      </a: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5943600" algn="l"/>
                        </a:tabLst>
                        <a:defRPr/>
                      </a:pPr>
                      <a:endParaRPr lang="es-MX" sz="900" kern="1200" noProof="0" dirty="0">
                        <a:solidFill>
                          <a:schemeClr val="tx1"/>
                        </a:solidFill>
                        <a:effectLst/>
                        <a:latin typeface="+mj-lt"/>
                        <a:ea typeface="+mn-ea"/>
                        <a:cs typeface="Arial" panose="020B0604020202020204" pitchFamily="34" charset="0"/>
                      </a:endParaRPr>
                      <a:r>
                        <a:t>Quincenal</a:t>
                      </a:r>
                    </a:p>
                  </a:txBody>
                  <a:tcPr marL="68580" marR="6858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04199">
                <a:tc vMerge="1">
                  <a:txBody>
                    <a:bodyPr/>
                    <a:lstStyle/>
                    <a:p>
                      <a:endParaRPr lang="es-MX"/>
                      <a:r>
                        <a:t>EXTERNAS</a:t>
                      </a:r>
                    </a:p>
                  </a:txBody>
                  <a:tcPr/>
                </a:tc>
                <a:tc>
                  <a:txBody>
                    <a:bodyPr/>
                    <a:lstStyle/>
                    <a:p>
                      <a:pPr algn="l">
                        <a:spcAft>
                          <a:spcPts val="0"/>
                        </a:spcAft>
                        <a:tabLst>
                          <a:tab pos="5943600" algn="l"/>
                        </a:tabLst>
                      </a:pPr>
                      <a:endParaRPr lang="es-MX" sz="1050" dirty="0">
                        <a:effectLst/>
                        <a:latin typeface="+mj-lt"/>
                        <a:ea typeface="Times New Roman" panose="02020603050405020304" pitchFamily="18" charset="0"/>
                        <a:cs typeface="Arial" panose="020B0604020202020204" pitchFamily="34" charset="0"/>
                      </a:endParaRPr>
                      <a:r>
                        <a:t>Socios Financieros (bancos, fintechs)</a:t>
                      </a: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5943600" algn="l"/>
                        </a:tabLst>
                        <a:defRPr/>
                      </a:pPr>
                      <a:endParaRPr lang="es-MX" sz="900" kern="1200" dirty="0">
                        <a:solidFill>
                          <a:schemeClr val="tx1"/>
                        </a:solidFill>
                        <a:effectLst/>
                        <a:latin typeface="+mj-lt"/>
                        <a:ea typeface="Times New Roman" panose="02020603050405020304" pitchFamily="18" charset="0"/>
                        <a:cs typeface="Arial" panose="020B0604020202020204" pitchFamily="34" charset="0"/>
                      </a:endParaRPr>
                      <a:r>
                        <a:t>Negociación y desarrollo de nuevos productos y servicios</a:t>
                      </a: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5943600" algn="l"/>
                        </a:tabLst>
                        <a:defRPr/>
                      </a:pPr>
                      <a:endParaRPr lang="es-MX" sz="900" kern="1200" noProof="0" dirty="0">
                        <a:solidFill>
                          <a:schemeClr val="tx1"/>
                        </a:solidFill>
                        <a:effectLst/>
                        <a:latin typeface="+mj-lt"/>
                        <a:ea typeface="+mn-ea"/>
                        <a:cs typeface="Arial" panose="020B0604020202020204" pitchFamily="34" charset="0"/>
                      </a:endParaRPr>
                      <a:r>
                        <a:t>Mensual</a:t>
                      </a:r>
                    </a:p>
                  </a:txBody>
                  <a:tcPr marL="73152" marR="73152"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06299">
                <a:tc vMerge="1">
                  <a:txBody>
                    <a:bodyPr/>
                    <a:lstStyle/>
                    <a:p>
                      <a:pPr algn="ctr" fontAlgn="ctr"/>
                      <a:endParaRPr lang="es-MX" sz="900" b="1" i="0" u="none" strike="noStrike">
                        <a:solidFill>
                          <a:srgbClr val="FFFFFF"/>
                        </a:solidFill>
                        <a:effectLst/>
                        <a:latin typeface="Verdana"/>
                      </a:endParaRPr>
                    </a:p>
                  </a:txBody>
                  <a:tcPr marL="9525" marR="9525" marT="9525" marB="0" vert="vert27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0000"/>
                    </a:solidFill>
                  </a:tcPr>
                </a:tc>
                <a:tc>
                  <a:txBody>
                    <a:bodyPr/>
                    <a:lstStyle/>
                    <a:p>
                      <a:pPr algn="l">
                        <a:spcAft>
                          <a:spcPts val="0"/>
                        </a:spcAft>
                        <a:tabLst>
                          <a:tab pos="5943600" algn="l"/>
                        </a:tabLst>
                      </a:pPr>
                      <a:endParaRPr lang="es-MX" sz="1050" dirty="0">
                        <a:effectLst/>
                        <a:latin typeface="+mj-lt"/>
                        <a:ea typeface="Times New Roman" panose="02020603050405020304" pitchFamily="18" charset="0"/>
                        <a:cs typeface="Arial" panose="020B0604020202020204" pitchFamily="34" charset="0"/>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l" defTabSz="914400" rtl="0" eaLnBrk="1" latinLnBrk="0" hangingPunct="1">
                        <a:spcAft>
                          <a:spcPts val="0"/>
                        </a:spcAft>
                        <a:tabLst>
                          <a:tab pos="5943600" algn="l"/>
                        </a:tabLst>
                      </a:pPr>
                      <a:endParaRPr lang="es-MX" sz="900" kern="1200" dirty="0">
                        <a:solidFill>
                          <a:schemeClr val="tx1"/>
                        </a:solidFill>
                        <a:effectLst/>
                        <a:latin typeface="+mj-lt"/>
                        <a:ea typeface="Times New Roman" panose="02020603050405020304" pitchFamily="18" charset="0"/>
                        <a:cs typeface="Arial" panose="020B0604020202020204" pitchFamily="34" charset="0"/>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5943600" algn="l"/>
                        </a:tabLst>
                        <a:defRPr/>
                      </a:pPr>
                      <a:endParaRPr lang="es-MX" sz="900" kern="1200" noProof="0" dirty="0">
                        <a:solidFill>
                          <a:schemeClr val="tx1"/>
                        </a:solidFill>
                        <a:effectLst/>
                        <a:latin typeface="+mj-lt"/>
                        <a:ea typeface="+mn-ea"/>
                        <a:cs typeface="Arial" panose="020B0604020202020204" pitchFamily="34" charset="0"/>
                      </a:endParaRPr>
                    </a:p>
                  </a:txBody>
                  <a:tcPr marL="73152"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73445128"/>
                  </a:ext>
                </a:extLst>
              </a:tr>
              <a:tr h="306299">
                <a:tc vMerge="1">
                  <a:txBody>
                    <a:bodyPr/>
                    <a:lstStyle/>
                    <a:p>
                      <a:pPr algn="ctr" fontAlgn="ctr"/>
                      <a:endParaRPr lang="es-MX" sz="900" b="1" i="0" u="none" strike="noStrike">
                        <a:solidFill>
                          <a:srgbClr val="FFFFFF"/>
                        </a:solidFill>
                        <a:effectLst/>
                        <a:latin typeface="Verdana"/>
                      </a:endParaRPr>
                    </a:p>
                  </a:txBody>
                  <a:tcPr marL="9525" marR="9525" marT="9525" marB="0" vert="vert27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0000"/>
                    </a:solidFill>
                  </a:tcPr>
                </a:tc>
                <a:tc>
                  <a:txBody>
                    <a:bodyPr/>
                    <a:lstStyle/>
                    <a:p>
                      <a:pPr algn="l">
                        <a:spcAft>
                          <a:spcPts val="0"/>
                        </a:spcAft>
                        <a:tabLst>
                          <a:tab pos="5943600" algn="l"/>
                        </a:tabLst>
                      </a:pPr>
                      <a:endParaRPr lang="es-MX" sz="1050" dirty="0">
                        <a:effectLst/>
                        <a:latin typeface="+mj-lt"/>
                        <a:ea typeface="Times New Roman" panose="02020603050405020304" pitchFamily="18" charset="0"/>
                        <a:cs typeface="Arial" panose="020B0604020202020204" pitchFamily="34" charset="0"/>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5943600" algn="l"/>
                        </a:tabLst>
                        <a:defRPr/>
                      </a:pPr>
                      <a:endParaRPr lang="es-MX" sz="900" kern="1200" dirty="0">
                        <a:solidFill>
                          <a:schemeClr val="tx1"/>
                        </a:solidFill>
                        <a:effectLst/>
                        <a:latin typeface="+mj-lt"/>
                        <a:ea typeface="Times New Roman" panose="02020603050405020304" pitchFamily="18" charset="0"/>
                        <a:cs typeface="Arial" panose="020B0604020202020204" pitchFamily="34" charset="0"/>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5943600" algn="l"/>
                        </a:tabLst>
                        <a:defRPr/>
                      </a:pPr>
                      <a:endParaRPr lang="es-MX" sz="900" kern="1200" noProof="0" dirty="0">
                        <a:solidFill>
                          <a:schemeClr val="tx1"/>
                        </a:solidFill>
                        <a:effectLst/>
                        <a:latin typeface="+mj-lt"/>
                        <a:ea typeface="+mn-ea"/>
                        <a:cs typeface="Arial" panose="020B0604020202020204" pitchFamily="34" charset="0"/>
                      </a:endParaRPr>
                    </a:p>
                  </a:txBody>
                  <a:tcPr marL="73152"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26936691"/>
                  </a:ext>
                </a:extLst>
              </a:tr>
            </a:tbl>
          </a:graphicData>
        </a:graphic>
      </p:graphicFrame>
      <p:sp>
        <p:nvSpPr>
          <p:cNvPr id="14" name="Title 2">
            <a:extLst>
              <a:ext uri="{FF2B5EF4-FFF2-40B4-BE49-F238E27FC236}">
                <a16:creationId xmlns:a16="http://schemas.microsoft.com/office/drawing/2014/main" id="{6EEB1EA8-A644-4337-AAC7-115BC1895F44}"/>
              </a:ext>
            </a:extLst>
          </p:cNvPr>
          <p:cNvSpPr txBox="1">
            <a:spLocks/>
          </p:cNvSpPr>
          <p:nvPr/>
        </p:nvSpPr>
        <p:spPr>
          <a:xfrm>
            <a:off x="-25355" y="1"/>
            <a:ext cx="7128791" cy="107981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s-MX" sz="1400" b="1" i="0" u="none" strike="noStrike" kern="1200" cap="none" spc="0" normalizeH="0" baseline="0" noProof="0" dirty="0">
                <a:ln>
                  <a:noFill/>
                </a:ln>
                <a:solidFill>
                  <a:prstClr val="white"/>
                </a:solidFill>
                <a:effectLst/>
                <a:uLnTx/>
                <a:uFillTx/>
                <a:latin typeface="Calibri Light" panose="020F0302020204030204"/>
                <a:ea typeface="+mj-ea"/>
                <a:cs typeface="+mj-cs"/>
              </a:rPr>
              <a:t>DESCRIPCIÓN DE PUESTO</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s-MX" sz="1300" b="1" i="0" u="none" strike="noStrike" kern="1200" cap="none" spc="0" normalizeH="0" baseline="0" noProof="0" dirty="0">
                <a:ln>
                  <a:noFill/>
                </a:ln>
                <a:solidFill>
                  <a:prstClr val="white"/>
                </a:solidFill>
                <a:effectLst/>
                <a:uLnTx/>
                <a:uFillTx/>
                <a:latin typeface="Calibri Light" panose="020F0302020204030204"/>
                <a:ea typeface="+mj-ea"/>
                <a:cs typeface="+mj-cs"/>
              </a:rPr>
              <a:t>Nombre Puesto: Gerente Sr Comercial Servicios Financieros</a:t>
            </a:r>
            <a:br>
              <a:rPr kumimoji="0" lang="es-MX" sz="1300" b="1" i="0" u="none" strike="noStrike" kern="1200" cap="none" spc="0" normalizeH="0" baseline="0" noProof="0" dirty="0">
                <a:ln>
                  <a:noFill/>
                </a:ln>
                <a:solidFill>
                  <a:prstClr val="white"/>
                </a:solidFill>
                <a:effectLst/>
                <a:uLnTx/>
                <a:uFillTx/>
                <a:latin typeface="Calibri Light" panose="020F0302020204030204"/>
                <a:ea typeface="+mj-ea"/>
                <a:cs typeface="+mj-cs"/>
              </a:rPr>
            </a:br>
            <a:r>
              <a:rPr kumimoji="0" lang="es-MX" sz="1300" b="1" i="0" u="none" strike="noStrike" kern="1200" cap="none" spc="0" normalizeH="0" baseline="0" noProof="0" dirty="0">
                <a:ln>
                  <a:noFill/>
                </a:ln>
                <a:solidFill>
                  <a:prstClr val="white"/>
                </a:solidFill>
                <a:effectLst/>
                <a:uLnTx/>
                <a:uFillTx/>
                <a:latin typeface="Calibri Light" panose="020F0302020204030204"/>
                <a:ea typeface="+mj-ea"/>
                <a:cs typeface="+mj-cs"/>
              </a:rPr>
              <a:t>Nombre Puesto Jefe Directo: Director Estrategia y Transformación</a:t>
            </a:r>
            <a:br>
              <a:rPr kumimoji="0" lang="es-MX" sz="1300" b="1" i="0" u="none" strike="noStrike" kern="1200" cap="none" spc="0" normalizeH="0" baseline="0" noProof="0" dirty="0">
                <a:ln>
                  <a:noFill/>
                </a:ln>
                <a:solidFill>
                  <a:prstClr val="white"/>
                </a:solidFill>
                <a:effectLst/>
                <a:uLnTx/>
                <a:uFillTx/>
                <a:latin typeface="Calibri Light" panose="020F0302020204030204"/>
                <a:ea typeface="+mj-ea"/>
                <a:cs typeface="+mj-cs"/>
              </a:rPr>
            </a:br>
            <a:r>
              <a:rPr kumimoji="0" lang="es-MX" sz="1300" b="1" i="0" u="none" strike="noStrike" kern="1200" cap="none" spc="0" normalizeH="0" baseline="0" noProof="0" dirty="0">
                <a:ln>
                  <a:noFill/>
                </a:ln>
                <a:solidFill>
                  <a:prstClr val="white"/>
                </a:solidFill>
                <a:effectLst/>
                <a:uLnTx/>
                <a:uFillTx/>
                <a:latin typeface="Calibri Light" panose="020F0302020204030204"/>
                <a:ea typeface="+mj-ea"/>
                <a:cs typeface="+mj-cs"/>
              </a:rPr>
              <a:t>Área Funcional: Estrategia y Transformación</a:t>
            </a:r>
          </a:p>
        </p:txBody>
      </p:sp>
    </p:spTree>
    <p:extLst>
      <p:ext uri="{BB962C8B-B14F-4D97-AF65-F5344CB8AC3E}">
        <p14:creationId xmlns:p14="http://schemas.microsoft.com/office/powerpoint/2010/main" val="1530523345"/>
      </p:ext>
    </p:extLst>
  </p:cSld>
  <p:clrMapOvr>
    <a:masterClrMapping/>
  </p:clrMapOvr>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490EEA5A76710F4D840DE1E91AC235DB" ma:contentTypeVersion="8" ma:contentTypeDescription="Crear nuevo documento." ma:contentTypeScope="" ma:versionID="a627329f695598b768423c404b4654a3">
  <xsd:schema xmlns:xsd="http://www.w3.org/2001/XMLSchema" xmlns:xs="http://www.w3.org/2001/XMLSchema" xmlns:p="http://schemas.microsoft.com/office/2006/metadata/properties" xmlns:ns2="8a18f7ed-58ad-4317-bc87-fb993a59959f" targetNamespace="http://schemas.microsoft.com/office/2006/metadata/properties" ma:root="true" ma:fieldsID="c5b55e182d712a98b03325bd7a40d95c" ns2:_="">
    <xsd:import namespace="8a18f7ed-58ad-4317-bc87-fb993a59959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a18f7ed-58ad-4317-bc87-fb993a59959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ED4A961-A369-4D2A-BFE8-03760C83779B}">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291CCE48-6462-4E5B-951A-50FD2A241D39}">
  <ds:schemaRefs>
    <ds:schemaRef ds:uri="8a18f7ed-58ad-4317-bc87-fb993a59959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53E17A1-E1A1-437E-830A-7EB568E369DE}">
  <ds:schemaRefs>
    <ds:schemaRef ds:uri="http://schemas.microsoft.com/sharepoint/v3/contenttype/forms"/>
  </ds:schemaRefs>
</ds:datastoreItem>
</file>

<file path=docMetadata/LabelInfo.xml><?xml version="1.0" encoding="utf-8"?>
<clbl:labelList xmlns:clbl="http://schemas.microsoft.com/office/2020/mipLabelMetadata">
  <clbl:label id="{08c64559-49c6-47cf-865f-da0233616f0f}" enabled="1" method="Standard" siteId="{66f9ab85-de1a-40d4-b7bb-21565ad57cce}" contentBits="2" removed="0"/>
</clbl:labelList>
</file>

<file path=docProps/app.xml><?xml version="1.0" encoding="utf-8"?>
<Properties xmlns="http://schemas.openxmlformats.org/officeDocument/2006/extended-properties" xmlns:vt="http://schemas.openxmlformats.org/officeDocument/2006/docPropsVTypes">
  <TotalTime>45</TotalTime>
  <Words>182</Words>
  <Application>Microsoft Office PowerPoint</Application>
  <PresentationFormat>Presentación en pantalla (4:3)</PresentationFormat>
  <Paragraphs>61</Paragraphs>
  <Slides>2</Slides>
  <Notes>2</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vt:i4>
      </vt:variant>
    </vt:vector>
  </HeadingPairs>
  <TitlesOfParts>
    <vt:vector size="9" baseType="lpstr">
      <vt:lpstr>Aptos</vt:lpstr>
      <vt:lpstr>Arial</vt:lpstr>
      <vt:lpstr>Calibri</vt:lpstr>
      <vt:lpstr>Calibri Light</vt:lpstr>
      <vt:lpstr>Verdana</vt:lpstr>
      <vt:lpstr>Wingdings</vt:lpstr>
      <vt:lpstr>1_Office Theme</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Gilberto Morales</dc:creator>
  <cp:lastModifiedBy>Andre Pastrana Medina</cp:lastModifiedBy>
  <cp:revision>4</cp:revision>
  <dcterms:created xsi:type="dcterms:W3CDTF">2025-01-29T22:27:57Z</dcterms:created>
  <dcterms:modified xsi:type="dcterms:W3CDTF">2025-06-10T17:26:08Z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0x010100490EEA5A76710F4D840DE1E91AC235DB</vt:lpwstr>
  </property>
  <property fmtid="{D5CDD505-2E9C-101B-9397-08002B2CF9AE}" pid="3" name="ClassificationContentMarkingFooterLocations">
    <vt:lpwstr>1_Office Theme:8</vt:lpwstr>
  </property>
  <property fmtid="{D5CDD505-2E9C-101B-9397-08002B2CF9AE}" pid="4" name="ClassificationContentMarkingFooterText">
    <vt:lpwstr>OXXO | Uso Interno</vt:lpwstr>
  </property>
</Properties>
</file>