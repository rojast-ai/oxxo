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Área Operaciones iCash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Comercial Servicios Financieros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Gestionar y optimizar la operación del servicio iCash, asegurando la correcta implementación, funcionamiento y mantenimiento de las cajas recicladoras y procesos de cash management en tienda, maximizando eficiencia operativa y rentabilidad del servicio.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la operación integral del servicio iCash, coordinando la instalación, funcionamiento y mantenimiento de cajas recicladoras en tienda.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Dar seguimiento a KPIs operativos de iCash, incluyendo número de cajas instaladas, disponibilidad y rentabilidad del servicio.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con TI, Finanzas y Operaciones los procesos de conciliación, reporte y escalamiento de incidencias del servicio iCash.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la relación con proveedores de equipos y servicios de cash management, asegurando soporte oportuno y condiciones contractuales adecuadas.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Identificar e implementar mejoras operativas en el proceso de iCash que reduzcan costos, tiempos de inactividad y riesgo operativo.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Asegurar el cumplimiento regulatorio y los protocolos de seguridad relacionados con el manejo de efectivo en las operaciones de iCash.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Definir la priorización de instalación y mantenimiento de cajas iCash según rentabilidad y necesidades operativas de cada tienda.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Establecer protocolos de respuesta ante incidencias críticas de operación iCash que afecten la continuidad del servicio.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Escalar la implementación de iCash cumpliendo los planes de instalación sin comprometer calidad y disponibilidad del servicio.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Asegurar la rentabilidad del servicio balanceando costos de operación, mantenimiento e ingresos generados por las cajas.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/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Responsable Comercial Medios Pago, Gerente Área Comercial Dispersión Efectivo, Gerente Área Producto, Gerente Área Comercial Corresponsalías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Gte Sr Comercial Servicios Financieros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Reporte de KPIs operativos y expansión de iCash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TI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Integración tecnológica y soporte de plataformas iCash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Operaciones y Despliegue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Coordinación de instalación y mantenimiento en tienda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Área Operaciones iCash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Comercial Servicios Financieros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