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Dispersión Efectivo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y desarrollar el negocio de dispersión de efectivo, asegurando el crecimiento comercial del portafolio, la rentabilidad del servicio y la correcta ejecución operativa, fortaleciendo las relaciones con socios estratégicos y maximizando el valor para clientes, tiendas y el negocio.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estrategia comercial del servicio de dispersión de efectivo, asegurando crecimiento de volumen, margen y adopción del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Desarrollar y mantener relaciones con socios estratégicos de dispersión de efectivo, negociando condiciones comerciales competitivas y modelos de colaboración sostenibles.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comerciales y financieros del servicio de dispersión, proponiendo iniciativas de mejora para cumplir los objetivos del área.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 y Operaciones la correcta ejecución operativa del servicio de dispersión en tienda, resolviendo incidencias y mejorando procesos.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oportunidades de crecimiento en el mercado de dispersión de efectivo, evaluando nuevos segmentos, socios y modalidades de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el cumplimiento regulatorio y de riesgos en todas las operaciones de dispersión de efectivo, coordinando con Compliance y Legal.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estrategias comerciales y de negociación con socios del servicio de dispersión de efectivo.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Priorizar el desarrollo de nuevas oportunidades de negocio en dispersión conforme a rentabilidad e impacto estratégico.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Crecer el volumen de dispersión de efectivo en un entorno de creciente digitalización de pagos y alta competencia.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Gestionar los riesgos regulatorios y operativos del servicio cumpliendo estrictamente con la normativa aplicable.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Responsable Comercial Medios Pago, Gerente Área Operaciones iCash, Gerente Área Producto, Gerente Área Comercial Corresponsalías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Alineación de estrategia y KPIs de dispersión de efectivo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Compliance y Legal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Cumplimiento regulatorio del servicio de dispersión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Socios Estratégicos (empresas dispersoras)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Negociación y desarrollo de relación comercial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Dispersión Efectivo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