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Producto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Liderar el desarrollo y gestión del portafolio de nuevos productos y servicios financieros, definiendo el ciclo end-to-end desde la ideación hasta el lanzamiento, evaluando business cases y asegurando que las nuevas soluciones generen valor diferenciado para clientes, tiendas y el negocio.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el portafolio de nuevos productos financieros, coordinando el ciclo end-to-end desde la conceptualización, desarrollo, evaluación hasta el lanzamiento de nuevas soluciones.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Elaborar y validar business cases de nuevos productos financieros, asegurando viabilidad comercial, financiera y operativa antes de su lanzamiento.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las áreas de TI, Operaciones, Legal y Compliance el desarrollo e implementación de nuevos productos financieros.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al desempeño de los productos lanzados, monitoreando KPIs de adopción, rentabilidad y experiencia del cliente, proponiendo mejoras.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tendencias del mercado financiero y fintech que representen oportunidades de innovación en el portafolio de OXXO.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documentación de productos financieros, incluyendo especificaciones, procesos, materiales de capacitación y comunicación para socios y operaciones.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viabilidad y prioridad de desarrollo de nuevos productos financieros con base en business cases y alineación estratégica.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los criterios de lanzamiento y los KPIs de éxito para cada nuevo producto del portafolio financiero.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Acelerar el time to market de nuevos productos financieros sin comprometer el rigor regulatorio y la calidad operativa.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Desarrollar productos innovadores que se diferencien en un mercado financiero altamente competitivo y regulado.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Responsable Comercial Medios Pago, Gerente Área Operaciones iCash, Gerente Área Comercial Dispersión Efectivo, Gerente Área Comercial Corresponsalías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roadmap de producto y evaluación de business cases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Desarrollo tecnológico de nuevos productos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Legal y Compliance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Validación regulatoria de nuevos productos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Producto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