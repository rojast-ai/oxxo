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Ejecutar los procesos estratégicos del área, incluyendo el análisis de iniciativas, la generación de insights de mercado y competencia, el apoyo en la comunicación estratégica y el seguimiento del sistema de gestión, brindando soporte analítico y operativo a la Gerencia Sr. de Estrategia para asegurar la alineación organizacional y la ejecución de la agenda estratégica de OXXO México.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la definición de estrategias corporativas y de negocio, realizando análisis, benchmarks y síntesis de información estratégica relevante.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al roadmap de iniciativas estratégicas, identificando avances, riesgos y oportunidades de mejora en su ejecución.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Elaborar materiales estratégicos para foros internos y externos, incluyendo presentaciones para el CEO, EDi y reuniones estratégicas.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Incorporar sistemáticamente insights de mercado, tendencias macro y benchmarks competitivos para fundamentar la toma de decisiones estratégicas.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el gobierno estratégico y el sistema de gestión, contribuyendo al diseño de rutinas, contenidos y mecanismos de seguimiento.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Contribuir al desarrollo de alianzas estratégicas externas con instituciones académicas y del ecosistema empresarial.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Seleccionar fuentes de información y metodologías de análisis para la generación de insights estratégicos.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Priorizar y estructurar contenidos estratégicos para materiales y presentaciones de liderazgo.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Sintetizar información compleja y diversa en insights claros y accionables para la toma de decisiones estratégicas.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Mantener actualizados los materiales estratégicos en un entorno de constante cambio y evolución del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Responsable Planeación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Sr Estrategia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análisis estratégicos y prioridades del área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Plataformas y funciones de negocio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Recopilación de inputs y validación de estrategias funcionales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Finanzas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objetivos estratégicos con perspectivas financieras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