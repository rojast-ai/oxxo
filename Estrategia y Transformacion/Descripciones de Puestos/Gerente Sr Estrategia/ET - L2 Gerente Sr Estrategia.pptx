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Sr Estrategia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Director Estrategia y Transformación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Orquestar la ambición estratégica de OXXO Mx, corto-mediano-largo plazo, habilitando una planeación y alineación estratégica efectiva en toda la organización y apoyando la definición de la estrategia de negocio, asegurando el proceso de planeación estratégica anual, traduciendo la estrategia en roadmaps funcionales, asegurando un performance del negocio con Sistema de Gestión y apoyando las comunicaciones del CEO y el equipo directivo.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Desarrollo de la Estrategia: Brindar soporte a la Dirección de Estrategia y Transformación en la definición de las estrategias corporativas y de negocio de OXXO México.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Desarrollo de Capacidades Organizacionales: Orquestar el desarrollo de capacidades organizacionales con las áreas involucradas de acuerdo con la planeación estratégica de negocio, buscando el desarrollo de ventajas competitivas al corto-mediano-largo plazo y la sostenibilidad de estas.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Proceso de Planeación: Liderar el ciclo de planeación estratégica end to end; alineando tiempos y resultados, facilitando los debates sobre priorización y alineación; así como garantizando la responsabilidad organizacional en el proceso.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Alineación funcional: Asociarse con las diferentes plataformas / funciones de negocio para convertir la estrategia en roadmaps procesables y mensurables; garantizando vínculos claros entre las prioridades estratégicas y los planes funcionales.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Iniciativas estratégicas: Brindar apoyo práctico, según sea necesario, a los equipos de negocios para definir iniciativas de alto impacto (propuesta de valor, justificación, necesidades de recursos); garantizando que cada iniciativa respalde a la Estrategia OXXO Mx.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Comunicación Estratégica: Preparar narrativas estratégicas y materiales a nivel Dirección para apoyar al CEO y al equipo de liderazgo en la articulación de la visión oficial de la estrategia, el progreso y las opciones críticas; creación de materiales para foros clave y diseño y orquestación de los Foros Anuales de Comunicación OXXO.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Gobierno Estratégico y Sistema de Gestión: Definir y asegurar la alineación de los objetivos del negocio con las prioridades estratégicas; fungir como dueños del sistema de gestión para el cumplimiento de la estrategia, siendo responsables del diseño de rutinas, contenidos y mecanismos de seguimiento.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Insights de Mercado y de la Competencia: Incorporar de manera sistemática información de mercado y del entorno a través de foros, fuentes externas y análisis especializados, con el fin de proveer insights relevantes que fundamenten la toma de decisiones estratégicas.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Desarrollo de Alianzas Estratégicas Externas: Desarrollar y fortalecer relaciones estratégicas con instituciones académicas, empresariales y del ecosistema, con el objetivo de impulsar la generación de capacidades organizacionales y promover iniciativas que eleven la sostenibilidad y competitividad de OXXO.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el rumbo estratégico del negocio, en un corto, mediano y largo plazo.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objetivos clave para la organización que asegure la estrategia de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Priorizar las iniciativas estratégicas de acuerdo a prioridades y necesidades de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Alinear iniciativas con base en la definición estratégica del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los foros o espacios de comunicación adecuados para cascadeo de estrategia de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y gestionar el sistema de gestión OXXO, cross-plataformas, que permita la correcta definición y ejecución de la estrategia.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Poner sobre la mesa insights de mercado relevantes para la toma de decisiones estratégicas.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Decidir y priorizar las capacidades organizacionales a desarrollar con base a la estrategia de negocio.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Construir un roadmap de iniciativas a desarrollar según las necesidades y estrategias de negocio y asegurar contar con las capacidades organizacionales para ello.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2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Responsable Estrategia, Responsable Planeación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Gerente Value Delivery, Gerente Sr Fullfilment, Gerente OXXO Cel, Gerente Sr Comercial Servicios Financieros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Director Estrategia y Transformación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estratégica y reporte de resultados del área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CEO y equipo directivo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Preparación de narrativas estratégicas y materiales para foros clave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Plataformas y funciones de negocio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 prioridades estratégicas y construcción de roadmaps funcionales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Gerente Value Delivery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Coordinación del portafolio de iniciativas y sistema de gestión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Finanzas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del proceso de planeación estratégica y objetivos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Sr Estrategia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Director Estrategia y Transformación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