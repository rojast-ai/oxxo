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Planeación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Liderar la operación del proceso de planeación estratégica anual de OXXO México, coordinando la recopilación, análisis y síntesis de los inputs estratégicos de las áreas, garantizando el cumplimiento de tiempos y la calidad de los entregables del ciclo de planeación, y apoyando el seguimiento de los objetivos estratégicos a través del sistema de gestión.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Liderar y coordinar el ciclo de planeación estratégica anual, gestionando tiempos, entregables y la participación de las distintas plataformas y funciones de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Consolidar y sintetizar los inputs estratégicos de las áreas, asegurando coherencia y alineación con las prioridades corporativas.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al sistema de gestión para el cumplimiento de la estrategia, monitoreando objetivos, indicadores y compromisos organizacionales.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y mantener las rutinas, contenidos y mecanismos de seguimiento del proceso de planeación estratégica.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construcción de roadmaps funcionales que traduzcan las prioridades estratégicas en planes concretos por área.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la preparación de materiales de planeación para foros y reuniones de liderazgo estratégico.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la estructura y metodología del proceso de planeación estratégica anual.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Establecer los criterios de consolidación y priorización de inputs estratégicos de las áreas.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Garantizar la participación y compromiso de todas las plataformas en el proceso de planeación dentro de los tiempos establecidos.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la coherencia y alineación entre los planes funcionales y las prioridades estratégicas corporativas.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Estrategia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Sr Estrategia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del proceso de planeación y sistema de gestión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Plataformas y funciones de negocio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Recopilación de inputs y seguimiento de compromisos estratégicos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del ciclo de planeación con perspectivas y objetivos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Planeación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