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Coordinador Product Owner Servicios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Definir y ejecutar el roadmap de productos digitales y MVPs de los servicios de Fulfillment, coordinando con TI y áreas clave la entrega de soluciones y evolutivos del producto, para asegurar que los servicios generen valor, escalabilidad y simplicidad operativa alineados a los objetivos del negocio.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Definir y priorizar el roadmap de productos digitales y MVPs de Fulfillment, alineado a los objetivos estratégicos del negocio y a las necesidades del cliente.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el backlog de producto, documentando requerimientos, criterios de aceptación y prioridades en coordinación con los stakeholders del negocio.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TI y áreas funcionales clave la entrega efectiva de soluciones y evolutivos del producto, asegurando cumplimiento de tiempos y especificaciones.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KPIs de adopción, uso y experiencia del cliente, proponiendo mejoras al producto con base en datos de desempeño.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la evolución de los procesos de experiencia digital y operativa, garantizando interacciones integradas y de valor para el cliente.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Asegurar que los servicios desarrollados generen valor medible, escalabilidad y simplicidad operativa para el modelo Fulfillment.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Definir la priorización del backlog y los criterios de aceptación de producto en cada ciclo de desarrollo.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Determinar los requerimientos funcionales de las soluciones digitales a desarrollar, balanceando valor al cliente y viabilidad técnica.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Asegurar alineación continua entre los equipos de negocio, TI y operaciones para una entrega ágil y de calidad.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dirty="0">
                <a:solidFill>
                  <a:prstClr val="black"/>
                </a:solidFill>
                <a:latin typeface="Calibri Light" panose="020F0302020204030204"/>
              </a:rPr>
              <a:t>Gestionar expectativas de múltiples stakeholders con prioridades diversas en un entorno dinámico y de constante evolución.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Responsable MKT Adquisición Cliente, Coordinador Op Fullfillment, Responsable Op Dis Fullfillment, Gerente Área Comercial Fullfillment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Gerente Sr Fullfilment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Alineación de roadmap y prioridades de producto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TI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Coordinación de desarrollos y entrega de soluciones digitales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Operaciones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t>Validación de factibilidad operativa de los servicios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Coordinador Product Owner Servicios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