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Área Comercial Fullfillment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Fullfilment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Impulsar la estrategia comercial de los servicios de Fulfillment, asegurando el crecimiento y rentabilidad del portafolio mediante el desarrollo de socios comerciales estratégicos, la correcta ejecución en tienda y el seguimiento a KPIs de volumen, margen y conversión.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Impulsar la estrategia comercial de los servicios de Fulfillment para asegurar crecimiento rentable y cumplimiento de objetivos de volumen y margen.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y desarrollar socios comerciales estratégicos, incluyendo marketplaces y comercios digitales, habilitando nuevas capacidades y modelos de negocio.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Asegurar la adopción de los servicios desde el frente comercial, coordinando la correcta bajada a tienda e impulsando la ejecución efectiva.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Contribuir a la priorización del portafolio de servicios desde la perspectiva comercial y de mercado, aportando visión de clientes y socios.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Dar seguimiento a KPIs comerciales de volumen, margen y conversión, analizando resultados y proponiendo iniciativas de mejora.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con operaciones y marketing el lanzamiento y activación comercial de nuevos servicios y evolutivos del portafolio Fulfillment.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Definir las prioridades y acuerdos comerciales con socios estratégicos del ecosistema Fulfillment.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Establecer la estrategia de activación y ejecución comercial en tienda para los servicios de Fulfillment.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Asegurar adopción y ejecución comercial consistente de los servicios en la red de tiendas con alta variabilidad local.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Desarrollar y escalar relaciones con socios estratégicos en un entorno competitivo donde la propuesta de valor debe diferenciarse continuamente.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/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Coordinador Product Owner Servicios, Responsable MKT Adquisición Cliente, Coordinador Op Fullfillment, Responsable Op Dis Fullfillment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Gerente Sr Fullfilment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Alineación de estrategia comercial y seguimiento de KPIs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Áreas Comerciales y Tienda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Ejecución y activación comercial de servicios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>EXTERNAS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Socios Estratégicos (marketplaces)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Gestión y desarrollo de relaciones comerciales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Mensual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Gerente Área Comercial Fullfillment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Fullfilment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