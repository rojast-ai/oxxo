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56" r:id="rId5"/>
    <p:sldId id="270" r:id="rId6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6BA651-C45F-6761-407A-2F04FC31A8AA}" name="Gilberto Morales" initials="GM" userId="S::gilberto.morales@sintec.com::f5d51218-2b7b-4a05-ab1e-4d8174e6a46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AD0AE1-B110-46CE-A0D9-0400E7A49D40}" v="4" dt="2025-06-10T17:25:59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8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Pastrana Medina" userId="075b1170-c4ec-437d-860e-16d30c1e976b" providerId="ADAL" clId="{E7D94ED1-C6AD-4DD9-A4CF-5A97BD4905BF}"/>
    <pc:docChg chg="undo custSel modSld">
      <pc:chgData name="Andre Pastrana Medina" userId="075b1170-c4ec-437d-860e-16d30c1e976b" providerId="ADAL" clId="{E7D94ED1-C6AD-4DD9-A4CF-5A97BD4905BF}" dt="2025-06-10T17:21:31.939" v="15" actId="20577"/>
      <pc:docMkLst>
        <pc:docMk/>
      </pc:docMkLst>
      <pc:sldChg chg="modSp mod">
        <pc:chgData name="Andre Pastrana Medina" userId="075b1170-c4ec-437d-860e-16d30c1e976b" providerId="ADAL" clId="{E7D94ED1-C6AD-4DD9-A4CF-5A97BD4905BF}" dt="2025-06-10T17:21:31.939" v="15" actId="20577"/>
        <pc:sldMkLst>
          <pc:docMk/>
          <pc:sldMk cId="679105534" sldId="256"/>
        </pc:sldMkLst>
        <pc:spChg chg="mod">
          <ac:chgData name="Andre Pastrana Medina" userId="075b1170-c4ec-437d-860e-16d30c1e976b" providerId="ADAL" clId="{E7D94ED1-C6AD-4DD9-A4CF-5A97BD4905BF}" dt="2025-06-10T17:21:31.939" v="15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E7D94ED1-C6AD-4DD9-A4CF-5A97BD4905BF}" dt="2025-06-10T17:21:30.637" v="12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E7D94ED1-C6AD-4DD9-A4CF-5A97BD4905BF}" dt="2025-06-10T17:21:30.449" v="11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E7D94ED1-C6AD-4DD9-A4CF-5A97BD4905BF}" dt="2025-06-10T17:21:30.056" v="9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E7D94ED1-C6AD-4DD9-A4CF-5A97BD4905BF}" dt="2025-06-10T17:21:29.880" v="8" actId="20577"/>
          <ac:spMkLst>
            <pc:docMk/>
            <pc:sldMk cId="679105534" sldId="256"/>
            <ac:spMk id="9" creationId="{2C2D69A6-DFF2-462D-9933-A6738681F22F}"/>
          </ac:spMkLst>
        </pc:spChg>
      </pc:sldChg>
    </pc:docChg>
  </pc:docChgLst>
  <pc:docChgLst>
    <pc:chgData name="Andre Pastrana Medina" userId="075b1170-c4ec-437d-860e-16d30c1e976b" providerId="ADAL" clId="{14AD0AE1-B110-46CE-A0D9-0400E7A49D40}"/>
    <pc:docChg chg="undo custSel modSld">
      <pc:chgData name="Andre Pastrana Medina" userId="075b1170-c4ec-437d-860e-16d30c1e976b" providerId="ADAL" clId="{14AD0AE1-B110-46CE-A0D9-0400E7A49D40}" dt="2025-06-10T17:26:08.658" v="205" actId="122"/>
      <pc:docMkLst>
        <pc:docMk/>
      </pc:docMkLst>
      <pc:sldChg chg="addSp delSp modSp mod">
        <pc:chgData name="Andre Pastrana Medina" userId="075b1170-c4ec-437d-860e-16d30c1e976b" providerId="ADAL" clId="{14AD0AE1-B110-46CE-A0D9-0400E7A49D40}" dt="2025-06-10T17:26:08.658" v="205" actId="122"/>
        <pc:sldMkLst>
          <pc:docMk/>
          <pc:sldMk cId="679105534" sldId="256"/>
        </pc:sldMkLst>
        <pc:spChg chg="mod">
          <ac:chgData name="Andre Pastrana Medina" userId="075b1170-c4ec-437d-860e-16d30c1e976b" providerId="ADAL" clId="{14AD0AE1-B110-46CE-A0D9-0400E7A49D40}" dt="2025-06-10T17:22:38.725" v="33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14AD0AE1-B110-46CE-A0D9-0400E7A49D40}" dt="2025-06-10T17:22:41.238" v="34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14AD0AE1-B110-46CE-A0D9-0400E7A49D40}" dt="2025-06-10T17:22:44.444" v="36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14AD0AE1-B110-46CE-A0D9-0400E7A49D40}" dt="2025-06-10T17:22:59.546" v="48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14AD0AE1-B110-46CE-A0D9-0400E7A49D40}" dt="2025-06-10T17:23:03.268" v="52" actId="20577"/>
          <ac:spMkLst>
            <pc:docMk/>
            <pc:sldMk cId="679105534" sldId="256"/>
            <ac:spMk id="9" creationId="{2C2D69A6-DFF2-462D-9933-A6738681F22F}"/>
          </ac:spMkLst>
        </pc:spChg>
        <pc:spChg chg="del">
          <ac:chgData name="Andre Pastrana Medina" userId="075b1170-c4ec-437d-860e-16d30c1e976b" providerId="ADAL" clId="{14AD0AE1-B110-46CE-A0D9-0400E7A49D40}" dt="2025-06-10T17:23:18.922" v="59" actId="478"/>
          <ac:spMkLst>
            <pc:docMk/>
            <pc:sldMk cId="679105534" sldId="256"/>
            <ac:spMk id="46" creationId="{C031CCD6-4CFC-FB17-0D35-61912C8E2534}"/>
          </ac:spMkLst>
        </pc:spChg>
        <pc:spChg chg="add mod ord">
          <ac:chgData name="Andre Pastrana Medina" userId="075b1170-c4ec-437d-860e-16d30c1e976b" providerId="ADAL" clId="{14AD0AE1-B110-46CE-A0D9-0400E7A49D40}" dt="2025-06-10T17:25:41.943" v="171" actId="167"/>
          <ac:spMkLst>
            <pc:docMk/>
            <pc:sldMk cId="679105534" sldId="256"/>
            <ac:spMk id="47" creationId="{AA692062-D8DD-BC82-359B-CCC7818A691B}"/>
          </ac:spMkLst>
        </pc:spChg>
        <pc:spChg chg="del">
          <ac:chgData name="Andre Pastrana Medina" userId="075b1170-c4ec-437d-860e-16d30c1e976b" providerId="ADAL" clId="{14AD0AE1-B110-46CE-A0D9-0400E7A49D40}" dt="2025-06-10T17:23:09.444" v="53" actId="478"/>
          <ac:spMkLst>
            <pc:docMk/>
            <pc:sldMk cId="679105534" sldId="256"/>
            <ac:spMk id="48" creationId="{8D873F80-2E12-F52D-1500-9275A85CFF9C}"/>
          </ac:spMkLst>
        </pc:spChg>
        <pc:spChg chg="del mod">
          <ac:chgData name="Andre Pastrana Medina" userId="075b1170-c4ec-437d-860e-16d30c1e976b" providerId="ADAL" clId="{14AD0AE1-B110-46CE-A0D9-0400E7A49D40}" dt="2025-06-10T17:23:12.099" v="56" actId="478"/>
          <ac:spMkLst>
            <pc:docMk/>
            <pc:sldMk cId="679105534" sldId="256"/>
            <ac:spMk id="50" creationId="{1DFD0950-FF0D-29FF-7409-54CBBC8D65E1}"/>
          </ac:spMkLst>
        </pc:spChg>
        <pc:spChg chg="del">
          <ac:chgData name="Andre Pastrana Medina" userId="075b1170-c4ec-437d-860e-16d30c1e976b" providerId="ADAL" clId="{14AD0AE1-B110-46CE-A0D9-0400E7A49D40}" dt="2025-06-10T17:23:15.340" v="58" actId="478"/>
          <ac:spMkLst>
            <pc:docMk/>
            <pc:sldMk cId="679105534" sldId="256"/>
            <ac:spMk id="51" creationId="{CDDF9C12-0A20-F278-639D-853EA6FCC4F2}"/>
          </ac:spMkLst>
        </pc:spChg>
        <pc:spChg chg="del">
          <ac:chgData name="Andre Pastrana Medina" userId="075b1170-c4ec-437d-860e-16d30c1e976b" providerId="ADAL" clId="{14AD0AE1-B110-46CE-A0D9-0400E7A49D40}" dt="2025-06-10T17:23:13.768" v="57" actId="478"/>
          <ac:spMkLst>
            <pc:docMk/>
            <pc:sldMk cId="679105534" sldId="256"/>
            <ac:spMk id="52" creationId="{D4EC6017-9419-37D8-C1AC-BE60AB457C66}"/>
          </ac:spMkLst>
        </pc:spChg>
        <pc:spChg chg="add mod">
          <ac:chgData name="Andre Pastrana Medina" userId="075b1170-c4ec-437d-860e-16d30c1e976b" providerId="ADAL" clId="{14AD0AE1-B110-46CE-A0D9-0400E7A49D40}" dt="2025-06-10T17:26:08.658" v="205" actId="122"/>
          <ac:spMkLst>
            <pc:docMk/>
            <pc:sldMk cId="679105534" sldId="256"/>
            <ac:spMk id="54" creationId="{F50D576C-E788-BDA9-63E3-260B788A03DB}"/>
          </ac:spMkLst>
        </pc:spChg>
        <pc:picChg chg="del">
          <ac:chgData name="Andre Pastrana Medina" userId="075b1170-c4ec-437d-860e-16d30c1e976b" providerId="ADAL" clId="{14AD0AE1-B110-46CE-A0D9-0400E7A49D40}" dt="2025-06-10T17:25:53.523" v="175" actId="478"/>
          <ac:picMkLst>
            <pc:docMk/>
            <pc:sldMk cId="679105534" sldId="256"/>
            <ac:picMk id="3" creationId="{9A953CFC-66BF-451F-96E5-E08A182762BF}"/>
          </ac:picMkLst>
        </pc:picChg>
      </pc:sldChg>
      <pc:sldChg chg="addSp delSp modSp mod">
        <pc:chgData name="Andre Pastrana Medina" userId="075b1170-c4ec-437d-860e-16d30c1e976b" providerId="ADAL" clId="{14AD0AE1-B110-46CE-A0D9-0400E7A49D40}" dt="2025-06-10T17:25:51.730" v="174" actId="478"/>
        <pc:sldMkLst>
          <pc:docMk/>
          <pc:sldMk cId="1530523345" sldId="270"/>
        </pc:sldMkLst>
        <pc:spChg chg="mod">
          <ac:chgData name="Andre Pastrana Medina" userId="075b1170-c4ec-437d-860e-16d30c1e976b" providerId="ADAL" clId="{14AD0AE1-B110-46CE-A0D9-0400E7A49D40}" dt="2025-06-10T17:25:08.536" v="165" actId="5793"/>
          <ac:spMkLst>
            <pc:docMk/>
            <pc:sldMk cId="1530523345" sldId="270"/>
            <ac:spMk id="2" creationId="{64FB9968-904F-456C-99C4-7BE14D39E913}"/>
          </ac:spMkLst>
        </pc:spChg>
        <pc:spChg chg="mod">
          <ac:chgData name="Andre Pastrana Medina" userId="075b1170-c4ec-437d-860e-16d30c1e976b" providerId="ADAL" clId="{14AD0AE1-B110-46CE-A0D9-0400E7A49D40}" dt="2025-06-10T17:24:49.996" v="148" actId="20577"/>
          <ac:spMkLst>
            <pc:docMk/>
            <pc:sldMk cId="1530523345" sldId="270"/>
            <ac:spMk id="3" creationId="{DA15F688-1F35-45B1-A68C-41935C35F8B0}"/>
          </ac:spMkLst>
        </pc:spChg>
        <pc:spChg chg="add mod ord">
          <ac:chgData name="Andre Pastrana Medina" userId="075b1170-c4ec-437d-860e-16d30c1e976b" providerId="ADAL" clId="{14AD0AE1-B110-46CE-A0D9-0400E7A49D40}" dt="2025-06-10T17:25:48.443" v="173" actId="167"/>
          <ac:spMkLst>
            <pc:docMk/>
            <pc:sldMk cId="1530523345" sldId="270"/>
            <ac:spMk id="4" creationId="{34482B10-B1A2-5628-FA7B-1839E80B5DFC}"/>
          </ac:spMkLst>
        </pc:spChg>
        <pc:spChg chg="mod">
          <ac:chgData name="Andre Pastrana Medina" userId="075b1170-c4ec-437d-860e-16d30c1e976b" providerId="ADAL" clId="{14AD0AE1-B110-46CE-A0D9-0400E7A49D40}" dt="2025-06-10T17:24:55.499" v="156" actId="20577"/>
          <ac:spMkLst>
            <pc:docMk/>
            <pc:sldMk cId="1530523345" sldId="270"/>
            <ac:spMk id="12" creationId="{1D756498-9794-42F0-B5EF-4A13E5D07DC5}"/>
          </ac:spMkLst>
        </pc:spChg>
        <pc:spChg chg="mod">
          <ac:chgData name="Andre Pastrana Medina" userId="075b1170-c4ec-437d-860e-16d30c1e976b" providerId="ADAL" clId="{14AD0AE1-B110-46CE-A0D9-0400E7A49D40}" dt="2025-06-10T17:23:37.914" v="65" actId="20577"/>
          <ac:spMkLst>
            <pc:docMk/>
            <pc:sldMk cId="1530523345" sldId="270"/>
            <ac:spMk id="14" creationId="{6EEB1EA8-A644-4337-AAC7-115BC1895F44}"/>
          </ac:spMkLst>
        </pc:spChg>
        <pc:graphicFrameChg chg="modGraphic">
          <ac:chgData name="Andre Pastrana Medina" userId="075b1170-c4ec-437d-860e-16d30c1e976b" providerId="ADAL" clId="{14AD0AE1-B110-46CE-A0D9-0400E7A49D40}" dt="2025-06-10T17:24:46.240" v="147" actId="20577"/>
          <ac:graphicFrameMkLst>
            <pc:docMk/>
            <pc:sldMk cId="1530523345" sldId="270"/>
            <ac:graphicFrameMk id="22" creationId="{EF6C9303-C9C7-4800-BB1F-62587661A828}"/>
          </ac:graphicFrameMkLst>
        </pc:graphicFrameChg>
        <pc:picChg chg="del">
          <ac:chgData name="Andre Pastrana Medina" userId="075b1170-c4ec-437d-860e-16d30c1e976b" providerId="ADAL" clId="{14AD0AE1-B110-46CE-A0D9-0400E7A49D40}" dt="2025-06-10T17:25:51.730" v="174" actId="478"/>
          <ac:picMkLst>
            <pc:docMk/>
            <pc:sldMk cId="1530523345" sldId="270"/>
            <ac:picMk id="13" creationId="{E2663BB0-0439-476E-B299-EA97ACE9705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303B12-F8C2-43C2-8CA3-E417E0E92477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49FC8-85EC-42A4-9422-9726C45212A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3755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Modificada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AC6A2-8D51-4349-96A8-60576A5CA0E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38841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4130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925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4867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1530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636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9018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3335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8826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4645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1199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61753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92EBB51-5501-2B38-C087-FEF269605ED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059238" y="6642100"/>
            <a:ext cx="10541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2057970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B0941E57-8524-442D-AA1E-71E27E8D8793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E3245FAE-0440-417C-89AD-5D987BA90110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Gerente Área Comercial Fullfillment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Sr Fullfilment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4BBF896-9BEA-4AC9-8A7E-3FA108F11265}"/>
              </a:ext>
            </a:extLst>
          </p:cNvPr>
          <p:cNvSpPr txBox="1">
            <a:spLocks/>
          </p:cNvSpPr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ln w="6350">
            <a:solidFill>
              <a:srgbClr val="99002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Propósito del Puesto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Impulsar la estrategia comercial de los servicios de Fulfillment, asegurando el crecimiento y rentabilidad del portafolio mediante el desarrollo de socios comerciales estratégicos, la correcta ejecución en tienda y el seguimiento a KPIs de volumen, margen y conversión.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B449C0C-A873-4B2A-A592-C971D47DCF09}"/>
              </a:ext>
            </a:extLst>
          </p:cNvPr>
          <p:cNvSpPr txBox="1">
            <a:spLocks/>
          </p:cNvSpPr>
          <p:nvPr/>
        </p:nvSpPr>
        <p:spPr bwMode="auto">
          <a:xfrm>
            <a:off x="74102" y="1823416"/>
            <a:ext cx="7191449" cy="341885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Responsabilidades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Impulsar la estrategia comercial de los servicios de Fulfillment para asegurar crecimiento rentable y cumplimiento de objetivos de volumen y margen.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Gestionar y desarrollar socios comerciales estratégicos, incluyendo marketplaces y comercios digitales, habilitando nuevas capacidades y modelos de negocio.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Asegurar la adopción de los servicios desde el frente comercial, coordinando la correcta bajada a tienda e impulsando la ejecución efectiva.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Contribuir a la priorización del portafolio de servicios desde la perspectiva comercial y de mercado, aportando visión de clientes y socios.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Dar seguimiento a KPIs comerciales de volumen, margen y conversión, analizando resultados y proponiendo iniciativas de mejora.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Coordinar con operaciones y marketing el lanzamiento y activación comercial de nuevos servicios y evolutivos del portafolio Fulfillment.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15D17D2-44E5-437D-85A9-8663E6915F24}"/>
              </a:ext>
            </a:extLst>
          </p:cNvPr>
          <p:cNvSpPr txBox="1">
            <a:spLocks/>
          </p:cNvSpPr>
          <p:nvPr/>
        </p:nvSpPr>
        <p:spPr bwMode="auto">
          <a:xfrm>
            <a:off x="74103" y="5272810"/>
            <a:ext cx="44407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Decisiones Relevantes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Definir las prioridades y acuerdos comerciales con socios estratégicos del ecosistema Fulfillment.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Establecer la estrategia de activación y ejecución comercial en tienda para los servicios de Fulfillment.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2D69A6-DFF2-462D-9933-A6738681F22F}"/>
              </a:ext>
            </a:extLst>
          </p:cNvPr>
          <p:cNvSpPr txBox="1">
            <a:spLocks/>
          </p:cNvSpPr>
          <p:nvPr/>
        </p:nvSpPr>
        <p:spPr bwMode="auto">
          <a:xfrm>
            <a:off x="4619672" y="5272810"/>
            <a:ext cx="44280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Principales Retos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Asegurar adopción y ejecución comercial consistente de los servicios en la red de tiendas, con alta variabilidad local.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Desarrollar y escalar relaciones con socios estratégicos en un entorno competitivo donde la propuesta de valor debe diferenciarse continuamente.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</p:txBody>
      </p:sp>
      <p:grpSp>
        <p:nvGrpSpPr>
          <p:cNvPr id="10" name="Grupo 12">
            <a:extLst>
              <a:ext uri="{FF2B5EF4-FFF2-40B4-BE49-F238E27FC236}">
                <a16:creationId xmlns:a16="http://schemas.microsoft.com/office/drawing/2014/main" id="{A746893C-AF94-48A8-8883-58802F3E1DFD}"/>
              </a:ext>
            </a:extLst>
          </p:cNvPr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11" name="39 Rectángulo">
              <a:extLst>
                <a:ext uri="{FF2B5EF4-FFF2-40B4-BE49-F238E27FC236}">
                  <a16:creationId xmlns:a16="http://schemas.microsoft.com/office/drawing/2014/main" id="{DC61830D-58DD-4F58-9ED9-8C6149D2C69E}"/>
                </a:ext>
              </a:extLst>
            </p:cNvPr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1 CuadroTexto">
              <a:extLst>
                <a:ext uri="{FF2B5EF4-FFF2-40B4-BE49-F238E27FC236}">
                  <a16:creationId xmlns:a16="http://schemas.microsoft.com/office/drawing/2014/main" id="{360DED1C-B22A-4096-93CB-0902A3A44024}"/>
                </a:ext>
              </a:extLst>
            </p:cNvPr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Herramientas Puesto:</a:t>
              </a:r>
            </a:p>
          </p:txBody>
        </p:sp>
      </p:grpSp>
      <p:pic>
        <p:nvPicPr>
          <p:cNvPr id="13" name="Picture 6" descr="https://d30y9cdsu7xlg0.cloudfront.net/png/1999-200.png">
            <a:extLst>
              <a:ext uri="{FF2B5EF4-FFF2-40B4-BE49-F238E27FC236}">
                <a16:creationId xmlns:a16="http://schemas.microsoft.com/office/drawing/2014/main" id="{AA179792-2E49-4795-A057-41AA17D34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892" y="1248360"/>
            <a:ext cx="245644" cy="24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https://d30y9cdsu7xlg0.cloudfront.net/png/41085-200.png">
            <a:extLst>
              <a:ext uri="{FF2B5EF4-FFF2-40B4-BE49-F238E27FC236}">
                <a16:creationId xmlns:a16="http://schemas.microsoft.com/office/drawing/2014/main" id="{E73FE279-A4BB-496B-8A3A-BDDDEA023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993705"/>
            <a:ext cx="175626" cy="17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ttps://d30y9cdsu7xlg0.cloudfront.net/png/1335-200.png">
            <a:extLst>
              <a:ext uri="{FF2B5EF4-FFF2-40B4-BE49-F238E27FC236}">
                <a16:creationId xmlns:a16="http://schemas.microsoft.com/office/drawing/2014/main" id="{8EB642A7-702A-4DE1-AED8-64A0E446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729358"/>
            <a:ext cx="262955" cy="26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https://d30y9cdsu7xlg0.cloudfront.net/png/131938-200.png">
            <a:extLst>
              <a:ext uri="{FF2B5EF4-FFF2-40B4-BE49-F238E27FC236}">
                <a16:creationId xmlns:a16="http://schemas.microsoft.com/office/drawing/2014/main" id="{F112B20D-AF2D-4403-A36A-50CECE79C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483752"/>
            <a:ext cx="235520" cy="23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3 Rectángulo">
            <a:extLst>
              <a:ext uri="{FF2B5EF4-FFF2-40B4-BE49-F238E27FC236}">
                <a16:creationId xmlns:a16="http://schemas.microsoft.com/office/drawing/2014/main" id="{22487BD1-424B-4561-9543-36490BD469B9}"/>
              </a:ext>
            </a:extLst>
          </p:cNvPr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8" name="15 CuadroTexto">
            <a:extLst>
              <a:ext uri="{FF2B5EF4-FFF2-40B4-BE49-F238E27FC236}">
                <a16:creationId xmlns:a16="http://schemas.microsoft.com/office/drawing/2014/main" id="{2A1643D8-3B1E-43E4-809B-4F3F8C67E082}"/>
              </a:ext>
            </a:extLst>
          </p:cNvPr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Laptop</a:t>
            </a:r>
          </a:p>
        </p:txBody>
      </p:sp>
      <p:sp>
        <p:nvSpPr>
          <p:cNvPr id="19" name="16 CuadroTexto">
            <a:extLst>
              <a:ext uri="{FF2B5EF4-FFF2-40B4-BE49-F238E27FC236}">
                <a16:creationId xmlns:a16="http://schemas.microsoft.com/office/drawing/2014/main" id="{5B3588BA-225C-4B8B-A340-C767A6A44AC8}"/>
              </a:ext>
            </a:extLst>
          </p:cNvPr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Escritorio</a:t>
            </a:r>
          </a:p>
        </p:txBody>
      </p:sp>
      <p:sp>
        <p:nvSpPr>
          <p:cNvPr id="20" name="17 CuadroTexto">
            <a:extLst>
              <a:ext uri="{FF2B5EF4-FFF2-40B4-BE49-F238E27FC236}">
                <a16:creationId xmlns:a16="http://schemas.microsoft.com/office/drawing/2014/main" id="{763B8576-89EC-4602-9301-D147041A94DC}"/>
              </a:ext>
            </a:extLst>
          </p:cNvPr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</a:t>
            </a:r>
          </a:p>
        </p:txBody>
      </p:sp>
      <p:sp>
        <p:nvSpPr>
          <p:cNvPr id="21" name="18 CuadroTexto">
            <a:extLst>
              <a:ext uri="{FF2B5EF4-FFF2-40B4-BE49-F238E27FC236}">
                <a16:creationId xmlns:a16="http://schemas.microsoft.com/office/drawing/2014/main" id="{629AEC15-3A8A-435C-B3CB-1B95EB5DB6F0}"/>
              </a:ext>
            </a:extLst>
          </p:cNvPr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Celular </a:t>
            </a:r>
          </a:p>
        </p:txBody>
      </p:sp>
      <p:sp>
        <p:nvSpPr>
          <p:cNvPr id="22" name="31 Rectángulo">
            <a:extLst>
              <a:ext uri="{FF2B5EF4-FFF2-40B4-BE49-F238E27FC236}">
                <a16:creationId xmlns:a16="http://schemas.microsoft.com/office/drawing/2014/main" id="{040F413D-4D4F-471F-879D-45417E885567}"/>
              </a:ext>
            </a:extLst>
          </p:cNvPr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3" name="33 CuadroTexto">
            <a:extLst>
              <a:ext uri="{FF2B5EF4-FFF2-40B4-BE49-F238E27FC236}">
                <a16:creationId xmlns:a16="http://schemas.microsoft.com/office/drawing/2014/main" id="{6E1764D7-956B-4836-A22C-EC23DB86CB9E}"/>
              </a:ext>
            </a:extLst>
          </p:cNvPr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VPN</a:t>
            </a:r>
          </a:p>
        </p:txBody>
      </p:sp>
      <p:sp>
        <p:nvSpPr>
          <p:cNvPr id="24" name="34 CuadroTexto">
            <a:extLst>
              <a:ext uri="{FF2B5EF4-FFF2-40B4-BE49-F238E27FC236}">
                <a16:creationId xmlns:a16="http://schemas.microsoft.com/office/drawing/2014/main" id="{D2193E3B-4006-48B8-BD5B-B3FE716B9285}"/>
              </a:ext>
            </a:extLst>
          </p:cNvPr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Internet </a:t>
            </a:r>
          </a:p>
        </p:txBody>
      </p:sp>
      <p:sp>
        <p:nvSpPr>
          <p:cNvPr id="25" name="35 Rectángulo">
            <a:extLst>
              <a:ext uri="{FF2B5EF4-FFF2-40B4-BE49-F238E27FC236}">
                <a16:creationId xmlns:a16="http://schemas.microsoft.com/office/drawing/2014/main" id="{70E0DB33-1CFC-4153-B0B7-55BE4791DD08}"/>
              </a:ext>
            </a:extLst>
          </p:cNvPr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6" name="36 CuadroTexto">
            <a:extLst>
              <a:ext uri="{FF2B5EF4-FFF2-40B4-BE49-F238E27FC236}">
                <a16:creationId xmlns:a16="http://schemas.microsoft.com/office/drawing/2014/main" id="{3299802D-7DC6-4F87-AB01-5236D5AAA15C}"/>
              </a:ext>
            </a:extLst>
          </p:cNvPr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BI</a:t>
            </a:r>
          </a:p>
        </p:txBody>
      </p:sp>
      <p:sp>
        <p:nvSpPr>
          <p:cNvPr id="27" name="38 CuadroTexto">
            <a:extLst>
              <a:ext uri="{FF2B5EF4-FFF2-40B4-BE49-F238E27FC236}">
                <a16:creationId xmlns:a16="http://schemas.microsoft.com/office/drawing/2014/main" id="{6CB3B794-8194-4085-BC5B-EA6EC0E1CB5D}"/>
              </a:ext>
            </a:extLst>
          </p:cNvPr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SAP</a:t>
            </a:r>
          </a:p>
        </p:txBody>
      </p:sp>
      <p:sp>
        <p:nvSpPr>
          <p:cNvPr id="28" name="40 Rectángulo">
            <a:extLst>
              <a:ext uri="{FF2B5EF4-FFF2-40B4-BE49-F238E27FC236}">
                <a16:creationId xmlns:a16="http://schemas.microsoft.com/office/drawing/2014/main" id="{DA1FC102-237B-4FB9-BB82-8480A0371965}"/>
              </a:ext>
            </a:extLst>
          </p:cNvPr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9" name="41 CuadroTexto">
            <a:extLst>
              <a:ext uri="{FF2B5EF4-FFF2-40B4-BE49-F238E27FC236}">
                <a16:creationId xmlns:a16="http://schemas.microsoft.com/office/drawing/2014/main" id="{F3DA3879-A853-4566-8B3B-0545001CF195}"/>
              </a:ext>
            </a:extLst>
          </p:cNvPr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Retek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0" name="43 CuadroTexto">
            <a:extLst>
              <a:ext uri="{FF2B5EF4-FFF2-40B4-BE49-F238E27FC236}">
                <a16:creationId xmlns:a16="http://schemas.microsoft.com/office/drawing/2014/main" id="{33CD4D57-6BD3-49ED-A6E4-59CEC83D94CF}"/>
              </a:ext>
            </a:extLst>
          </p:cNvPr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Oracle</a:t>
            </a:r>
          </a:p>
        </p:txBody>
      </p:sp>
      <p:sp>
        <p:nvSpPr>
          <p:cNvPr id="31" name="44 Rectángulo">
            <a:extLst>
              <a:ext uri="{FF2B5EF4-FFF2-40B4-BE49-F238E27FC236}">
                <a16:creationId xmlns:a16="http://schemas.microsoft.com/office/drawing/2014/main" id="{84F92013-D432-4DA4-93F9-1C5CA6AB50BE}"/>
              </a:ext>
            </a:extLst>
          </p:cNvPr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2" name="45 CuadroTexto">
            <a:extLst>
              <a:ext uri="{FF2B5EF4-FFF2-40B4-BE49-F238E27FC236}">
                <a16:creationId xmlns:a16="http://schemas.microsoft.com/office/drawing/2014/main" id="{3F6BECE3-8EE7-4AC0-B75D-0D183DDB6207}"/>
              </a:ext>
            </a:extLst>
          </p:cNvPr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SIV</a:t>
            </a:r>
          </a:p>
        </p:txBody>
      </p:sp>
      <p:sp>
        <p:nvSpPr>
          <p:cNvPr id="33" name="46 Rectángulo">
            <a:extLst>
              <a:ext uri="{FF2B5EF4-FFF2-40B4-BE49-F238E27FC236}">
                <a16:creationId xmlns:a16="http://schemas.microsoft.com/office/drawing/2014/main" id="{E636CE0B-B0B7-4FA9-B9C5-015CDC1232A9}"/>
              </a:ext>
            </a:extLst>
          </p:cNvPr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4" name="47 Rectángulo">
            <a:extLst>
              <a:ext uri="{FF2B5EF4-FFF2-40B4-BE49-F238E27FC236}">
                <a16:creationId xmlns:a16="http://schemas.microsoft.com/office/drawing/2014/main" id="{C50780F3-5BF2-4916-BC92-274D33B041BE}"/>
              </a:ext>
            </a:extLst>
          </p:cNvPr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5" name="48 Rectángulo">
            <a:extLst>
              <a:ext uri="{FF2B5EF4-FFF2-40B4-BE49-F238E27FC236}">
                <a16:creationId xmlns:a16="http://schemas.microsoft.com/office/drawing/2014/main" id="{41BFF3D0-1F36-4DC0-96BB-7E1CF827C149}"/>
              </a:ext>
            </a:extLst>
          </p:cNvPr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36" name="Grupo 13">
            <a:extLst>
              <a:ext uri="{FF2B5EF4-FFF2-40B4-BE49-F238E27FC236}">
                <a16:creationId xmlns:a16="http://schemas.microsoft.com/office/drawing/2014/main" id="{94B79221-31F7-4AE2-8BA6-959527BBBD36}"/>
              </a:ext>
            </a:extLst>
          </p:cNvPr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37" name="25 CuadroTexto">
              <a:extLst>
                <a:ext uri="{FF2B5EF4-FFF2-40B4-BE49-F238E27FC236}">
                  <a16:creationId xmlns:a16="http://schemas.microsoft.com/office/drawing/2014/main" id="{0479827A-5583-40D4-9948-595AC75C7571}"/>
                </a:ext>
              </a:extLst>
            </p:cNvPr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latin typeface="+mj-lt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Sistemas / Software: </a:t>
              </a:r>
            </a:p>
          </p:txBody>
        </p:sp>
        <p:sp>
          <p:nvSpPr>
            <p:cNvPr id="38" name="49 Rectángulo">
              <a:extLst>
                <a:ext uri="{FF2B5EF4-FFF2-40B4-BE49-F238E27FC236}">
                  <a16:creationId xmlns:a16="http://schemas.microsoft.com/office/drawing/2014/main" id="{9705D9BB-13E2-4013-B814-F0A7B2F8F4C4}"/>
                </a:ext>
              </a:extLst>
            </p:cNvPr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9" name="53 CuadroTexto">
            <a:extLst>
              <a:ext uri="{FF2B5EF4-FFF2-40B4-BE49-F238E27FC236}">
                <a16:creationId xmlns:a16="http://schemas.microsoft.com/office/drawing/2014/main" id="{96AFC125-8E68-4CC9-8BBE-24E3AFB43C9D}"/>
              </a:ext>
            </a:extLst>
          </p:cNvPr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Autocad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0" name="54 Rectángulo">
            <a:extLst>
              <a:ext uri="{FF2B5EF4-FFF2-40B4-BE49-F238E27FC236}">
                <a16:creationId xmlns:a16="http://schemas.microsoft.com/office/drawing/2014/main" id="{DBDEE9EE-44FA-45AF-BD88-424CB08F719F}"/>
              </a:ext>
            </a:extLst>
          </p:cNvPr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1" name="58 Rectángulo">
            <a:extLst>
              <a:ext uri="{FF2B5EF4-FFF2-40B4-BE49-F238E27FC236}">
                <a16:creationId xmlns:a16="http://schemas.microsoft.com/office/drawing/2014/main" id="{BB9F12A6-6992-4DEB-9E75-053FCAC74F0F}"/>
              </a:ext>
            </a:extLst>
          </p:cNvPr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45" name="Conector recto 20">
            <a:extLst>
              <a:ext uri="{FF2B5EF4-FFF2-40B4-BE49-F238E27FC236}">
                <a16:creationId xmlns:a16="http://schemas.microsoft.com/office/drawing/2014/main" id="{707B27F0-D22A-4154-BA5C-1DF6B7EDB113}"/>
              </a:ext>
            </a:extLst>
          </p:cNvPr>
          <p:cNvCxnSpPr/>
          <p:nvPr/>
        </p:nvCxnSpPr>
        <p:spPr>
          <a:xfrm flipV="1">
            <a:off x="7705019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58 Rectángulo">
            <a:extLst>
              <a:ext uri="{FF2B5EF4-FFF2-40B4-BE49-F238E27FC236}">
                <a16:creationId xmlns:a16="http://schemas.microsoft.com/office/drawing/2014/main" id="{7620F28F-CD5A-44F7-B2B8-537871C7C16C}"/>
              </a:ext>
            </a:extLst>
          </p:cNvPr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53" name="Conector recto 88">
            <a:extLst>
              <a:ext uri="{FF2B5EF4-FFF2-40B4-BE49-F238E27FC236}">
                <a16:creationId xmlns:a16="http://schemas.microsoft.com/office/drawing/2014/main" id="{13D989D9-FC28-4C61-9D1E-DD4EB41F249C}"/>
              </a:ext>
            </a:extLst>
          </p:cNvPr>
          <p:cNvCxnSpPr/>
          <p:nvPr/>
        </p:nvCxnSpPr>
        <p:spPr>
          <a:xfrm flipV="1">
            <a:off x="8462182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57" name="3 Rectángulo">
            <a:extLst>
              <a:ext uri="{FF2B5EF4-FFF2-40B4-BE49-F238E27FC236}">
                <a16:creationId xmlns:a16="http://schemas.microsoft.com/office/drawing/2014/main" id="{A3DF56A7-2EC2-4175-9C9A-DFA0BCB13B7C}"/>
              </a:ext>
            </a:extLst>
          </p:cNvPr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 useBgFill="1">
        <p:nvSpPr>
          <p:cNvPr id="58" name="3 Rectángulo">
            <a:extLst>
              <a:ext uri="{FF2B5EF4-FFF2-40B4-BE49-F238E27FC236}">
                <a16:creationId xmlns:a16="http://schemas.microsoft.com/office/drawing/2014/main" id="{DC9336CD-394F-4FD1-AF85-4F5675C3F08C}"/>
              </a:ext>
            </a:extLst>
          </p:cNvPr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9" name="3 Rectángulo">
            <a:extLst>
              <a:ext uri="{FF2B5EF4-FFF2-40B4-BE49-F238E27FC236}">
                <a16:creationId xmlns:a16="http://schemas.microsoft.com/office/drawing/2014/main" id="{5EFE596B-914B-430D-AD05-7E349675DE42}"/>
              </a:ext>
            </a:extLst>
          </p:cNvPr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0" name="3 Rectángulo">
            <a:extLst>
              <a:ext uri="{FF2B5EF4-FFF2-40B4-BE49-F238E27FC236}">
                <a16:creationId xmlns:a16="http://schemas.microsoft.com/office/drawing/2014/main" id="{513E3870-AEEC-44AB-93C1-C9D4D8F7CD3A}"/>
              </a:ext>
            </a:extLst>
          </p:cNvPr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1" name="3 Rectángulo">
            <a:extLst>
              <a:ext uri="{FF2B5EF4-FFF2-40B4-BE49-F238E27FC236}">
                <a16:creationId xmlns:a16="http://schemas.microsoft.com/office/drawing/2014/main" id="{FBE03FC3-2A7C-43A4-AAA2-D35C85AE35BF}"/>
              </a:ext>
            </a:extLst>
          </p:cNvPr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62" name="Conector recto 97">
            <a:extLst>
              <a:ext uri="{FF2B5EF4-FFF2-40B4-BE49-F238E27FC236}">
                <a16:creationId xmlns:a16="http://schemas.microsoft.com/office/drawing/2014/main" id="{6FE4E04B-0AB2-470C-B33F-5A12739668DD}"/>
              </a:ext>
            </a:extLst>
          </p:cNvPr>
          <p:cNvCxnSpPr/>
          <p:nvPr/>
        </p:nvCxnSpPr>
        <p:spPr>
          <a:xfrm flipV="1">
            <a:off x="7806891" y="2431240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98">
            <a:extLst>
              <a:ext uri="{FF2B5EF4-FFF2-40B4-BE49-F238E27FC236}">
                <a16:creationId xmlns:a16="http://schemas.microsoft.com/office/drawing/2014/main" id="{9F138228-3949-4800-A3CA-2EE3CBCD4186}"/>
              </a:ext>
            </a:extLst>
          </p:cNvPr>
          <p:cNvCxnSpPr/>
          <p:nvPr/>
        </p:nvCxnSpPr>
        <p:spPr>
          <a:xfrm flipV="1">
            <a:off x="7806891" y="2650334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1139211-FB42-484F-9DE3-5F86AFC39BF6}"/>
              </a:ext>
            </a:extLst>
          </p:cNvPr>
          <p:cNvGraphicFramePr>
            <a:graphicFrameLocks noGrp="1"/>
          </p:cNvGraphicFramePr>
          <p:nvPr/>
        </p:nvGraphicFramePr>
        <p:xfrm>
          <a:off x="7332179" y="4418248"/>
          <a:ext cx="1732517" cy="7909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2517">
                  <a:extLst>
                    <a:ext uri="{9D8B030D-6E8A-4147-A177-3AD203B41FA5}">
                      <a16:colId xmlns:a16="http://schemas.microsoft.com/office/drawing/2014/main" val="1709370710"/>
                    </a:ext>
                  </a:extLst>
                </a:gridCol>
              </a:tblGrid>
              <a:tr h="790909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u="none" strike="noStrike">
                          <a:effectLst/>
                        </a:rPr>
                        <a:t>NOTA IMPORTANTE</a:t>
                      </a:r>
                      <a:r>
                        <a:rPr lang="es-MX" sz="1100" u="none" strike="noStrike">
                          <a:effectLst/>
                        </a:rPr>
                        <a:t>: Toda herramienta o software que impacte en gasto, estará sujeta a autorización.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805098"/>
                  </a:ext>
                </a:extLst>
              </a:tr>
            </a:tbl>
          </a:graphicData>
        </a:graphic>
      </p:graphicFrame>
      <p:sp>
        <p:nvSpPr>
          <p:cNvPr id="42" name="CuadroTexto 41">
            <a:extLst>
              <a:ext uri="{FF2B5EF4-FFF2-40B4-BE49-F238E27FC236}">
                <a16:creationId xmlns:a16="http://schemas.microsoft.com/office/drawing/2014/main" id="{C7BE7386-847F-D3C3-1C25-08508DD8A0A1}"/>
              </a:ext>
            </a:extLst>
          </p:cNvPr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59BE0A2-50E4-043A-41EF-77662E59E493}"/>
              </a:ext>
            </a:extLst>
          </p:cNvPr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D216D41-0019-93B7-B5E4-DFAEA3E4E84D}"/>
              </a:ext>
            </a:extLst>
          </p:cNvPr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F50D576C-E788-BDA9-63E3-260B788A03DB}"/>
              </a:ext>
            </a:extLst>
          </p:cNvPr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Colocar logo de </a:t>
            </a:r>
            <a:r>
              <a:rPr lang="es-ES" b="1" dirty="0" err="1"/>
              <a:t>ProxyLogis</a:t>
            </a:r>
            <a:endParaRPr lang="es-419" b="1" dirty="0"/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4482B10-B1A2-5628-FA7B-1839E80B5DFC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4FB9968-904F-456C-99C4-7BE14D39E913}"/>
              </a:ext>
            </a:extLst>
          </p:cNvPr>
          <p:cNvSpPr txBox="1">
            <a:spLocks/>
          </p:cNvSpPr>
          <p:nvPr/>
        </p:nvSpPr>
        <p:spPr bwMode="auto">
          <a:xfrm>
            <a:off x="139564" y="3705118"/>
            <a:ext cx="4388817" cy="266797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Dimensionamiento</a:t>
            </a: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Negocios: OXXO México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Alcance Geográfico: Nacional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Tramo de supervisión: Sin reportes directos</a:t>
            </a:r>
          </a:p>
          <a:p>
            <a:pPr marL="144000" marR="0" lvl="0" indent="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Otros indicadores financieros / operativos (si aplica):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A15F688-1F35-45B1-A68C-41935C35F8B0}"/>
              </a:ext>
            </a:extLst>
          </p:cNvPr>
          <p:cNvSpPr txBox="1">
            <a:spLocks/>
          </p:cNvSpPr>
          <p:nvPr/>
        </p:nvSpPr>
        <p:spPr bwMode="auto">
          <a:xfrm>
            <a:off x="4620903" y="3704137"/>
            <a:ext cx="4392000" cy="105630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Estructura Organizacional</a:t>
            </a: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Reportes Directos: 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Pares: Coordinador Product Owner Servicios, Responsable MKT Adquisición Cliente, Coordinador Op Fullfillment, Responsable Op Dis Fullfillment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  <a:endParaRPr kumimoji="0" lang="es-MX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5" name="8 Rectángulo">
            <a:extLst>
              <a:ext uri="{FF2B5EF4-FFF2-40B4-BE49-F238E27FC236}">
                <a16:creationId xmlns:a16="http://schemas.microsoft.com/office/drawing/2014/main" id="{4A221944-25B5-4C13-A032-54EBDF8E37BE}"/>
              </a:ext>
            </a:extLst>
          </p:cNvPr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Relaciones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C7B3F606-9CA3-40DB-8A25-752D9FAB2FA7}"/>
              </a:ext>
            </a:extLst>
          </p:cNvPr>
          <p:cNvSpPr txBox="1">
            <a:spLocks/>
          </p:cNvSpPr>
          <p:nvPr/>
        </p:nvSpPr>
        <p:spPr bwMode="auto">
          <a:xfrm>
            <a:off x="139564" y="6453259"/>
            <a:ext cx="4388817" cy="338552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Fecha de Modificación:</a:t>
            </a: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6CD99BF-11C5-43DE-95EA-A8DD82AA880F}"/>
              </a:ext>
            </a:extLst>
          </p:cNvPr>
          <p:cNvSpPr txBox="1">
            <a:spLocks/>
          </p:cNvSpPr>
          <p:nvPr/>
        </p:nvSpPr>
        <p:spPr bwMode="auto">
          <a:xfrm>
            <a:off x="4615620" y="6453258"/>
            <a:ext cx="4392000" cy="33855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Modificado por: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Arrow: Pentagon 3">
            <a:extLst>
              <a:ext uri="{FF2B5EF4-FFF2-40B4-BE49-F238E27FC236}">
                <a16:creationId xmlns:a16="http://schemas.microsoft.com/office/drawing/2014/main" id="{2541D061-157A-4306-BB5B-B6202478BDDF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1D756498-9794-42F0-B5EF-4A13E5D07DC5}"/>
              </a:ext>
            </a:extLst>
          </p:cNvPr>
          <p:cNvSpPr txBox="1">
            <a:spLocks/>
          </p:cNvSpPr>
          <p:nvPr/>
        </p:nvSpPr>
        <p:spPr bwMode="auto">
          <a:xfrm>
            <a:off x="4615620" y="4880609"/>
            <a:ext cx="4392000" cy="149248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Características del rol: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% de tiempo dedicado a actividades que el rol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obligatoriamente 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debe de realizar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en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endParaRPr kumimoji="0" lang="es-MX" sz="11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¿Cuántos días de la semana el rol realiza actividades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fuera de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? </a:t>
            </a:r>
            <a:endParaRPr kumimoji="0" lang="es-MX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graphicFrame>
        <p:nvGraphicFramePr>
          <p:cNvPr id="22" name="5 Tabla">
            <a:extLst>
              <a:ext uri="{FF2B5EF4-FFF2-40B4-BE49-F238E27FC236}">
                <a16:creationId xmlns:a16="http://schemas.microsoft.com/office/drawing/2014/main" id="{EF6C9303-C9C7-4800-BB1F-62587661A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24464"/>
              </p:ext>
            </p:extLst>
          </p:nvPr>
        </p:nvGraphicFramePr>
        <p:xfrm>
          <a:off x="59500" y="1064578"/>
          <a:ext cx="8775539" cy="2147913"/>
        </p:xfrm>
        <a:graphic>
          <a:graphicData uri="http://schemas.openxmlformats.org/drawingml/2006/table">
            <a:tbl>
              <a:tblPr/>
              <a:tblGrid>
                <a:gridCol w="156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8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0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220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Puesto/ Área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Objetivo Relación: 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Frecuencia:</a:t>
                      </a:r>
                    </a:p>
                    <a:p>
                      <a:pPr algn="ctr" fontAlgn="ctr"/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(Diario, Semanal, Mes, Anual)</a:t>
                      </a:r>
                      <a:endParaRPr lang="es-MX" sz="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199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s-MX" sz="9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INTERNAS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Gerente Sr Fullfilment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Alineación de estrategia comercial y seguimiento de KPIs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endParaRPr lang="es-MX"/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Áreas Comerciales y Tienda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Ejecución y activación comercial de servicios de Fulfillment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  <a:r>
                        <a:t>EXTERNAS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Socios Estratégicos (marketplaces, fintechs)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Gestión y desarrollo de relaciones comerciales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t>Mensual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73152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3445128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936691"/>
                  </a:ext>
                </a:extLst>
              </a:tr>
            </a:tbl>
          </a:graphicData>
        </a:graphic>
      </p:graphicFrame>
      <p:sp>
        <p:nvSpPr>
          <p:cNvPr id="14" name="Title 2">
            <a:extLst>
              <a:ext uri="{FF2B5EF4-FFF2-40B4-BE49-F238E27FC236}">
                <a16:creationId xmlns:a16="http://schemas.microsoft.com/office/drawing/2014/main" id="{6EEB1EA8-A644-4337-AAC7-115BC1895F44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Gerente Área Comercial Fullfillment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Sr Fullfilment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</p:spTree>
    <p:extLst>
      <p:ext uri="{BB962C8B-B14F-4D97-AF65-F5344CB8AC3E}">
        <p14:creationId xmlns:p14="http://schemas.microsoft.com/office/powerpoint/2010/main" val="153052334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90EEA5A76710F4D840DE1E91AC235DB" ma:contentTypeVersion="8" ma:contentTypeDescription="Crear nuevo documento." ma:contentTypeScope="" ma:versionID="a627329f695598b768423c404b4654a3">
  <xsd:schema xmlns:xsd="http://www.w3.org/2001/XMLSchema" xmlns:xs="http://www.w3.org/2001/XMLSchema" xmlns:p="http://schemas.microsoft.com/office/2006/metadata/properties" xmlns:ns2="8a18f7ed-58ad-4317-bc87-fb993a59959f" targetNamespace="http://schemas.microsoft.com/office/2006/metadata/properties" ma:root="true" ma:fieldsID="c5b55e182d712a98b03325bd7a40d95c" ns2:_="">
    <xsd:import namespace="8a18f7ed-58ad-4317-bc87-fb993a5995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18f7ed-58ad-4317-bc87-fb993a5995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D4A961-A369-4D2A-BFE8-03760C83779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91CCE48-6462-4E5B-951A-50FD2A241D39}">
  <ds:schemaRefs>
    <ds:schemaRef ds:uri="8a18f7ed-58ad-4317-bc87-fb993a59959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53E17A1-E1A1-437E-830A-7EB568E369D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182</Words>
  <Application>Microsoft Office PowerPoint</Application>
  <PresentationFormat>Presentación en pantalla (4:3)</PresentationFormat>
  <Paragraphs>61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Verdana</vt:lpstr>
      <vt:lpstr>Wingdings</vt:lpstr>
      <vt:lpstr>1_Office Theme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Gilberto Morales</dc:creator>
  <cp:lastModifiedBy>Andre Pastrana Medina</cp:lastModifiedBy>
  <cp:revision>4</cp:revision>
  <dcterms:created xsi:type="dcterms:W3CDTF">2025-01-29T22:27:57Z</dcterms:created>
  <dcterms:modified xsi:type="dcterms:W3CDTF">2025-06-10T17:26:08Z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