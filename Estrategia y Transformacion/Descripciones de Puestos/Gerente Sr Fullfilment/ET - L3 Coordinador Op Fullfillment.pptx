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Coordinador Op Fullfillment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Fullfilment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Coordinar la operación end-to-end del modelo Fulfillment en tienda, diseñando e implementando metodologías operativas, estándares y drills que aseguren la correcta ejecución de los servicios, la adopción de cambios y la sostenibilidad del modelo operativo.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Habilitar la correcta ejecución del modelo Fulfillment en tienda, coordinando con operaciones zonales y despliegue para garantizar estándares de servicio.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Diseñar e implementar drills, metodologías operativas y estándares de ejecución para los servicios de Fulfillment, asegurando consistencia en todas las tiendas.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Apoyar el desarrollo de capacidades organizacionales del modelo Fulfillment, identificando necesidades de capacitación y habilitación del personal.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Facilitar la adopción de cambios y evolutivos en la operación, coordinando la comunicación y el acompañamiento al personal de tienda.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Monitorear KPIs operativos de los servicios de Fulfillment en tienda, identificando desviaciones y proponiendo acciones correctivas.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con Operaciones, Despliegue y TI para garantizar la correcta implementación de los servicios a nivel de punto de venta.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Definir los estándares operativos y metodologías de ejecución de los servicios de Fulfillment en tienda.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Establecer prioridades en el plan de drills y habilitación operativa según impacto y urgencia de cada iniciativa.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Garantizar consistencia operativa en miles de tiendas con contextos y capacidades organizacionales diferentes.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Gestionar el cambio operativo en tienda de manera ágil, minimizando fricciones y asegurando adopción efectiva.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/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Coordinador Product Owner Servicios, Responsable MKT Adquisición Cliente, Responsable Op Dis Fullfillment, Gerente Área Comercial Fullfillment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Gerente Sr Fullfilment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Reporte de ejecución operativa y KPIs de tienda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Operaciones y Despliegue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Coordinación de implementación y drills en tienda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TI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Soporte tecnológico para los servicios operativos de Fulfillment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Quincenal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Coordinador Op Fullfillment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Fullfilment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