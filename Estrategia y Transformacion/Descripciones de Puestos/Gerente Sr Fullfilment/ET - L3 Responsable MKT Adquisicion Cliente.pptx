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MKT Adquisición Cliente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Diseñar y ejecutar la estrategia de adquisición y comunicación de los servicios de Fulfillment, impulsando la adopción del cliente mediante mensajes claros, lanzamientos coordinados y seguimiento de KPIs de conversión y funnel de cliente.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Diseñar y ejecutar la estrategia de adquisición de clientes para los servicios de Fulfillment, definiendo canales, mensajes e iniciativas de comunicación que incrementen la adopción.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lanzamientos y estrategias go-to-market con las áreas comerciales y de producto, asegurando alineación de mensajes y timings.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de conversión y funnel de cliente, analizando resultados y proponiendo ajustes a la estrategia de adquisición.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Impulsar la adopción del cliente en tienda y canales digitales, asegurando mensajes claros, materiales de comunicación efectivos y experiencia consistente.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Contribuir a la mejora continua de la experiencia del cliente, identificando oportunidades de optimización en el proceso de adquisición y onboarding.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el equipo de Fulfillment y áreas de marketing la creación de contenidos y materiales de comunicación para los servicios.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los canales de comunicación y adquisición más efectivos para cada servicio de Fulfillment.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Establecer los mensajes clave y posicionamiento de los servicios en cada campaña de adquisición.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Incrementar la adopción de servicios de Fulfillment en un entorno donde los clientes tienen múltiples opciones y la diferenciación debe ser clara.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Coordinar campañas de adquisición consistentes tanto en tienda como en canales digitales.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Coordinador Product Owner Servicios, Coordinador Op Fullfillment, Responsable Op Dis Fullfillment, Gerente Área Comercial Fullfillment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Sr Fullfilment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estrategia de adquisición y KPIs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Marketing Corporativo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de campañas y materiales de comunicación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Producto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Sincronización de roadmap con lanzamientos y comunicación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MKT Adquisición Cliente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Fullfilment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