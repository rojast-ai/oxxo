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Dirigir y evolucionar el modelo integral de Fulfillment, asegurando la correcta orquestación entre las capacidades comerciales, operativas, digitales y organizacionales, para habilitar el crecimiento rentable del negocio, mejorar la experiencia end-to-end del cliente y garantizar la ejecución eficiente de los servicios en tienda y plataformas, alineado a la estrategia corporativa.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Definir y liderar la estrategia integral de Fulfillment, incluyendo los servicios digitales, e-commerce y pagos, asegurando su alineación con los objetivos del negocio, el modelo comercial y la experiencia del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Gobernar el portafolio de servicios de Fulfillment, priorizando iniciativas, roadmaps, productos digitales y MVPs que maximicen valor, margen, escalabilidad y adopción.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Orquestar la ejecución end-to-end del modelo de Fulfillment, asegurando la integración efectiva entre áreas comerciales, marketing, operaciones, TI, producto y diseño organizacional.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Impulsar el desarrollo y gestión de socios estratégicos (marketplaces, fintechs, aliados tecnológicos y operativos), habilitando nuevos modelos de negocio y capacidades del ecosistema Fulfillment.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la correcta operación y despliegue de los servicios en tienda, manteniendo estándares de calidad, conectividad al punto de venta y mejores prácticas operativas.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Liderar el análisis de información y desempeño del negocio, definiendo y monitoreando KPIs clave de crecimiento, margen, conversión, volumen, eficiencia operativa y experiencia del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y evolucionar los procesos de experiencia digital y operativa, garantizando interacciones integradas de extremo a extremo y habilitando servicios de valor agregado.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Desarrollar y coordinar a los equipos a su cargo, fortaleciendo las capacidades organizacionales necesarias para la evolución y sostenibilidad del modelo Fulfillment.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Determinar prioridades del portafolio balanceando valor al cliente, rentabilidad, complejidad operativa y alineación estratégica.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el modelo de integración entre comercial, marketing, operaciones, TI y producto para asegurar ejecución consistente.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Decidir alianzas con marketplaces, fintechs y proveedores clave, evaluando impacto en capacidades, costos y escalabilidad.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y ajustar los KPIs clave que guían decisiones de crecimiento, margen, eficiencia y experiencia del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el ritmo de expansión de los servicios sin comprometer calidad, estabilidad en tienda ni experiencia del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Lograr una integración ágil y consistente entre áreas comerciales, marketing, operaciones, TI y producto, evitando silos y fricciones en la ejecución sin dependencia jerárquica directa.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Crecer y evolucionar el portafolio de servicios de Fulfillment manteniendo estándares de calidad, simplicidad operativa y estabilidad en tienda.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que la estrategia, los roadmaps y las decisiones del portafolio se traduzcan en resultados concretos a nivel operativo, comercial y de experiencia del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Balancear crecimiento, costos y eficiencia en un modelo con múltiples servicios, procesos y socios, cuidando márgenes y sostenibilidad del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Impulsar la correcta implementación de los servicios de Fulfillment en tienda, minimizando fricciones operativas y garantizando una experiencia consistente para 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5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Coordinador Product Owner Servicios (Paulina Salinas), Responsable MKT Adquisición Cliente (Cesar Garza), Coordinador Op Fullfillment (Antonio Mora), Responsable Op Dis Fullfillment (Alberto Valdez), Gerente Área Comercial Fullfillment (Kenya Vazquez)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Gerente OXXO Cel, Gerente Sr Comercial Servicios Financieros, Gerente Sr Comercial Comercio Electrónico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Director Estrategia y Transformación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estratégica y reporte de resultados del área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estrategia de servicios digitales y cliente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Comercial Servicios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Integración de capacidades financieras y de pago en el modelo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Áreas Comerciales y Operaciones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Ejecución y despliegue de servicios de Fulfillment en tienda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Integración tecnológica y entrega de soluciones digitales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