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Op Dis Fullfillment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Gestionar la operación y distribución de los servicios de Fulfillment, asegurando la disponibilidad, correcta distribución de recursos y materiales, y el cumplimiento de los estándares operativos de los servicios en tienda y canales digitales.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operación de distribución de los servicios de Fulfillment, asegurando disponibilidad de recursos, materiales e insumos para la correcta ejecución en tienda.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los procesos logísticos y operativos que habilitan la prestación de los servicios de Fulfillment, garantizando continuidad y eficiencia.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Monitorear indicadores clave de disponibilidad y desempeño operativo de la distribución, proponiendo mejoras para optimizar la cadena de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relación con proveedores y áreas internas para asegurar el abasto oportuno de los recursos necesarios para la operación de Fulfillment.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y escalar oportunidades de mejora en los procesos de distribución y operación, contribuyendo a la eficiencia y calidad del modelo.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la implementación de nuevos servicios y evolutivos en la operación de distribución, coordinando habilitación y puesta en marcha.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la estrategia de distribución de recursos y materiales para garantizar disponibilidad en tienda.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Establecer prioridades en la atención de incidencias operativas de distribución con base en impacto al servicio y al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disponibilidad y abasto continuo en una red de miles de tiendas con alta variabilidad en demanda y condiciones operativas.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Optimizar costos de distribución sin comprometer la calidad y disponibilidad del servicio para 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Coordinador Product Owner Servicios, Responsable MKT Adquisición Cliente, Coordinador Op Fullfillment, Gerente Área Comercial Fullfillment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Sr Fullfilment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Reporte de disponibilidad y desempeño de distribución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Cadena de Suministro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 abasto y logística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Operaciones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Sincronización de operación de tienda con distribución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Op Dis Fullfillment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