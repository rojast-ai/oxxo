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Analista Operación Teléfonos y Chips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OXXO Cel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Asegurar la correcta operación del catálogo de teléfonos, chips y dispositivos de OXXO Cel, gestionando disponibilidad, calidad operativa y seguimiento de indicadores clave para garantizar continuidad del servicio y una experiencia confiable al cliente.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y monitorear la disponibilidad del catálogo de teléfonos, chips y dispositivos en tienda, asegurando abasto oportuno y sin quiebres de stock.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los procesos operativos relacionados con distribución, activación y soporte de teléfonos y chips, garantizando eficiencia y calidad.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Dar seguimiento a indicadores clave de desempeño de la operación de dispositivos y chips, identificando desviaciones y proponiendo acciones correctivas.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incidencias operativas relacionadas con teléfonos, chips y dispositivos, escalando y coordinando su resolución oportuna.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con proveedores y áreas internas para asegurar disponibilidad y correcta habilitación de nuevos dispositivos y SKUs.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Apoyar la implementación de mejoras operativas en el proceso de gestión de teléfonos y chips, contribuyendo a la eficiencia del modelo OXXO Cel.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Definir prioridades de reabasto y distribución de teléfonos y chips según demanda y disponibilidad en tienda.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Escalar incidencias críticas de operación de dispositivos conforme a su impacto en el servicio y la experiencia del cliente.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Mantener disponibilidad continua de un catálogo amplio de dispositivos en miles de tiendas con alta variabilidad de demanda.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Coordinar con múltiples proveedores y áreas internas para garantizar abasto oportuno ante frecuentes cambios de portafolio.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/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Coordinador Product Owner CX, Coordinador Comercial Fidelización Clientes, Analista Datos, Gerente Área Adquisición Cliente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Gerente OXXO Cel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Reporte de operación de dispositivos y KPIs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Cadena de Suministro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Coordinación logística y distribución de dispositivos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>EXTERNAS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Proveedores de dispositivos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Gestión de abasto y soporte de dispositivos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Analista Operación Teléfonos y Chips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OXXO Cel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