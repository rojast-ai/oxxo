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Analista Datos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OXXO Cel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Generar y gestionar información estratégica y operativa del negocio OXXO Cel mediante el análisis de datos, construyendo reportes, dashboards y modelos analíticos que habiliten la toma de decisiones basada en evidencia en todas las áreas del negocio.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Desarrollar y mantener dashboards y reportes de KPIs del negocio OXXO Cel, asegurando disponibilidad oportuna de información estratégica y operativa.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Realizar análisis de datos de desempeño comercial, operativo y de experiencia del cliente, identificando tendencias, oportunidades y áreas de mejora.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a los equipos de OXXO Cel con modelos analíticos y segmentaciones de clientes para orientar decisiones de adquisición, fidelización y operación.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y validar la calidad de los datos utilizados en los reportes y análisis, coordinando con TI la disponibilidad y confiabilidad de las fuentes.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Elaborar análisis ad hoc y estudios de negocio que soporten la definición de estrategias y la evaluación de iniciativas del portafolio OXXO Cel.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Automatizar procesos de generación de reportes y análisis recurrentes, incrementando la eficiencia del área y la frecuencia de actualización de la información.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Definir la metodología y fuentes de datos para cada análisis o modelo desarrollado, asegurando rigor y confiabilidad.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Establecer la priorización de los reportes y análisis a desarrollar conforme a las necesidades del equipo y el impacto en la toma de decisiones.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Asegurar la calidad y confiabilidad de los datos en un entorno con múltiples fuentes y sistemas heterogéneos.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Traducir grandes volúmenes de datos en insights accionables y comprensibles para equipos con distintos niveles de familiaridad analítica.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Analista Operación Teléfonos y Chips, Coordinador Product Owner CX, Coordinador Comercial Fidelización Clientes, Gerente Área Adquisición Cliente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Gerente OXXO Cel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Entrega de reportes y análisis estratégicos del negocio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TI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Acceso a fuentes de datos e integración de sistemas de información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Todas las áreas de OXXO Cel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Soporte analítico para toma de decisiones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Analista Datos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OXXO Cel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