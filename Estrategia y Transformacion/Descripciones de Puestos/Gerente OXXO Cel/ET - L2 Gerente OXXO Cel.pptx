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Liderar el crecimiento rentable y sostenible del negocio OXXO Cel, definiendo y ejecutando la estrategia de conectividad del ecosistema OXXO, desde la adquisición y fidelización de clientes hasta la operación y evolución de productos y servicios, asegurando una experiencia consistente, una operación escalable y una propuesta de valor competitiva que capitalice el ecosistema OXXO.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Definir y liderar la estrategia integral del negocio OXXO Cel, asegurando crecimiento rentable, propuesta de valor competitiva, posicionamiento en el mercado de telefonía y alineación con la estrategia del ecosistema OXXO.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Impulsar el crecimiento de la base de clientes y los ingresos, mediante el diseño y ejecución de estrategias comerciales end-to-end que integren adquisición, pricing, promociones, incentivos, campañas, activaciones en tienda y expansión de dispositivos y servicios.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Liderar la evolución del portafolio de productos y servicios OXXO Cel, incluyendo telefonía, eSIM, bundles, servicios digitales y nuevas propuestas, alineadas a las necesidades del cliente y a las tendencias del mercado.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una experiencia de cliente consistente y diferenciada, integrando estrategias de CX, comunicación, fidelización y retención que incrementen la permanencia, reduzcan churn y maximicen el valor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Garantizar la correcta operación integral del negocio, asegurando la continuidad del servicio de líneas, chips, dispositivos y usuarios activos, así como la ejecución eficiente de procesos operativos en tienda y canales digitales.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Dirigir la operación y ejecución comercial en tienda, asegurando capacitación, habilitación, onboarding, herramientas e incentivos que maximicen el desempeño del personal y la productividad del punto de venta.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la operación tecnológica de OXXO Cel, incluyendo plataformas, soporte, procesos digitales, call center, medios de pago e infraestructura, impulsando la mejora continua y la eficiencia operativa.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estratégicamente la relación con proveedores y socios clave, garantizando condiciones comerciales óptimas, continuidad de la cadena de suministro y soporte al crecimiento del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Impulsar un modelo de gestión y toma de decisiones basado en datos, asegurando el uso efectivo de analítica, KPIs y dashboards para optimizar desempeño comercial, operativo, financiero y de experiencia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y alinear equipos multidisciplinarios y stakeholders internos, asegurando claridad de objetivos, ejecución integrada, cumplimiento de indicadores clave y representación efectiva del negocio en foros estratégicos.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estrategia de crecimiento y rentabilidad del negocio, priorizando entre adquisición, retención, nuevos productos y expansión dentro del ecosistema OXXO.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Establecer la estrategia comercial integral, incluyendo pricing, promociones, campañas e incentivos, balanceando volumen, margen y valor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Decidir la evolución del portafolio de productos y servicios, determinando lanzamientos, ajustes o descontinuaciones conforme a desempeño y mercado.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Asignar recursos entre operación, experiencia, tecnología y crecimiento, asegurando estabilidad operativa y escalabilidad del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Seleccionar y gestionar alianzas estratégicas y proveedores clave, definiendo modelos de colaboración que aseguren continuidad y ventaja competitiva.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Lograr crecimiento acelerado sin deteriorar rentabilidad ni experiencia del cliente, en un mercado altamente competitivo y sensible a precio.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Diferenciar la propuesta de valor de OXXO Cel, capitalizando el ecosistema OXXO frente a operadores tradicionales y ofertas digitales.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Mantener estabilidad operativa y tecnológica mientras se escala la base de usuarios, productos y transacciones.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Reducir churn y aumentar el valor del cliente, asegurando una experiencia consistente en múltiples puntos de contacto.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Alinear equipos y stakeholders con prioridades diversas, garantizando ejecución integrada y foco en resultados de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5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Analista Operación Teléfonos y Chips (Leonardo Hernández), Coordinador Product Owner CX (Verónica González), Coordinador Comercial Fidelización Clientes (Antonio Salazar), Analista Datos (Kleist Jimenez), Gerente Área Adquisición Cliente (Daniel Pardo)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Gerente Sr Fullfilment, Gerente Sr Comercial Servicios Financieros, Gerente Sr Comercial Comercio Electrónico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Director Estrategia y Transformación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estratégica y reporte de resultados del negocio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servicios y experiencia del cliente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Áreas Comerciales y Operaciones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Ejecución comercial y operativa en tienda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Soporte tecnológico a plataformas y sistemas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Proveedores estratégicos (Telcel, fabricantes)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Negociación y gestión de relaciones comerciales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Mensual</a:t>
                      </a: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