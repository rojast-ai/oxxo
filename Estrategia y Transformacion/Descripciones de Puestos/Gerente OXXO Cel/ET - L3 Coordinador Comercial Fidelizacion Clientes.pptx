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Comercial Fidelización Clientes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Coordinar las iniciativas de fidelización y retención de clientes de OXXO Cel, diseñando y ejecutando estrategias que incrementen la permanencia, reduzcan el churn y maximicen el valor del cliente a lo largo de su ciclo de vida.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y ejecutar estrategias de fidelización y retención de clientes de OXXO Cel, reduciendo el churn e incrementando la permanencia en la base de usuarios.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programas de beneficios, incentivos y comunicación que fortalezcan el vínculo del cliente con los servicios de OXXO Cel.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de retención, churn y valor del cliente (LTV), analizando tendencias y proponiendo mejoras a las estrategias de fidelización.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Colaborar con las áreas comerciales y de producto para diseñar propuestas de valor diferenciadas que incentiven la permanencia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campañas de comunicación y activación orientadas a clientes existentes, maximizando el engagement y la satisfacción.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segmentos de clientes con mayor riesgo de churn y coordinar acciones proactivas de retención con base en analítica de datos.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las estrategias y acciones de fidelización prioritarias para cada segmento de clientes de OXXO Cel.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los incentivos y propuestas de valor que maximicen la retención en segmentos críticos.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Reducir el churn en un mercado competitivo donde los clientes tienen múltiples opciones de telefonía y servicios digitales.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Diseñar propuestas de fidelización que sean rentables para el negocio y a la vez percibidas como valiosas por 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Analista Operación Teléfonos y Chips, Coordinador Product Owner CX, Analista Datos, Gerente Área Adquisición Cliente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estrategias de fidelización y métricas de retención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Marketing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campañas y comunicación a clientes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Analítica de Datos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Segmentación de clientes y análisis de churn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Comercial Fidelización Clientes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