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Área Adquisición Cliente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OXXO Cel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Liderar la estrategia y ejecución de adquisición de nuevos clientes para OXXO Cel, diseñando y coordinando iniciativas comerciales, campañas y activaciones en tienda que maximicen el crecimiento de la base de usuarios y el volumen de nuevas activaciones.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Definir y ejecutar la estrategia de adquisición de nuevos clientes de OXXO Cel, identificando segmentos objetivo y canales más efectivos para incrementar activaciones.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campañas comerciales de adquisición en tienda y canales digitales, asegurando coherencia en mensajes y ejecución consistente en el punto de venta.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la relación con proveedores y categorías para asegurar la correcta ejecución en tienda de actividades de adquisición.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Dar seguimiento a KPIs de adquisición de clientes, incluyendo nuevas activaciones, market share y costo de adquisición, proponiendo ajustes a la estrategia.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con los equipos de marketing, operaciones y socios estratégicos la implementación de iniciativas de activación y lanzamientos de nuevos servicios.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Analizar la competencia y tendencias del mercado de telefonía para identificar oportunidades de diferenciación en la estrategia de adquisición.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Definir la estrategia y prioridades de adquisición de clientes por segmento, canal y periodo, balanceando volumen y costo.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Determinar las actividades de activación en tienda y los apoyos comerciales necesarios para cada campaña de adquisición.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Crecer la base de clientes de OXXO Cel en un mercado saturado y competitivo, donde la diferenciación de la propuesta de valor es clave.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Asegurar consistencia en la ejecución de estrategias de adquisición en miles de puntos de venta con realidades comerciales muy diversas.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Analista Operación Teléfonos y Chips, Coordinador Product Owner CX, Coordinador Comercial Fidelización Clientes, Analista Datos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Gerente OXXO Cel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Alineación de estrategia de adquisición y resultados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Marketing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Coordinación de campañas y comunicación de adquisición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Socios y Categorías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Ejecución en tienda y abasto de dispositivos para activación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Área Adquisición Cliente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OXXO Cel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